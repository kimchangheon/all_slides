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e86d45f08134441" /><Relationship Type="http://schemas.openxmlformats.org/officeDocument/2006/relationships/extended-properties" Target="/docProps/app.xml" Id="R5aa9bf7e450f4b37" /><Relationship Type="http://schemas.openxmlformats.org/officeDocument/2006/relationships/officeDocument" Target="/ppt/presentation.xml" Id="Rcd1461d0b5bf4901" /></Relationships>
</file>

<file path=ppt/presentation.xml><?xml version="1.0" encoding="utf-8"?>
<p:presentation xmlns:p="http://schemas.openxmlformats.org/presentationml/2006/main">
  <p:sldMasterIdLst>
    <p:sldMasterId xmlns:r="http://schemas.openxmlformats.org/officeDocument/2006/relationships" id="2147483648" r:id="Rdaec923e280c46b1"/>
  </p:sldMasterIdLst>
  <p:notesMasterIdLst>
    <p:notesMasterId xmlns:r="http://schemas.openxmlformats.org/officeDocument/2006/relationships" r:id="R72df97b453c648e2"/>
  </p:notesMasterIdLst>
  <p:sldIdLst>
    <p:sldId xmlns:r="http://schemas.openxmlformats.org/officeDocument/2006/relationships" id="256" r:id="R5b75ffdfbc924a33"/>
    <p:sldId xmlns:r="http://schemas.openxmlformats.org/officeDocument/2006/relationships" id="257" r:id="R9571b2174c50435a"/>
    <p:sldId xmlns:r="http://schemas.openxmlformats.org/officeDocument/2006/relationships" id="258" r:id="Rc0aee2041bf8436b"/>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showGuides="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117390a141764348" /><Relationship Type="http://schemas.openxmlformats.org/officeDocument/2006/relationships/slideMaster" Target="/ppt/slideMasters/slideMaster1.xml" Id="Rdaec923e280c46b1" /><Relationship Type="http://schemas.openxmlformats.org/officeDocument/2006/relationships/notesMaster" Target="/ppt/notesMasters/notesMaster1.xml" Id="R72df97b453c648e2" /><Relationship Type="http://schemas.openxmlformats.org/officeDocument/2006/relationships/presProps" Target="/ppt/presProps.xml" Id="Raac20f9e8bfa4f71" /><Relationship Type="http://schemas.openxmlformats.org/officeDocument/2006/relationships/viewProps" Target="/ppt/viewProps.xml" Id="Re45c20e546c94d4c" /><Relationship Type="http://schemas.openxmlformats.org/officeDocument/2006/relationships/tableStyles" Target="/ppt/tableStyles.xml" Id="R8c06a0634a7d4446" /><Relationship Type="http://schemas.openxmlformats.org/officeDocument/2006/relationships/slide" Target="/ppt/slides/slide1.xml" Id="R5b75ffdfbc924a33" /><Relationship Type="http://schemas.openxmlformats.org/officeDocument/2006/relationships/slide" Target="/ppt/slides/slide2.xml" Id="R9571b2174c50435a" /><Relationship Type="http://schemas.openxmlformats.org/officeDocument/2006/relationships/slide" Target="/ppt/slides/slide3.xml" Id="Rc0aee2041bf8436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235b351b7fb486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FAU - Technische Fakultät">
  <a:themeElements>
    <a:clrScheme name="FAU - Grau">
      <a:dk1>
        <a:sysClr val="windowText" lastClr="000000"/>
      </a:dk1>
      <a:lt1>
        <a:srgbClr val="FFFFFF"/>
      </a:lt1>
      <a:dk2>
        <a:srgbClr val="8C9FB1"/>
      </a:dk2>
      <a:lt2>
        <a:srgbClr val="FFFFFF"/>
      </a:lt2>
      <a:accent1>
        <a:srgbClr val="7F7F7F"/>
      </a:accent1>
      <a:accent2>
        <a:srgbClr val="204251"/>
      </a:accent2>
      <a:accent3>
        <a:srgbClr val="2F586E"/>
      </a:accent3>
      <a:accent4>
        <a:srgbClr val="8C9FB1"/>
      </a:accent4>
      <a:accent5>
        <a:srgbClr val="C2D0DC"/>
      </a:accent5>
      <a:accent6>
        <a:srgbClr val="C7C7C7"/>
      </a:accent6>
      <a:hlink>
        <a:srgbClr val="2F586E"/>
      </a:hlink>
      <a:folHlink>
        <a:srgbClr val="000000"/>
      </a:folHlink>
    </a:clrScheme>
    <a:fontScheme name="FAU">
      <a:majorFont>
        <a:latin typeface="Arial"/>
        <a:ea typeface=""/>
        <a:cs typeface=""/>
      </a:majorFont>
      <a:minorFont>
        <a:latin typeface="Arial"/>
        <a:ea typeface=""/>
        <a:cs typeface=""/>
      </a:minorFont>
    </a:fontScheme>
    <a:fmtScheme name="FAU - Grau">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1ea1412026a43c8" /><Relationship Type="http://schemas.openxmlformats.org/officeDocument/2006/relationships/notesMaster" Target="/ppt/notesMasters/notesMaster1.xml" Id="R099f7f25ca7344d5" /></Relationships>
</file>

<file path=ppt/notesSlides/_rels/notesSlide2.xml.rels>&#65279;<?xml version="1.0" encoding="utf-8"?><Relationships xmlns="http://schemas.openxmlformats.org/package/2006/relationships"><Relationship Type="http://schemas.openxmlformats.org/officeDocument/2006/relationships/slide" Target="/ppt/slides/slide2.xml" Id="Rf27f23904b884a19" /><Relationship Type="http://schemas.openxmlformats.org/officeDocument/2006/relationships/notesMaster" Target="/ppt/notesMasters/notesMaster1.xml" Id="R6d0c30d2c1354b56" /></Relationships>
</file>

<file path=ppt/notesSlides/_rels/notesSlide3.xml.rels>&#65279;<?xml version="1.0" encoding="utf-8"?><Relationships xmlns="http://schemas.openxmlformats.org/package/2006/relationships"><Relationship Type="http://schemas.openxmlformats.org/officeDocument/2006/relationships/slide" Target="/ppt/slides/slide3.xml" Id="Rdd5b12097813467a" /><Relationship Type="http://schemas.openxmlformats.org/officeDocument/2006/relationships/notesMaster" Target="/ppt/notesMasters/notesMaster1.xml" Id="Re49c015f9fc9473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GridAssist combines a graph database for heterogeneous grid data with AI modules for congestion and fault analysis, contingency and blackout support, and an LLM interface. The supplied project architecture distinguishes planned tool and digital-twin integrations. Changhun’s contribution presented here covers neural AC power flow and GridSense. Sources: supplied images/GridAssist.svg; GridSense_IEEE_GM_panel_Changhun_Kim.pptx, slides 4, 35, 52–55, 62–64; GridFM2026_Poster_Kim_v3.pptx. Author: Changhun Kim, Pattern Recognition Lab, FAU.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Changhun Kim, Timon Conrad, Redwanul Karim, Julian Oelhaf, David Riebesel, Tomás Arias-Vergara, Andreas Maier, Johann Jäger and Siming Bayer, “Physics-Informed GNN for Medium-High Voltage AC Power Flow with Edge-Aware Attention and Line Search Correction Operator,” ICASSP 2026, Barcelona, Spain, pp. 1281–1285. DOI: 10.1109/ICASSP55912.2026.11463241. Source figure: images/PIGNN_Attn_LS.drawio (5).pdf. Edge-aware attention uses line information, while backtracking line search checks the power-flow merit function at inference.</a:t>
            </a:r>
          </a:p>
          <a:p xmlns:a="http://schemas.openxmlformats.org/drawingml/2006/main">
            <a:r>
              <a:t/>
            </a:r>
          </a:p>
          <a:p xmlns:a="http://schemas.openxmlformats.org/drawingml/2006/main">
            <a:r>
              <a:t>[2] Changhun Kim, Timon Conrad, Redwanul Karim, Karan Pahlajani, Julian Oelhaf, David Riebesel, Tomás Arias-Vergara, Andreas Maier, Johann Jäger and Siming Bayer, “Physics-Informed but Not Physics-Consistent: Error Geometry and Subspace Projection for Neural AC Power Flow,” arXiv:2610.05959, 2026, https://arxiv.org/abs/2610.05959. ICASSP 2027 submitted (confirmed in arXiv comments), GridFM 2026 poster accepted (author-provided status). Figure: images/csp_diagram_finished_big.pdf. ¹Mean PB reductions relative to train-only bias-calibrated outputs on a 2224-bus GB network: 67.0% for PIGNN-GC, 37.8% for GridSFM, 40.5% for gridfm-graphkit, 68.9% for LUMINA. Frozen solvers, no retraining. Source: supplied GridFM2026 poster and arXiv abstract. The projection reduces violations empirically and does not establish exact feasibility.</a:t>
            </a:r>
          </a:p>
          <a:p xmlns:a="http://schemas.openxmlformats.org/drawingml/2006/main">
            <a:r>
              <a:t/>
            </a:r>
          </a:p>
          <a:p xmlns:a="http://schemas.openxmlformats.org/drawingml/2006/main">
            <a:r>
              <a:t>[3] Redwanul Karim, Changhun Kim, Timon Conrad, Nora Gourmelon, Julian Oelhaf, David Riebesel, Tomás Arias-Vergara, Andreas Maier, Johann Jäger and Siming Bayer, “Parameter-Efficient Domain Adaptation of Physics-Informed Self-Attention based GNNs for AC Power Flow Prediction,” arXiv:2602.18227, 2026, https://arxiv.org/abs/2602.18227. EUSIPCO 2026 accepted and presented (author-provided status). Related work applies LoRA to attention projections with selective prediction-head fine-tuning for MV-to-HV transfer.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GridSense uses CIM/CGMES grid models in Neo4j as a knowledge-graph evidence layer. A schema-aware workflow translates natural-language requests into Cypher retrieval and analysis. The screenshot illustrates restoration decision support, outage inspection, weather-aware routing controls and a geographic grid view. Candidate routes and switching actions support human review. Sources: supplied images/Gridsense_captured.png; GridSense_IEEE_GM_panel_Changhun_Kim.pptx, slides 4, 5, 7, 9, 79; GridSense.pptx. Demo playlist: https://www.youtube.com/playlist?list=PL2EIbrGMjR_m2khSEMiUtbKo0dY-LOn3-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e33854498a8473d" /><Relationship Type="http://schemas.openxmlformats.org/officeDocument/2006/relationships/image" Target="/ppt/media/image.png" Id="R468ddd95afa3410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420b0f18063458d" /><Relationship Type="http://schemas.openxmlformats.org/officeDocument/2006/relationships/image" Target="/ppt/media/image2.png" Id="R6f40bac3741e4e8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f9a0542fba14fcc" /><Relationship Type="http://schemas.openxmlformats.org/officeDocument/2006/relationships/image" Target="/ppt/media/image2.png" Id="R97d010319b1d4f9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9d98cb163794afb" /><Relationship Type="http://schemas.openxmlformats.org/officeDocument/2006/relationships/image" Target="/ppt/media/image.png" Id="R93c4d7dcc5f7498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702d1ff30504cb7" /><Relationship Type="http://schemas.openxmlformats.org/officeDocument/2006/relationships/image" Target="/ppt/media/image2.png" Id="Rb24f225c480f4e8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425ac4d6eaa4056" /><Relationship Type="http://schemas.openxmlformats.org/officeDocument/2006/relationships/image" Target="/ppt/media/image2.png" Id="Rff49b66f97714cfd"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a57b944a6cbb4927" /><Relationship Type="http://schemas.openxmlformats.org/officeDocument/2006/relationships/image" Target="/ppt/media/image2.png" Id="R87050c69a7394fd6"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4a51d70f58f9489a" /><Relationship Type="http://schemas.openxmlformats.org/officeDocument/2006/relationships/image" Target="/ppt/media/image2.png" Id="Rd56cf90da6f84c44"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7b458767fcea4743" /><Relationship Type="http://schemas.openxmlformats.org/officeDocument/2006/relationships/image" Target="/ppt/media/image2.png" Id="R0d6fcf145e0b4e84"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bd2b6b6df73a49d2"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150a6f92ccc449fb" /><Relationship Type="http://schemas.openxmlformats.org/officeDocument/2006/relationships/image" Target="/ppt/media/image2.png" Id="Rf985690a00ee46cc"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097f18d3c4a241a4" /><Relationship Type="http://schemas.openxmlformats.org/officeDocument/2006/relationships/image" Target="/ppt/media/image2.png" Id="R39f4966ef8714b46"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1782acc061e74d27" /><Relationship Type="http://schemas.openxmlformats.org/officeDocument/2006/relationships/image" Target="/ppt/media/image2.png" Id="R41ee283525234e13"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1.xml" Id="R8c4f06e05c1343e8" /><Relationship Type="http://schemas.openxmlformats.org/officeDocument/2006/relationships/image" Target="/ppt/media/image2.png" Id="Rf7667888787d4b0d" /></Relationships>
</file>

<file path=ppt/slideLayouts/_rels/slideLayout15.xml.rels>&#65279;<?xml version="1.0" encoding="utf-8"?><Relationships xmlns="http://schemas.openxmlformats.org/package/2006/relationships"><Relationship Type="http://schemas.openxmlformats.org/officeDocument/2006/relationships/slideMaster" Target="/ppt/slideMasters/slideMaster1.xml" Id="Ree40529577364c1d" /><Relationship Type="http://schemas.openxmlformats.org/officeDocument/2006/relationships/image" Target="/ppt/media/image2.png" Id="R7021297b3c2d46a0" /></Relationships>
</file>

<file path=ppt/slideLayouts/_rels/slideLayout16.xml.rels>&#65279;<?xml version="1.0" encoding="utf-8"?><Relationships xmlns="http://schemas.openxmlformats.org/package/2006/relationships"><Relationship Type="http://schemas.openxmlformats.org/officeDocument/2006/relationships/slideMaster" Target="/ppt/slideMasters/slideMaster1.xml" Id="Re285760667ff4a66" /><Relationship Type="http://schemas.openxmlformats.org/officeDocument/2006/relationships/image" Target="/ppt/media/image2.png" Id="R65cbbf7beeca4b89" /></Relationships>
</file>

<file path=ppt/slideLayouts/_rels/slideLayout17.xml.rels>&#65279;<?xml version="1.0" encoding="utf-8"?><Relationships xmlns="http://schemas.openxmlformats.org/package/2006/relationships"><Relationship Type="http://schemas.openxmlformats.org/officeDocument/2006/relationships/slideMaster" Target="/ppt/slideMasters/slideMaster1.xml" Id="Rfd2ca58dda8c43b9" /><Relationship Type="http://schemas.openxmlformats.org/officeDocument/2006/relationships/image" Target="/ppt/media/image2.png" Id="Rf8cbc4c036a149a4" /></Relationships>
</file>

<file path=ppt/slideLayouts/_rels/slideLayout18.xml.rels>&#65279;<?xml version="1.0" encoding="utf-8"?><Relationships xmlns="http://schemas.openxmlformats.org/package/2006/relationships"><Relationship Type="http://schemas.openxmlformats.org/officeDocument/2006/relationships/slideMaster" Target="/ppt/slideMasters/slideMaster1.xml" Id="R61d2d0e8404548a2" /><Relationship Type="http://schemas.openxmlformats.org/officeDocument/2006/relationships/image" Target="/ppt/media/image2.png" Id="Rd9c234b2759a4922" /></Relationships>
</file>

<file path=ppt/slideLayouts/_rels/slideLayout19.xml.rels>&#65279;<?xml version="1.0" encoding="utf-8"?><Relationships xmlns="http://schemas.openxmlformats.org/package/2006/relationships"><Relationship Type="http://schemas.openxmlformats.org/officeDocument/2006/relationships/slideMaster" Target="/ppt/slideMasters/slideMaster1.xml" Id="Re37f55e9d81f4a51" /><Relationship Type="http://schemas.openxmlformats.org/officeDocument/2006/relationships/image" Target="/ppt/media/image2.png" Id="R15003bf5205a4cc2" /></Relationships>
</file>

<file path=ppt/slideLayouts/_rels/slideLayout20.xml.rels>&#65279;<?xml version="1.0" encoding="utf-8"?><Relationships xmlns="http://schemas.openxmlformats.org/package/2006/relationships"><Relationship Type="http://schemas.openxmlformats.org/officeDocument/2006/relationships/slideMaster" Target="/ppt/slideMasters/slideMaster1.xml" Id="R1cafe7a927a04f3b" /><Relationship Type="http://schemas.openxmlformats.org/officeDocument/2006/relationships/image" Target="/ppt/media/image.png" Id="Rf5d985f51da84bb8" /></Relationships>
</file>

<file path=ppt/slideLayouts/slideLayout1.xml><?xml version="1.0" encoding="utf-8"?>
<p:sldLayout xmlns:p="http://schemas.openxmlformats.org/presentationml/2006/main" showMasterSp="0" preserve="1" userDrawn="1">
  <p:cSld name="Titelbild">
    <p:bg>
      <p:bgRef idx="1001">
        <a:schemeClr xmlns:a="http://schemas.openxmlformats.org/drawingml/2006/main" val="bg2"/>
      </p:bgRef>
    </p:bg>
    <p:spTree>
      <p:nvGrpSpPr>
        <p:cNvPr id="1" name=""/>
        <p:cNvGrpSpPr/>
        <p:nvPr/>
      </p:nvGrpSpPr>
      <p:grpSpPr>
        <a:xfrm xmlns:a="http://schemas.openxmlformats.org/drawingml/2006/main"/>
      </p:grpSpPr>
      <p:sp>
        <p:nvSpPr>
          <p:cNvPr id="168" name="Textplatzhalter 167">
            <a:extLst xmlns:a="http://schemas.openxmlformats.org/drawingml/2006/main">
              <a:ext uri="{FF2B5EF4-FFF2-40B4-BE49-F238E27FC236}">
                <a16:creationId xmlns:a16="http://schemas.microsoft.com/office/drawing/2014/main" id="{91CA67B1-C872-42F5-99A5-C31B319F69AF}"/>
              </a:ext>
            </a:extLst>
          </p:cNvPr>
          <p:cNvSpPr>
            <a:spLocks xmlns:a="http://schemas.openxmlformats.org/drawingml/2006/main" noGrp="1"/>
          </p:cNvSpPr>
          <p:nvPr>
            <p:ph type="body" idx="11" hasCustomPrompt="1"/>
          </p:nvPr>
        </p:nvSpPr>
        <p:spPr>
          <a:xfrm xmlns:a="http://schemas.openxmlformats.org/drawingml/2006/main">
            <a:off x="0" y="1628775"/>
            <a:ext cx="12192000" cy="5229225"/>
          </a:xfrm>
          <a:prstGeom xmlns:a="http://schemas.openxmlformats.org/drawingml/2006/main" prst="rect">
            <a:avLst/>
          </a:prstGeom>
          <a:gradFill xmlns:a="http://schemas.openxmlformats.org/drawingml/2006/main">
            <a:gsLst>
              <a:gs pos="50000">
                <a:schemeClr val="accent4">
                  <a:alpha val="50000"/>
                </a:schemeClr>
              </a:gs>
              <a:gs pos="5000">
                <a:schemeClr val="accent4"/>
              </a:gs>
              <a:gs pos="100000">
                <a:schemeClr val="accent4">
                  <a:alpha val="20000"/>
                </a:schemeClr>
              </a:gs>
            </a:gsLst>
            <a:lin ang="5400000" scaled="1"/>
          </a:gradFill>
        </p:spPr>
        <p:txBody>
          <a:bodyPr xmlns:a="http://schemas.openxmlformats.org/drawingml/2006/main" vert="horz" wrap="square" lIns="540000" tIns="1188000" rIns="0" bIns="0" anchor="t">
            <a:noAutofit/>
          </a:bodyPr>
          <a:lstStyle xmlns:a="http://schemas.openxmlformats.org/drawingml/2006/main">
            <a:lvl1pPr>
              <a:buNone/>
              <a:defRPr sz="4000" b="1">
                <a:latin typeface="+mj-lt"/>
                <a:ea typeface="+mj-lt"/>
                <a:cs typeface="+mj-lt"/>
              </a:defRPr>
            </a:lvl1pPr>
          </a:lstStyle>
          <a:p xmlns:a="http://schemas.openxmlformats.org/drawingml/2006/main">
            <a:pPr lvl="0">
              <a:spcBef>
                <a:spcPct val="0"/>
              </a:spcBef>
              <a:buNone/>
            </a:pPr>
            <a:r>
              <a:t> </a:t>
            </a:r>
          </a:p>
        </p:txBody>
      </p:sp>
      <p:sp>
        <p:nvSpPr>
          <p:cNvPr id="165" name="Bildplatzhalter 60">
            <a:extLst xmlns:a="http://schemas.openxmlformats.org/drawingml/2006/main">
              <a:ext uri="{FF2B5EF4-FFF2-40B4-BE49-F238E27FC236}">
                <a16:creationId xmlns:a16="http://schemas.microsoft.com/office/drawing/2014/main" id="{F018B551-27B5-4B00-BF39-7527999917AE}"/>
              </a:ext>
            </a:extLst>
          </p:cNvPr>
          <p:cNvSpPr>
            <a:spLocks xmlns:a="http://schemas.openxmlformats.org/drawingml/2006/main" noGrp="1"/>
          </p:cNvSpPr>
          <p:nvPr>
            <p:ph type="pic" idx="10" hasCustomPrompt="1"/>
          </p:nvPr>
        </p:nvSpPr>
        <p:spPr>
          <a:xfrm xmlns:a="http://schemas.openxmlformats.org/drawingml/2006/main">
            <a:off x="0" y="1628775"/>
            <a:ext cx="12192000" cy="5229226"/>
          </a:xfrm>
          <a:prstGeom xmlns:a="http://schemas.openxmlformats.org/drawingml/2006/main" prst="rect">
            <a:avLst/>
          </a:prstGeom>
          <a:solidFill xmlns:a="http://schemas.openxmlformats.org/drawingml/2006/main">
            <a:schemeClr val="tx1">
              <a:lumMod val="95000"/>
            </a:schemeClr>
          </a:solidFill>
        </p:spPr>
        <p:txBody>
          <a:bodyPr xmlns:a="http://schemas.openxmlformats.org/drawingml/2006/main"/>
          <a:lstStyle xmlns:a="http://schemas.openxmlformats.org/drawingml/2006/main"/>
          <a:p xmlns:a="http://schemas.openxmlformats.org/drawingml/2006/main">
            <a:r>
              <a:t> </a:t>
            </a:r>
          </a:p>
        </p:txBody>
      </p:sp>
      <p:sp>
        <p:nvSpPr>
          <p:cNvPr id="2" name="Titel 1">
            <a:extLst xmlns:a="http://schemas.openxmlformats.org/drawingml/2006/main">
              <a:ext uri="{FF2B5EF4-FFF2-40B4-BE49-F238E27FC236}">
                <a16:creationId xmlns:a16="http://schemas.microsoft.com/office/drawing/2014/main" id="{6C1DC1BF-B7B9-4143-AFEB-7D1D6C73E88C}"/>
              </a:ext>
            </a:extLst>
          </p:cNvPr>
          <p:cNvSpPr>
            <a:spLocks xmlns:a="http://schemas.openxmlformats.org/drawingml/2006/main" noGrp="1"/>
          </p:cNvSpPr>
          <p:nvPr>
            <p:ph type="title" idx="0" hasCustomPrompt="1"/>
          </p:nvPr>
        </p:nvSpPr>
        <p:spPr>
          <a:xfrm xmlns:a="http://schemas.openxmlformats.org/drawingml/2006/main">
            <a:off x="520163" y="2913731"/>
            <a:ext cx="4979505" cy="1030539"/>
          </a:xfrm>
        </p:spPr>
        <p:txBody>
          <a:bodyPr xmlns:a="http://schemas.openxmlformats.org/drawingml/2006/main" wrap="none" tIns="0" rIns="0"/>
          <a:lstStyle xmlns:a="http://schemas.openxmlformats.org/drawingml/2006/main">
            <a:lvl1pPr algn="l">
              <a:lnSpc>
                <a:spcPct val="110000"/>
              </a:lnSpc>
              <a:buNone/>
              <a:defRPr sz="6600">
                <a:solidFill>
                  <a:schemeClr val="tx1"/>
                </a:solidFill>
              </a:defRPr>
            </a:lvl1pPr>
          </a:lstStyle>
          <a:p xmlns:a="http://schemas.openxmlformats.org/drawingml/2006/main">
            <a:r>
              <a:t>Willkommen</a:t>
            </a:r>
          </a:p>
        </p:txBody>
      </p:sp>
      <p:sp>
        <p:nvSpPr>
          <p:cNvPr id="56" name="Rechteck 55">
            <a:extLst xmlns:a="http://schemas.openxmlformats.org/drawingml/2006/main">
              <a:ext uri="{FF2B5EF4-FFF2-40B4-BE49-F238E27FC236}">
                <a16:creationId xmlns:a16="http://schemas.microsoft.com/office/drawing/2014/main" id="{929994FB-5DBF-40C3-99B7-BCB45F80FCBA}"/>
              </a:ext>
            </a:extLst>
          </p:cNvPr>
          <p:cNvSpPr>
            <a:spLocks xmlns:a="http://schemas.openxmlformats.org/drawingml/2006/main" noGrp="1"/>
          </p:cNvSpPr>
          <p:nvPr/>
        </p:nvSpPr>
        <p:spPr>
          <a:xfrm xmlns:a="http://schemas.openxmlformats.org/drawingml/2006/main">
            <a:off x="518400" y="1196733"/>
            <a:ext cx="11676062" cy="72000"/>
          </a:xfrm>
          <a:prstGeom xmlns:a="http://schemas.openxmlformats.org/drawingml/2006/main" prst="rect">
            <a:avLst/>
          </a:prstGeom>
          <a:solidFill xmlns:a="http://schemas.openxmlformats.org/drawingml/2006/main">
            <a:srgbClr val="2F586E"/>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8" name="Gerader Verbinder 57">
            <a:extLst xmlns:a="http://schemas.openxmlformats.org/drawingml/2006/main">
              <a:ext uri="{FF2B5EF4-FFF2-40B4-BE49-F238E27FC236}">
                <a16:creationId xmlns:a16="http://schemas.microsoft.com/office/drawing/2014/main" id="{F5567B57-3969-4EEC-9650-8B34040E3276}"/>
              </a:ext>
            </a:extLst>
          </p:cNvPr>
          <p:cNvSpPr>
            <a:spLocks xmlns:a="http://schemas.openxmlformats.org/drawingml/2006/main" noGrp="1"/>
          </p:cNvSpPr>
          <p:nvPr/>
        </p:nvSpPr>
        <p:spPr>
          <a:xfrm xmlns:a="http://schemas.openxmlformats.org/drawingml/2006/main" rot="0" flipH="0" flipV="0">
            <a:off x="-390525" y="296965"/>
            <a:ext cx="333375" cy="0"/>
          </a:xfrm>
          <a:prstGeom xmlns:a="http://schemas.openxmlformats.org/drawingml/2006/main" prst="line">
            <a:avLst/>
          </a:prstGeom>
          <a:ln xmlns:a="http://schemas.openxmlformats.org/drawingml/2006/main">
            <a:solidFill>
              <a:schemeClr val="accent6"/>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59" name="Textfeld 58">
            <a:extLst xmlns:a="http://schemas.openxmlformats.org/drawingml/2006/main">
              <a:ext uri="{FF2B5EF4-FFF2-40B4-BE49-F238E27FC236}">
                <a16:creationId xmlns:a16="http://schemas.microsoft.com/office/drawing/2014/main" id="{D73E6E84-A759-4118-9971-2B614D3FE504}"/>
              </a:ext>
            </a:extLst>
          </p:cNvPr>
          <p:cNvSpPr>
            <a:spLocks xmlns:a="http://schemas.openxmlformats.org/drawingml/2006/main" noGrp="1"/>
          </p:cNvSpPr>
          <p:nvPr/>
        </p:nvSpPr>
        <p:spPr>
          <a:xfrm xmlns:a="http://schemas.openxmlformats.org/drawingml/2006/main" rot="0" flipH="0" flipV="0">
            <a:off x="-353681" y="160153"/>
            <a:ext cx="259686" cy="124906"/>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marL="0" marR="0" indent="0" algn="ctr" defTabSz="914400">
              <a:lnSpc>
                <a:spcPct val="110000"/>
              </a:lnSpc>
              <a:spcBef>
                <a:spcPts val="0"/>
              </a:spcBef>
              <a:spcAft>
                <a:spcPts val="1200"/>
              </a:spcAft>
              <a:buClrTx/>
              <a:buSzTx/>
              <a:buFont typeface="Arial"/>
              <a:buNone/>
            </a:pPr>
            <a:r>
              <a:rPr sz="800" b="0" i="0" u="none" strike="noStrike" cap="none" spc="0" baseline="0">
                <a:ln>
                  <a:noFill/>
                </a:ln>
                <a:solidFill>
                  <a:schemeClr val="accent6"/>
                </a:solidFill>
                <a:latin typeface="Arial"/>
                <a:ea typeface="Arial"/>
                <a:cs typeface="Arial"/>
              </a:rPr>
              <a:t>08,70</a:t>
            </a:r>
          </a:p>
        </p:txBody>
      </p:sp>
      <p:sp>
        <p:nvSpPr>
          <p:cNvPr id="61" name="Gerader Verbinder 60">
            <a:extLst xmlns:a="http://schemas.openxmlformats.org/drawingml/2006/main">
              <a:ext uri="{FF2B5EF4-FFF2-40B4-BE49-F238E27FC236}">
                <a16:creationId xmlns:a16="http://schemas.microsoft.com/office/drawing/2014/main" id="{5C536AA4-EE37-4B74-B2A7-974DDEA4C19E}"/>
              </a:ext>
            </a:extLst>
          </p:cNvPr>
          <p:cNvSpPr>
            <a:spLocks xmlns:a="http://schemas.openxmlformats.org/drawingml/2006/main" noGrp="1"/>
          </p:cNvSpPr>
          <p:nvPr/>
        </p:nvSpPr>
        <p:spPr>
          <a:xfrm xmlns:a="http://schemas.openxmlformats.org/drawingml/2006/main" rot="0" flipH="0" flipV="0">
            <a:off x="-390525" y="1268515"/>
            <a:ext cx="333375" cy="0"/>
          </a:xfrm>
          <a:prstGeom xmlns:a="http://schemas.openxmlformats.org/drawingml/2006/main" prst="line">
            <a:avLst/>
          </a:prstGeom>
          <a:ln xmlns:a="http://schemas.openxmlformats.org/drawingml/2006/main">
            <a:solidFill>
              <a:schemeClr val="accent6"/>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62" name="Textfeld 61">
            <a:extLst xmlns:a="http://schemas.openxmlformats.org/drawingml/2006/main">
              <a:ext uri="{FF2B5EF4-FFF2-40B4-BE49-F238E27FC236}">
                <a16:creationId xmlns:a16="http://schemas.microsoft.com/office/drawing/2014/main" id="{5E32A3F3-E989-43F3-A16F-94173C632533}"/>
              </a:ext>
            </a:extLst>
          </p:cNvPr>
          <p:cNvSpPr>
            <a:spLocks xmlns:a="http://schemas.openxmlformats.org/drawingml/2006/main" noGrp="1"/>
          </p:cNvSpPr>
          <p:nvPr/>
        </p:nvSpPr>
        <p:spPr>
          <a:xfrm xmlns:a="http://schemas.openxmlformats.org/drawingml/2006/main" rot="0" flipH="0" flipV="0">
            <a:off x="-353680" y="1131703"/>
            <a:ext cx="259687" cy="124906"/>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marL="0" marR="0" indent="0" algn="ctr" defTabSz="914400">
              <a:lnSpc>
                <a:spcPct val="110000"/>
              </a:lnSpc>
              <a:spcBef>
                <a:spcPts val="0"/>
              </a:spcBef>
              <a:spcAft>
                <a:spcPts val="1200"/>
              </a:spcAft>
              <a:buClrTx/>
              <a:buSzTx/>
              <a:buFont typeface="Arial"/>
              <a:buNone/>
            </a:pPr>
            <a:r>
              <a:rPr sz="800" b="0" i="0" u="none" strike="noStrike" cap="none" spc="0" baseline="0">
                <a:ln>
                  <a:noFill/>
                </a:ln>
                <a:solidFill>
                  <a:schemeClr val="accent6"/>
                </a:solidFill>
                <a:latin typeface="Arial"/>
                <a:ea typeface="Arial"/>
                <a:cs typeface="Arial"/>
              </a:rPr>
              <a:t>06,00</a:t>
            </a:r>
          </a:p>
        </p:txBody>
      </p:sp>
      <p:sp>
        <p:nvSpPr>
          <p:cNvPr id="64" name="Gerader Verbinder 63">
            <a:extLst xmlns:a="http://schemas.openxmlformats.org/drawingml/2006/main">
              <a:ext uri="{FF2B5EF4-FFF2-40B4-BE49-F238E27FC236}">
                <a16:creationId xmlns:a16="http://schemas.microsoft.com/office/drawing/2014/main" id="{FCAD72D5-CA83-40B1-9FF6-3C513E6587A3}"/>
              </a:ext>
            </a:extLst>
          </p:cNvPr>
          <p:cNvSpPr>
            <a:spLocks xmlns:a="http://schemas.openxmlformats.org/drawingml/2006/main" noGrp="1"/>
          </p:cNvSpPr>
          <p:nvPr/>
        </p:nvSpPr>
        <p:spPr>
          <a:xfrm xmlns:a="http://schemas.openxmlformats.org/drawingml/2006/main" rot="0" flipH="0" flipV="0">
            <a:off x="-390525" y="1628775"/>
            <a:ext cx="333375" cy="0"/>
          </a:xfrm>
          <a:prstGeom xmlns:a="http://schemas.openxmlformats.org/drawingml/2006/main" prst="line">
            <a:avLst/>
          </a:prstGeom>
          <a:ln xmlns:a="http://schemas.openxmlformats.org/drawingml/2006/main">
            <a:solidFill>
              <a:schemeClr val="accent6"/>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65" name="Textfeld 64">
            <a:extLst xmlns:a="http://schemas.openxmlformats.org/drawingml/2006/main">
              <a:ext uri="{FF2B5EF4-FFF2-40B4-BE49-F238E27FC236}">
                <a16:creationId xmlns:a16="http://schemas.microsoft.com/office/drawing/2014/main" id="{88D7DDBE-C865-4F05-B6F5-3E2BBB15FDA7}"/>
              </a:ext>
            </a:extLst>
          </p:cNvPr>
          <p:cNvSpPr>
            <a:spLocks xmlns:a="http://schemas.openxmlformats.org/drawingml/2006/main" noGrp="1"/>
          </p:cNvSpPr>
          <p:nvPr/>
        </p:nvSpPr>
        <p:spPr>
          <a:xfrm xmlns:a="http://schemas.openxmlformats.org/drawingml/2006/main" rot="0" flipH="0" flipV="0">
            <a:off x="-353680" y="1491963"/>
            <a:ext cx="259687" cy="124906"/>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marL="0" marR="0" indent="0" algn="ctr" defTabSz="914400">
              <a:lnSpc>
                <a:spcPct val="110000"/>
              </a:lnSpc>
              <a:spcBef>
                <a:spcPts val="0"/>
              </a:spcBef>
              <a:spcAft>
                <a:spcPts val="1200"/>
              </a:spcAft>
              <a:buClrTx/>
              <a:buSzTx/>
              <a:buFont typeface="Arial"/>
              <a:buNone/>
            </a:pPr>
            <a:r>
              <a:rPr sz="800" b="0" i="0" u="none" strike="noStrike" cap="none" spc="0" baseline="0">
                <a:ln>
                  <a:noFill/>
                </a:ln>
                <a:solidFill>
                  <a:schemeClr val="accent6"/>
                </a:solidFill>
                <a:latin typeface="Arial"/>
                <a:ea typeface="Arial"/>
                <a:cs typeface="Arial"/>
              </a:rPr>
              <a:t>05,00</a:t>
            </a:r>
          </a:p>
        </p:txBody>
      </p:sp>
      <p:sp>
        <p:nvSpPr>
          <p:cNvPr id="67" name="Gerader Verbinder 66">
            <a:extLst xmlns:a="http://schemas.openxmlformats.org/drawingml/2006/main">
              <a:ext uri="{FF2B5EF4-FFF2-40B4-BE49-F238E27FC236}">
                <a16:creationId xmlns:a16="http://schemas.microsoft.com/office/drawing/2014/main" id="{823AA052-DA6D-4F14-8CD3-D27208065BD4}"/>
              </a:ext>
            </a:extLst>
          </p:cNvPr>
          <p:cNvSpPr>
            <a:spLocks xmlns:a="http://schemas.openxmlformats.org/drawingml/2006/main" noGrp="1"/>
          </p:cNvSpPr>
          <p:nvPr/>
        </p:nvSpPr>
        <p:spPr>
          <a:xfrm xmlns:a="http://schemas.openxmlformats.org/drawingml/2006/main" rot="0" flipH="0" flipV="0">
            <a:off x="-390525" y="3429000"/>
            <a:ext cx="333375" cy="0"/>
          </a:xfrm>
          <a:prstGeom xmlns:a="http://schemas.openxmlformats.org/drawingml/2006/main" prst="line">
            <a:avLst/>
          </a:prstGeom>
          <a:ln xmlns:a="http://schemas.openxmlformats.org/drawingml/2006/main">
            <a:solidFill>
              <a:schemeClr val="accent6"/>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68" name="Textfeld 67">
            <a:extLst xmlns:a="http://schemas.openxmlformats.org/drawingml/2006/main">
              <a:ext uri="{FF2B5EF4-FFF2-40B4-BE49-F238E27FC236}">
                <a16:creationId xmlns:a16="http://schemas.microsoft.com/office/drawing/2014/main" id="{02A35681-195F-407A-BB6C-7E3B4E241132}"/>
              </a:ext>
            </a:extLst>
          </p:cNvPr>
          <p:cNvSpPr>
            <a:spLocks xmlns:a="http://schemas.openxmlformats.org/drawingml/2006/main" noGrp="1"/>
          </p:cNvSpPr>
          <p:nvPr/>
        </p:nvSpPr>
        <p:spPr>
          <a:xfrm xmlns:a="http://schemas.openxmlformats.org/drawingml/2006/main" rot="0" flipH="0" flipV="0">
            <a:off x="-353680" y="3292188"/>
            <a:ext cx="259687" cy="124906"/>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marL="0" marR="0" indent="0" algn="ctr" defTabSz="914400">
              <a:lnSpc>
                <a:spcPct val="110000"/>
              </a:lnSpc>
              <a:spcBef>
                <a:spcPts val="0"/>
              </a:spcBef>
              <a:spcAft>
                <a:spcPts val="1200"/>
              </a:spcAft>
              <a:buClrTx/>
              <a:buSzTx/>
              <a:buFont typeface="Arial"/>
              <a:buNone/>
            </a:pPr>
            <a:r>
              <a:rPr sz="800" b="0" i="0" u="none" strike="noStrike" cap="none" spc="0" baseline="0">
                <a:ln>
                  <a:noFill/>
                </a:ln>
                <a:solidFill>
                  <a:schemeClr val="accent6"/>
                </a:solidFill>
                <a:latin typeface="Arial"/>
                <a:ea typeface="Arial"/>
                <a:cs typeface="Arial"/>
              </a:rPr>
              <a:t>00,00</a:t>
            </a:r>
          </a:p>
        </p:txBody>
      </p:sp>
      <p:sp>
        <p:nvSpPr>
          <p:cNvPr id="70" name="Gerader Verbinder 69">
            <a:extLst xmlns:a="http://schemas.openxmlformats.org/drawingml/2006/main">
              <a:ext uri="{FF2B5EF4-FFF2-40B4-BE49-F238E27FC236}">
                <a16:creationId xmlns:a16="http://schemas.microsoft.com/office/drawing/2014/main" id="{E7E5935A-5D81-4FE7-9D36-C801EA2186BF}"/>
              </a:ext>
            </a:extLst>
          </p:cNvPr>
          <p:cNvSpPr>
            <a:spLocks xmlns:a="http://schemas.openxmlformats.org/drawingml/2006/main" noGrp="1"/>
          </p:cNvSpPr>
          <p:nvPr/>
        </p:nvSpPr>
        <p:spPr>
          <a:xfrm xmlns:a="http://schemas.openxmlformats.org/drawingml/2006/main" rot="0" flipH="0" flipV="0">
            <a:off x="-390525" y="6200775"/>
            <a:ext cx="333375" cy="0"/>
          </a:xfrm>
          <a:prstGeom xmlns:a="http://schemas.openxmlformats.org/drawingml/2006/main" prst="line">
            <a:avLst/>
          </a:prstGeom>
          <a:ln xmlns:a="http://schemas.openxmlformats.org/drawingml/2006/main">
            <a:solidFill>
              <a:schemeClr val="accent6"/>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71" name="Textfeld 70">
            <a:extLst xmlns:a="http://schemas.openxmlformats.org/drawingml/2006/main">
              <a:ext uri="{FF2B5EF4-FFF2-40B4-BE49-F238E27FC236}">
                <a16:creationId xmlns:a16="http://schemas.microsoft.com/office/drawing/2014/main" id="{EF8776E0-353D-4DBE-918C-2BE4D9ED22C0}"/>
              </a:ext>
            </a:extLst>
          </p:cNvPr>
          <p:cNvSpPr>
            <a:spLocks xmlns:a="http://schemas.openxmlformats.org/drawingml/2006/main" noGrp="1"/>
          </p:cNvSpPr>
          <p:nvPr/>
        </p:nvSpPr>
        <p:spPr>
          <a:xfrm xmlns:a="http://schemas.openxmlformats.org/drawingml/2006/main" rot="0" flipH="0" flipV="0">
            <a:off x="-353679" y="6063963"/>
            <a:ext cx="259687" cy="124906"/>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marL="0" marR="0" indent="0" algn="ctr" defTabSz="914400">
              <a:lnSpc>
                <a:spcPct val="110000"/>
              </a:lnSpc>
              <a:spcBef>
                <a:spcPts val="0"/>
              </a:spcBef>
              <a:spcAft>
                <a:spcPts val="1200"/>
              </a:spcAft>
              <a:buClrTx/>
              <a:buSzTx/>
              <a:buFont typeface="Arial"/>
              <a:buNone/>
            </a:pPr>
            <a:r>
              <a:rPr sz="800" b="0" i="0" u="none" strike="noStrike" cap="none" spc="0" baseline="0">
                <a:ln>
                  <a:noFill/>
                </a:ln>
                <a:solidFill>
                  <a:schemeClr val="accent6"/>
                </a:solidFill>
                <a:latin typeface="Arial"/>
                <a:ea typeface="Arial"/>
                <a:cs typeface="Arial"/>
              </a:rPr>
              <a:t>07,70</a:t>
            </a:r>
          </a:p>
        </p:txBody>
      </p:sp>
      <p:sp>
        <p:nvSpPr>
          <p:cNvPr id="73" name="Gerader Verbinder 72">
            <a:extLst xmlns:a="http://schemas.openxmlformats.org/drawingml/2006/main">
              <a:ext uri="{FF2B5EF4-FFF2-40B4-BE49-F238E27FC236}">
                <a16:creationId xmlns:a16="http://schemas.microsoft.com/office/drawing/2014/main" id="{B20DAB5B-1523-433D-B5DB-EFDBC0853B82}"/>
              </a:ext>
            </a:extLst>
          </p:cNvPr>
          <p:cNvSpPr>
            <a:spLocks xmlns:a="http://schemas.openxmlformats.org/drawingml/2006/main" noGrp="1"/>
          </p:cNvSpPr>
          <p:nvPr/>
        </p:nvSpPr>
        <p:spPr>
          <a:xfrm xmlns:a="http://schemas.openxmlformats.org/drawingml/2006/main" rot="0" flipH="0" flipV="0">
            <a:off x="-390525" y="6632575"/>
            <a:ext cx="333375" cy="0"/>
          </a:xfrm>
          <a:prstGeom xmlns:a="http://schemas.openxmlformats.org/drawingml/2006/main" prst="line">
            <a:avLst/>
          </a:prstGeom>
          <a:ln xmlns:a="http://schemas.openxmlformats.org/drawingml/2006/main">
            <a:solidFill>
              <a:schemeClr val="accent6"/>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74" name="Textfeld 73">
            <a:extLst xmlns:a="http://schemas.openxmlformats.org/drawingml/2006/main">
              <a:ext uri="{FF2B5EF4-FFF2-40B4-BE49-F238E27FC236}">
                <a16:creationId xmlns:a16="http://schemas.microsoft.com/office/drawing/2014/main" id="{DD5301F3-CDC0-4F62-A7F3-64DF1FAFB6C3}"/>
              </a:ext>
            </a:extLst>
          </p:cNvPr>
          <p:cNvSpPr>
            <a:spLocks xmlns:a="http://schemas.openxmlformats.org/drawingml/2006/main" noGrp="1"/>
          </p:cNvSpPr>
          <p:nvPr/>
        </p:nvSpPr>
        <p:spPr>
          <a:xfrm xmlns:a="http://schemas.openxmlformats.org/drawingml/2006/main" rot="0" flipH="0" flipV="0">
            <a:off x="-353678" y="6495763"/>
            <a:ext cx="259687" cy="124906"/>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marL="0" marR="0" indent="0" algn="ctr" defTabSz="914400">
              <a:lnSpc>
                <a:spcPct val="110000"/>
              </a:lnSpc>
              <a:spcBef>
                <a:spcPts val="0"/>
              </a:spcBef>
              <a:spcAft>
                <a:spcPts val="1200"/>
              </a:spcAft>
              <a:buClrTx/>
              <a:buSzTx/>
              <a:buFont typeface="Arial"/>
              <a:buNone/>
            </a:pPr>
            <a:r>
              <a:rPr sz="800" b="0" i="0" u="none" strike="noStrike" cap="none" spc="0" baseline="0">
                <a:ln>
                  <a:noFill/>
                </a:ln>
                <a:solidFill>
                  <a:schemeClr val="accent6"/>
                </a:solidFill>
                <a:latin typeface="Arial"/>
                <a:ea typeface="Arial"/>
                <a:cs typeface="Arial"/>
              </a:rPr>
              <a:t>08,90</a:t>
            </a:r>
          </a:p>
        </p:txBody>
      </p:sp>
      <p:sp>
        <p:nvSpPr>
          <p:cNvPr id="76" name="Gerader Verbinder 75">
            <a:extLst xmlns:a="http://schemas.openxmlformats.org/drawingml/2006/main">
              <a:ext uri="{FF2B5EF4-FFF2-40B4-BE49-F238E27FC236}">
                <a16:creationId xmlns:a16="http://schemas.microsoft.com/office/drawing/2014/main" id="{5AA58920-6392-4463-B1B5-ACB20C84F5E8}"/>
              </a:ext>
            </a:extLst>
          </p:cNvPr>
          <p:cNvSpPr>
            <a:spLocks xmlns:a="http://schemas.openxmlformats.org/drawingml/2006/main" noGrp="1"/>
          </p:cNvSpPr>
          <p:nvPr/>
        </p:nvSpPr>
        <p:spPr>
          <a:xfrm xmlns:a="http://schemas.openxmlformats.org/drawingml/2006/main" rot="0" flipH="0" flipV="0">
            <a:off x="281643" y="-162328"/>
            <a:ext cx="333375" cy="0"/>
          </a:xfrm>
          <a:prstGeom xmlns:a="http://schemas.openxmlformats.org/drawingml/2006/main" prst="line">
            <a:avLst/>
          </a:prstGeom>
          <a:ln xmlns:a="http://schemas.openxmlformats.org/drawingml/2006/main">
            <a:solidFill>
              <a:schemeClr val="accent6"/>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77" name="Textfeld 76">
            <a:extLst xmlns:a="http://schemas.openxmlformats.org/drawingml/2006/main">
              <a:ext uri="{FF2B5EF4-FFF2-40B4-BE49-F238E27FC236}">
                <a16:creationId xmlns:a16="http://schemas.microsoft.com/office/drawing/2014/main" id="{3F3FD432-7B0C-441D-887D-260F088129D6}"/>
              </a:ext>
            </a:extLst>
          </p:cNvPr>
          <p:cNvSpPr>
            <a:spLocks xmlns:a="http://schemas.openxmlformats.org/drawingml/2006/main" noGrp="1"/>
          </p:cNvSpPr>
          <p:nvPr/>
        </p:nvSpPr>
        <p:spPr>
          <a:xfrm xmlns:a="http://schemas.openxmlformats.org/drawingml/2006/main" rot="0" flipH="0" flipV="0">
            <a:off x="318486" y="-299136"/>
            <a:ext cx="259687" cy="124906"/>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marL="0" marR="0" indent="0" algn="ctr" defTabSz="914400">
              <a:lnSpc>
                <a:spcPct val="110000"/>
              </a:lnSpc>
              <a:spcBef>
                <a:spcPts val="0"/>
              </a:spcBef>
              <a:spcAft>
                <a:spcPts val="1200"/>
              </a:spcAft>
              <a:buClrTx/>
              <a:buSzTx/>
              <a:buFont typeface="Arial"/>
              <a:buNone/>
            </a:pPr>
            <a:r>
              <a:rPr sz="800" b="0" i="0" u="none" strike="noStrike" cap="none" spc="0" baseline="0">
                <a:ln>
                  <a:noFill/>
                </a:ln>
                <a:solidFill>
                  <a:schemeClr val="accent6"/>
                </a:solidFill>
                <a:latin typeface="Arial"/>
                <a:ea typeface="Arial"/>
                <a:cs typeface="Arial"/>
              </a:rPr>
              <a:t>15,50</a:t>
            </a:r>
          </a:p>
        </p:txBody>
      </p:sp>
      <p:sp>
        <p:nvSpPr>
          <p:cNvPr id="79" name="Gerader Verbinder 78">
            <a:extLst xmlns:a="http://schemas.openxmlformats.org/drawingml/2006/main">
              <a:ext uri="{FF2B5EF4-FFF2-40B4-BE49-F238E27FC236}">
                <a16:creationId xmlns:a16="http://schemas.microsoft.com/office/drawing/2014/main" id="{ECC468BB-EE89-49A8-8920-D0BD8FDCBCBA}"/>
              </a:ext>
            </a:extLst>
          </p:cNvPr>
          <p:cNvSpPr>
            <a:spLocks xmlns:a="http://schemas.openxmlformats.org/drawingml/2006/main" noGrp="1"/>
          </p:cNvSpPr>
          <p:nvPr/>
        </p:nvSpPr>
        <p:spPr>
          <a:xfrm xmlns:a="http://schemas.openxmlformats.org/drawingml/2006/main" rot="0" flipH="0" flipV="0">
            <a:off x="5752963" y="-162332"/>
            <a:ext cx="333375" cy="0"/>
          </a:xfrm>
          <a:prstGeom xmlns:a="http://schemas.openxmlformats.org/drawingml/2006/main" prst="line">
            <a:avLst/>
          </a:prstGeom>
          <a:ln xmlns:a="http://schemas.openxmlformats.org/drawingml/2006/main">
            <a:solidFill>
              <a:schemeClr val="accent6"/>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80" name="Textfeld 79">
            <a:extLst xmlns:a="http://schemas.openxmlformats.org/drawingml/2006/main">
              <a:ext uri="{FF2B5EF4-FFF2-40B4-BE49-F238E27FC236}">
                <a16:creationId xmlns:a16="http://schemas.microsoft.com/office/drawing/2014/main" id="{C15810B6-1DFF-43DE-849F-E24988A1AC21}"/>
              </a:ext>
            </a:extLst>
          </p:cNvPr>
          <p:cNvSpPr>
            <a:spLocks xmlns:a="http://schemas.openxmlformats.org/drawingml/2006/main" noGrp="1"/>
          </p:cNvSpPr>
          <p:nvPr/>
        </p:nvSpPr>
        <p:spPr>
          <a:xfrm xmlns:a="http://schemas.openxmlformats.org/drawingml/2006/main" rot="0" flipH="0" flipV="0">
            <a:off x="5789809" y="-299136"/>
            <a:ext cx="259687" cy="124906"/>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marL="0" marR="0" indent="0" algn="ctr" defTabSz="914400">
              <a:lnSpc>
                <a:spcPct val="110000"/>
              </a:lnSpc>
              <a:spcBef>
                <a:spcPts val="0"/>
              </a:spcBef>
              <a:spcAft>
                <a:spcPts val="1200"/>
              </a:spcAft>
              <a:buClrTx/>
              <a:buSzTx/>
              <a:buFont typeface="Arial"/>
              <a:buNone/>
            </a:pPr>
            <a:r>
              <a:rPr sz="800" b="0" i="0" u="none" strike="noStrike" cap="none" spc="0" baseline="0">
                <a:ln>
                  <a:noFill/>
                </a:ln>
                <a:solidFill>
                  <a:schemeClr val="accent6"/>
                </a:solidFill>
                <a:latin typeface="Arial"/>
                <a:ea typeface="Arial"/>
                <a:cs typeface="Arial"/>
              </a:rPr>
              <a:t>00,30</a:t>
            </a:r>
          </a:p>
        </p:txBody>
      </p:sp>
      <p:sp>
        <p:nvSpPr>
          <p:cNvPr id="82" name="Gerader Verbinder 81">
            <a:extLst xmlns:a="http://schemas.openxmlformats.org/drawingml/2006/main">
              <a:ext uri="{FF2B5EF4-FFF2-40B4-BE49-F238E27FC236}">
                <a16:creationId xmlns:a16="http://schemas.microsoft.com/office/drawing/2014/main" id="{1CDE2C7F-DEEE-4404-BEB5-A883AAB0432E}"/>
              </a:ext>
            </a:extLst>
          </p:cNvPr>
          <p:cNvSpPr>
            <a:spLocks xmlns:a="http://schemas.openxmlformats.org/drawingml/2006/main" noGrp="1"/>
          </p:cNvSpPr>
          <p:nvPr/>
        </p:nvSpPr>
        <p:spPr>
          <a:xfrm xmlns:a="http://schemas.openxmlformats.org/drawingml/2006/main" rot="16200000" flipH="0" flipV="0">
            <a:off x="6037263" y="-230736"/>
            <a:ext cx="333375" cy="0"/>
          </a:xfrm>
          <a:prstGeom xmlns:a="http://schemas.openxmlformats.org/drawingml/2006/main" prst="line">
            <a:avLst/>
          </a:prstGeom>
          <a:ln xmlns:a="http://schemas.openxmlformats.org/drawingml/2006/main">
            <a:solidFill>
              <a:schemeClr val="accent6"/>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83" name="Textfeld 82">
            <a:extLst xmlns:a="http://schemas.openxmlformats.org/drawingml/2006/main">
              <a:ext uri="{FF2B5EF4-FFF2-40B4-BE49-F238E27FC236}">
                <a16:creationId xmlns:a16="http://schemas.microsoft.com/office/drawing/2014/main" id="{92230FDE-430C-429C-A396-DFCEF2CE147E}"/>
              </a:ext>
            </a:extLst>
          </p:cNvPr>
          <p:cNvSpPr>
            <a:spLocks xmlns:a="http://schemas.openxmlformats.org/drawingml/2006/main" noGrp="1"/>
          </p:cNvSpPr>
          <p:nvPr/>
        </p:nvSpPr>
        <p:spPr>
          <a:xfrm xmlns:a="http://schemas.openxmlformats.org/drawingml/2006/main" rot="16200000" flipH="0" flipV="0">
            <a:off x="6136559" y="-293191"/>
            <a:ext cx="259687" cy="124906"/>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marL="0" marR="0" indent="0" algn="ctr" defTabSz="914400">
              <a:lnSpc>
                <a:spcPct val="110000"/>
              </a:lnSpc>
              <a:spcBef>
                <a:spcPts val="0"/>
              </a:spcBef>
              <a:spcAft>
                <a:spcPts val="1200"/>
              </a:spcAft>
              <a:buClrTx/>
              <a:buSzTx/>
              <a:buFont typeface="Arial"/>
              <a:buNone/>
            </a:pPr>
            <a:r>
              <a:rPr sz="800" b="0" i="0" u="none" strike="noStrike" cap="none" spc="0" baseline="0">
                <a:ln>
                  <a:noFill/>
                </a:ln>
                <a:solidFill>
                  <a:schemeClr val="accent6"/>
                </a:solidFill>
                <a:latin typeface="Arial"/>
                <a:ea typeface="Arial"/>
                <a:cs typeface="Arial"/>
              </a:rPr>
              <a:t>00,30</a:t>
            </a:r>
          </a:p>
        </p:txBody>
      </p:sp>
      <p:sp>
        <p:nvSpPr>
          <p:cNvPr id="84" name="Gerader Verbinder 83">
            <a:extLst xmlns:a="http://schemas.openxmlformats.org/drawingml/2006/main">
              <a:ext uri="{FF2B5EF4-FFF2-40B4-BE49-F238E27FC236}">
                <a16:creationId xmlns:a16="http://schemas.microsoft.com/office/drawing/2014/main" id="{EAA6F113-3EBC-405B-A864-F7EA72FAD75A}"/>
              </a:ext>
            </a:extLst>
          </p:cNvPr>
          <p:cNvSpPr>
            <a:spLocks xmlns:a="http://schemas.openxmlformats.org/drawingml/2006/main" noGrp="1"/>
          </p:cNvSpPr>
          <p:nvPr/>
        </p:nvSpPr>
        <p:spPr>
          <a:xfrm xmlns:a="http://schemas.openxmlformats.org/drawingml/2006/main" rot="16200000">
            <a:off x="5929313" y="-230736"/>
            <a:ext cx="333375" cy="0"/>
          </a:xfrm>
          <a:prstGeom xmlns:a="http://schemas.openxmlformats.org/drawingml/2006/main" prst="line">
            <a:avLst/>
          </a:prstGeom>
          <a:ln xmlns:a="http://schemas.openxmlformats.org/drawingml/2006/main">
            <a:solidFill>
              <a:schemeClr val="accent6"/>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86" name="Gerader Verbinder 85">
            <a:extLst xmlns:a="http://schemas.openxmlformats.org/drawingml/2006/main">
              <a:ext uri="{FF2B5EF4-FFF2-40B4-BE49-F238E27FC236}">
                <a16:creationId xmlns:a16="http://schemas.microsoft.com/office/drawing/2014/main" id="{BAC14D5C-986E-437D-9DD6-495EE966EA51}"/>
              </a:ext>
            </a:extLst>
          </p:cNvPr>
          <p:cNvSpPr>
            <a:spLocks xmlns:a="http://schemas.openxmlformats.org/drawingml/2006/main" noGrp="1"/>
          </p:cNvSpPr>
          <p:nvPr/>
        </p:nvSpPr>
        <p:spPr>
          <a:xfrm xmlns:a="http://schemas.openxmlformats.org/drawingml/2006/main" rot="0" flipH="0" flipV="0">
            <a:off x="11447325" y="-162339"/>
            <a:ext cx="333375" cy="0"/>
          </a:xfrm>
          <a:prstGeom xmlns:a="http://schemas.openxmlformats.org/drawingml/2006/main" prst="line">
            <a:avLst/>
          </a:prstGeom>
          <a:ln xmlns:a="http://schemas.openxmlformats.org/drawingml/2006/main">
            <a:solidFill>
              <a:schemeClr val="accent6"/>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87" name="Textfeld 86">
            <a:extLst xmlns:a="http://schemas.openxmlformats.org/drawingml/2006/main">
              <a:ext uri="{FF2B5EF4-FFF2-40B4-BE49-F238E27FC236}">
                <a16:creationId xmlns:a16="http://schemas.microsoft.com/office/drawing/2014/main" id="{0027A521-04C3-4807-A55B-38087BBBA705}"/>
              </a:ext>
            </a:extLst>
          </p:cNvPr>
          <p:cNvSpPr>
            <a:spLocks xmlns:a="http://schemas.openxmlformats.org/drawingml/2006/main" noGrp="1"/>
          </p:cNvSpPr>
          <p:nvPr/>
        </p:nvSpPr>
        <p:spPr>
          <a:xfrm xmlns:a="http://schemas.openxmlformats.org/drawingml/2006/main" rot="0" flipH="0" flipV="0">
            <a:off x="11484174" y="-299139"/>
            <a:ext cx="259687" cy="124906"/>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marL="0" marR="0" indent="0" algn="ctr" defTabSz="914400">
              <a:lnSpc>
                <a:spcPct val="110000"/>
              </a:lnSpc>
              <a:spcBef>
                <a:spcPts val="0"/>
              </a:spcBef>
              <a:spcAft>
                <a:spcPts val="1200"/>
              </a:spcAft>
              <a:buClrTx/>
              <a:buSzTx/>
              <a:buFont typeface="Arial"/>
              <a:buNone/>
            </a:pPr>
            <a:r>
              <a:rPr sz="800" b="0" i="0" u="none" strike="noStrike" cap="none" spc="0" baseline="0">
                <a:ln>
                  <a:noFill/>
                </a:ln>
                <a:solidFill>
                  <a:schemeClr val="accent6"/>
                </a:solidFill>
                <a:latin typeface="Arial"/>
                <a:ea typeface="Arial"/>
                <a:cs typeface="Arial"/>
              </a:rPr>
              <a:t>15,50</a:t>
            </a:r>
          </a:p>
        </p:txBody>
      </p:sp>
      <p:sp>
        <p:nvSpPr>
          <p:cNvPr id="140" name="Freihandform: Form 139">
            <a:extLst xmlns:a="http://schemas.openxmlformats.org/drawingml/2006/main">
              <a:ext uri="{FF2B5EF4-FFF2-40B4-BE49-F238E27FC236}">
                <a16:creationId xmlns:a16="http://schemas.microsoft.com/office/drawing/2014/main" id="{437E43AF-FE61-4974-AF5C-89AC3C8150FD}"/>
              </a:ext>
            </a:extLst>
          </p:cNvPr>
          <p:cNvSpPr>
            <a:spLocks xmlns:a="http://schemas.openxmlformats.org/drawingml/2006/main" noGrp="1"/>
          </p:cNvSpPr>
          <p:nvPr/>
        </p:nvSpPr>
        <p:spPr>
          <a:xfrm xmlns:a="http://schemas.openxmlformats.org/drawingml/2006/main" rot="0" flipH="0" flipV="0">
            <a:off x="519195" y="299293"/>
            <a:ext cx="71989" cy="114475"/>
          </a:xfrm>
          <a:custGeom xmlns:a="http://schemas.openxmlformats.org/drawingml/2006/main">
            <a:gdLst>
              <a:gd name="connsiteX0" fmla="*/ 232410 w 232409"/>
              <a:gd name="connsiteY0" fmla="*/ 60960 h 369569"/>
              <a:gd name="connsiteX1" fmla="*/ 65723 w 232409"/>
              <a:gd name="connsiteY1" fmla="*/ 60960 h 369569"/>
              <a:gd name="connsiteX2" fmla="*/ 65723 w 232409"/>
              <a:gd name="connsiteY2" fmla="*/ 152400 h 369569"/>
              <a:gd name="connsiteX3" fmla="*/ 189547 w 232409"/>
              <a:gd name="connsiteY3" fmla="*/ 152400 h 369569"/>
              <a:gd name="connsiteX4" fmla="*/ 189547 w 232409"/>
              <a:gd name="connsiteY4" fmla="*/ 212408 h 369569"/>
              <a:gd name="connsiteX5" fmla="*/ 65723 w 232409"/>
              <a:gd name="connsiteY5" fmla="*/ 212408 h 369569"/>
              <a:gd name="connsiteX6" fmla="*/ 65723 w 232409"/>
              <a:gd name="connsiteY6" fmla="*/ 369570 h 369569"/>
              <a:gd name="connsiteX7" fmla="*/ 0 w 232409"/>
              <a:gd name="connsiteY7" fmla="*/ 369570 h 369569"/>
              <a:gd name="connsiteX8" fmla="*/ 0 w 232409"/>
              <a:gd name="connsiteY8" fmla="*/ 0 h 369569"/>
              <a:gd name="connsiteX9" fmla="*/ 231458 w 232409"/>
              <a:gd name="connsiteY9" fmla="*/ 0 h 369569"/>
              <a:gd name="connsiteX10" fmla="*/ 231458 w 232409"/>
              <a:gd name="connsiteY10" fmla="*/ 60960 h 369569"/>
            </a:gdLst>
            <a:rect l="l" t="t" r="r" b="b"/>
            <a:pathLst>
              <a:path w="232409" h="369569">
                <a:moveTo>
                  <a:pt x="232410" y="60960"/>
                </a:moveTo>
                <a:lnTo>
                  <a:pt x="65723" y="60960"/>
                </a:lnTo>
                <a:lnTo>
                  <a:pt x="65723" y="152400"/>
                </a:lnTo>
                <a:lnTo>
                  <a:pt x="189547" y="152400"/>
                </a:lnTo>
                <a:lnTo>
                  <a:pt x="189547" y="212408"/>
                </a:lnTo>
                <a:lnTo>
                  <a:pt x="65723" y="212408"/>
                </a:lnTo>
                <a:lnTo>
                  <a:pt x="65723" y="369570"/>
                </a:lnTo>
                <a:lnTo>
                  <a:pt x="0" y="369570"/>
                </a:lnTo>
                <a:lnTo>
                  <a:pt x="0" y="0"/>
                </a:lnTo>
                <a:lnTo>
                  <a:pt x="231458" y="0"/>
                </a:lnTo>
                <a:lnTo>
                  <a:pt x="231458" y="60960"/>
                </a:lnTo>
                <a:close/>
              </a:path>
            </a:pathLst>
          </a:custGeom>
          <a:solidFill xmlns:a="http://schemas.openxmlformats.org/drawingml/2006/main">
            <a:srgbClr val="041E42"/>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41" name="Freihandform: Form 140">
            <a:extLst xmlns:a="http://schemas.openxmlformats.org/drawingml/2006/main">
              <a:ext uri="{FF2B5EF4-FFF2-40B4-BE49-F238E27FC236}">
                <a16:creationId xmlns:a16="http://schemas.microsoft.com/office/drawing/2014/main" id="{B5C643AC-A2D8-483C-9099-467ED404B78A}"/>
              </a:ext>
            </a:extLst>
          </p:cNvPr>
          <p:cNvSpPr>
            <a:spLocks xmlns:a="http://schemas.openxmlformats.org/drawingml/2006/main" noGrp="1"/>
          </p:cNvSpPr>
          <p:nvPr/>
        </p:nvSpPr>
        <p:spPr>
          <a:xfrm xmlns:a="http://schemas.openxmlformats.org/drawingml/2006/main" rot="0" flipH="0" flipV="0">
            <a:off x="602397" y="329016"/>
            <a:ext cx="49567" cy="84456"/>
          </a:xfrm>
          <a:custGeom xmlns:a="http://schemas.openxmlformats.org/drawingml/2006/main">
            <a:gdLst>
              <a:gd name="connsiteX0" fmla="*/ 160020 w 160020"/>
              <a:gd name="connsiteY0" fmla="*/ 5005 h 272657"/>
              <a:gd name="connsiteX1" fmla="*/ 150495 w 160020"/>
              <a:gd name="connsiteY1" fmla="*/ 68823 h 272657"/>
              <a:gd name="connsiteX2" fmla="*/ 116205 w 160020"/>
              <a:gd name="connsiteY2" fmla="*/ 60250 h 272657"/>
              <a:gd name="connsiteX3" fmla="*/ 61913 w 160020"/>
              <a:gd name="connsiteY3" fmla="*/ 135498 h 272657"/>
              <a:gd name="connsiteX4" fmla="*/ 61913 w 160020"/>
              <a:gd name="connsiteY4" fmla="*/ 272658 h 272657"/>
              <a:gd name="connsiteX5" fmla="*/ 0 w 160020"/>
              <a:gd name="connsiteY5" fmla="*/ 272658 h 272657"/>
              <a:gd name="connsiteX6" fmla="*/ 0 w 160020"/>
              <a:gd name="connsiteY6" fmla="*/ 5958 h 272657"/>
              <a:gd name="connsiteX7" fmla="*/ 60960 w 160020"/>
              <a:gd name="connsiteY7" fmla="*/ 5958 h 272657"/>
              <a:gd name="connsiteX8" fmla="*/ 60960 w 160020"/>
              <a:gd name="connsiteY8" fmla="*/ 40248 h 272657"/>
              <a:gd name="connsiteX9" fmla="*/ 61913 w 160020"/>
              <a:gd name="connsiteY9" fmla="*/ 40248 h 272657"/>
              <a:gd name="connsiteX10" fmla="*/ 131445 w 160020"/>
              <a:gd name="connsiteY10" fmla="*/ 243 h 272657"/>
              <a:gd name="connsiteX11" fmla="*/ 160020 w 160020"/>
              <a:gd name="connsiteY11" fmla="*/ 5005 h 272657"/>
            </a:gdLst>
            <a:rect l="l" t="t" r="r" b="b"/>
            <a:pathLst>
              <a:path w="160020" h="272657">
                <a:moveTo>
                  <a:pt x="160020" y="5005"/>
                </a:moveTo>
                <a:lnTo>
                  <a:pt x="150495" y="68823"/>
                </a:lnTo>
                <a:cubicBezTo>
                  <a:pt x="140970" y="64060"/>
                  <a:pt x="129540" y="60250"/>
                  <a:pt x="116205" y="60250"/>
                </a:cubicBezTo>
                <a:cubicBezTo>
                  <a:pt x="73342"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7" y="-710"/>
                  <a:pt x="150495" y="1195"/>
                  <a:pt x="160020" y="5005"/>
                </a:cubicBezTo>
                <a:close/>
              </a:path>
            </a:pathLst>
          </a:custGeom>
          <a:solidFill xmlns:a="http://schemas.openxmlformats.org/drawingml/2006/main">
            <a:srgbClr val="041E42"/>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42" name="Freihandform: Form 141">
            <a:extLst xmlns:a="http://schemas.openxmlformats.org/drawingml/2006/main">
              <a:ext uri="{FF2B5EF4-FFF2-40B4-BE49-F238E27FC236}">
                <a16:creationId xmlns:a16="http://schemas.microsoft.com/office/drawing/2014/main" id="{DC1A9518-9882-4BEE-9042-98771FD22461}"/>
              </a:ext>
            </a:extLst>
          </p:cNvPr>
          <p:cNvSpPr>
            <a:spLocks xmlns:a="http://schemas.openxmlformats.org/drawingml/2006/main" noGrp="1"/>
          </p:cNvSpPr>
          <p:nvPr/>
        </p:nvSpPr>
        <p:spPr>
          <a:xfrm xmlns:a="http://schemas.openxmlformats.org/drawingml/2006/main" rot="0" flipH="0" flipV="0">
            <a:off x="665831" y="294277"/>
            <a:ext cx="24488" cy="119196"/>
          </a:xfrm>
          <a:custGeom xmlns:a="http://schemas.openxmlformats.org/drawingml/2006/main">
            <a:gdLst>
              <a:gd name="connsiteX0" fmla="*/ 79058 w 79057"/>
              <a:gd name="connsiteY0" fmla="*/ 38100 h 384810"/>
              <a:gd name="connsiteX1" fmla="*/ 39052 w 79057"/>
              <a:gd name="connsiteY1" fmla="*/ 76200 h 384810"/>
              <a:gd name="connsiteX2" fmla="*/ 0 w 79057"/>
              <a:gd name="connsiteY2" fmla="*/ 38100 h 384810"/>
              <a:gd name="connsiteX3" fmla="*/ 39052 w 79057"/>
              <a:gd name="connsiteY3" fmla="*/ 0 h 384810"/>
              <a:gd name="connsiteX4" fmla="*/ 79058 w 79057"/>
              <a:gd name="connsiteY4" fmla="*/ 38100 h 384810"/>
              <a:gd name="connsiteX5" fmla="*/ 70485 w 79057"/>
              <a:gd name="connsiteY5" fmla="*/ 384810 h 384810"/>
              <a:gd name="connsiteX6" fmla="*/ 8573 w 79057"/>
              <a:gd name="connsiteY6" fmla="*/ 384810 h 384810"/>
              <a:gd name="connsiteX7" fmla="*/ 8573 w 79057"/>
              <a:gd name="connsiteY7" fmla="*/ 118110 h 384810"/>
              <a:gd name="connsiteX8" fmla="*/ 70485 w 79057"/>
              <a:gd name="connsiteY8" fmla="*/ 118110 h 384810"/>
              <a:gd name="connsiteX9" fmla="*/ 70485 w 79057"/>
              <a:gd name="connsiteY9" fmla="*/ 384810 h 384810"/>
            </a:gdLst>
            <a:rect l="l" t="t" r="r" b="b"/>
            <a:pathLst>
              <a:path w="79057" h="384810">
                <a:moveTo>
                  <a:pt x="79058" y="38100"/>
                </a:moveTo>
                <a:cubicBezTo>
                  <a:pt x="79058" y="60007"/>
                  <a:pt x="60960" y="76200"/>
                  <a:pt x="39052" y="76200"/>
                </a:cubicBezTo>
                <a:cubicBezTo>
                  <a:pt x="17145" y="76200"/>
                  <a:pt x="0" y="60960"/>
                  <a:pt x="0" y="38100"/>
                </a:cubicBezTo>
                <a:cubicBezTo>
                  <a:pt x="0" y="16193"/>
                  <a:pt x="18098" y="0"/>
                  <a:pt x="39052" y="0"/>
                </a:cubicBezTo>
                <a:cubicBezTo>
                  <a:pt x="60960" y="0"/>
                  <a:pt x="79058" y="16193"/>
                  <a:pt x="79058" y="38100"/>
                </a:cubicBezTo>
                <a:close/>
                <a:moveTo>
                  <a:pt x="70485" y="384810"/>
                </a:moveTo>
                <a:lnTo>
                  <a:pt x="8573" y="384810"/>
                </a:lnTo>
                <a:lnTo>
                  <a:pt x="8573" y="118110"/>
                </a:lnTo>
                <a:lnTo>
                  <a:pt x="70485" y="118110"/>
                </a:lnTo>
                <a:lnTo>
                  <a:pt x="70485" y="384810"/>
                </a:lnTo>
                <a:close/>
              </a:path>
            </a:pathLst>
          </a:custGeom>
          <a:solidFill xmlns:a="http://schemas.openxmlformats.org/drawingml/2006/main">
            <a:srgbClr val="041E42"/>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43" name="Freihandform: Form 142">
            <a:extLst xmlns:a="http://schemas.openxmlformats.org/drawingml/2006/main">
              <a:ext uri="{FF2B5EF4-FFF2-40B4-BE49-F238E27FC236}">
                <a16:creationId xmlns:a16="http://schemas.microsoft.com/office/drawing/2014/main" id="{CB6A9836-D16F-4BD4-B96F-43DCD4A1ADD1}"/>
              </a:ext>
            </a:extLst>
          </p:cNvPr>
          <p:cNvSpPr>
            <a:spLocks xmlns:a="http://schemas.openxmlformats.org/drawingml/2006/main" noGrp="1"/>
          </p:cNvSpPr>
          <p:nvPr/>
        </p:nvSpPr>
        <p:spPr>
          <a:xfrm xmlns:a="http://schemas.openxmlformats.org/drawingml/2006/main" rot="0" flipH="0" flipV="0">
            <a:off x="708022" y="329092"/>
            <a:ext cx="75235" cy="86446"/>
          </a:xfrm>
          <a:custGeom xmlns:a="http://schemas.openxmlformats.org/drawingml/2006/main">
            <a:gdLst>
              <a:gd name="connsiteX0" fmla="*/ 132397 w 242887"/>
              <a:gd name="connsiteY0" fmla="*/ 279083 h 279082"/>
              <a:gd name="connsiteX1" fmla="*/ 0 w 242887"/>
              <a:gd name="connsiteY1" fmla="*/ 139065 h 279082"/>
              <a:gd name="connsiteX2" fmla="*/ 124777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7 w 242887"/>
              <a:gd name="connsiteY6" fmla="*/ 225743 h 279082"/>
              <a:gd name="connsiteX7" fmla="*/ 198120 w 242887"/>
              <a:gd name="connsiteY7" fmla="*/ 194310 h 279082"/>
              <a:gd name="connsiteX8" fmla="*/ 237172 w 242887"/>
              <a:gd name="connsiteY8" fmla="*/ 235268 h 279082"/>
              <a:gd name="connsiteX9" fmla="*/ 132397 w 242887"/>
              <a:gd name="connsiteY9" fmla="*/ 279083 h 279082"/>
              <a:gd name="connsiteX10" fmla="*/ 61913 w 242887"/>
              <a:gd name="connsiteY10" fmla="*/ 115253 h 279082"/>
              <a:gd name="connsiteX11" fmla="*/ 182880 w 242887"/>
              <a:gd name="connsiteY11" fmla="*/ 115253 h 279082"/>
              <a:gd name="connsiteX12" fmla="*/ 123825 w 242887"/>
              <a:gd name="connsiteY12" fmla="*/ 50482 h 279082"/>
              <a:gd name="connsiteX13" fmla="*/ 61913 w 242887"/>
              <a:gd name="connsiteY13" fmla="*/ 115253 h 279082"/>
            </a:gdLst>
            <a:rect l="l" t="t" r="r" b="b"/>
            <a:pathLst>
              <a:path w="242887" h="279082">
                <a:moveTo>
                  <a:pt x="132397" y="279083"/>
                </a:moveTo>
                <a:cubicBezTo>
                  <a:pt x="53340" y="279083"/>
                  <a:pt x="0" y="222885"/>
                  <a:pt x="0" y="139065"/>
                </a:cubicBezTo>
                <a:cubicBezTo>
                  <a:pt x="0" y="56197"/>
                  <a:pt x="50482" y="0"/>
                  <a:pt x="124777" y="0"/>
                </a:cubicBezTo>
                <a:cubicBezTo>
                  <a:pt x="196215" y="0"/>
                  <a:pt x="242888" y="53340"/>
                  <a:pt x="242888" y="135255"/>
                </a:cubicBezTo>
                <a:cubicBezTo>
                  <a:pt x="242888" y="143828"/>
                  <a:pt x="241935" y="153353"/>
                  <a:pt x="241935" y="160972"/>
                </a:cubicBezTo>
                <a:lnTo>
                  <a:pt x="62865" y="160972"/>
                </a:lnTo>
                <a:cubicBezTo>
                  <a:pt x="69532" y="201930"/>
                  <a:pt x="94297" y="225743"/>
                  <a:pt x="132397" y="225743"/>
                </a:cubicBezTo>
                <a:cubicBezTo>
                  <a:pt x="157163" y="225743"/>
                  <a:pt x="177165" y="216218"/>
                  <a:pt x="198120" y="194310"/>
                </a:cubicBezTo>
                <a:lnTo>
                  <a:pt x="237172" y="235268"/>
                </a:lnTo>
                <a:cubicBezTo>
                  <a:pt x="206692" y="264795"/>
                  <a:pt x="172402" y="279083"/>
                  <a:pt x="132397" y="279083"/>
                </a:cubicBezTo>
                <a:close/>
                <a:moveTo>
                  <a:pt x="61913" y="115253"/>
                </a:moveTo>
                <a:lnTo>
                  <a:pt x="182880" y="115253"/>
                </a:lnTo>
                <a:cubicBezTo>
                  <a:pt x="180022" y="74295"/>
                  <a:pt x="159067" y="50482"/>
                  <a:pt x="123825" y="50482"/>
                </a:cubicBezTo>
                <a:cubicBezTo>
                  <a:pt x="89535" y="50482"/>
                  <a:pt x="67627" y="74295"/>
                  <a:pt x="61913" y="115253"/>
                </a:cubicBezTo>
                <a:close/>
              </a:path>
            </a:pathLst>
          </a:custGeom>
          <a:solidFill xmlns:a="http://schemas.openxmlformats.org/drawingml/2006/main">
            <a:srgbClr val="041E42"/>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44" name="Freihandform: Form 143">
            <a:extLst xmlns:a="http://schemas.openxmlformats.org/drawingml/2006/main">
              <a:ext uri="{FF2B5EF4-FFF2-40B4-BE49-F238E27FC236}">
                <a16:creationId xmlns:a16="http://schemas.microsoft.com/office/drawing/2014/main" id="{ABBE1A7C-C42E-43DA-AC68-19B53213BFEA}"/>
              </a:ext>
            </a:extLst>
          </p:cNvPr>
          <p:cNvSpPr>
            <a:spLocks xmlns:a="http://schemas.openxmlformats.org/drawingml/2006/main" noGrp="1"/>
          </p:cNvSpPr>
          <p:nvPr/>
        </p:nvSpPr>
        <p:spPr>
          <a:xfrm xmlns:a="http://schemas.openxmlformats.org/drawingml/2006/main" rot="0" flipH="0" flipV="0">
            <a:off x="800370" y="293096"/>
            <a:ext cx="77005" cy="122736"/>
          </a:xfrm>
          <a:custGeom xmlns:a="http://schemas.openxmlformats.org/drawingml/2006/main">
            <a:gdLst>
              <a:gd name="connsiteX0" fmla="*/ 0 w 248602"/>
              <a:gd name="connsiteY0" fmla="*/ 255270 h 396239"/>
              <a:gd name="connsiteX1" fmla="*/ 108585 w 248602"/>
              <a:gd name="connsiteY1" fmla="*/ 116205 h 396239"/>
              <a:gd name="connsiteX2" fmla="*/ 185738 w 248602"/>
              <a:gd name="connsiteY2" fmla="*/ 152400 h 396239"/>
              <a:gd name="connsiteX3" fmla="*/ 186690 w 248602"/>
              <a:gd name="connsiteY3" fmla="*/ 152400 h 396239"/>
              <a:gd name="connsiteX4" fmla="*/ 186690 w 248602"/>
              <a:gd name="connsiteY4" fmla="*/ 15240 h 396239"/>
              <a:gd name="connsiteX5" fmla="*/ 248602 w 248602"/>
              <a:gd name="connsiteY5" fmla="*/ 0 h 396239"/>
              <a:gd name="connsiteX6" fmla="*/ 248602 w 248602"/>
              <a:gd name="connsiteY6" fmla="*/ 389573 h 396239"/>
              <a:gd name="connsiteX7" fmla="*/ 187642 w 248602"/>
              <a:gd name="connsiteY7" fmla="*/ 389573 h 396239"/>
              <a:gd name="connsiteX8" fmla="*/ 187642 w 248602"/>
              <a:gd name="connsiteY8" fmla="*/ 358140 h 396239"/>
              <a:gd name="connsiteX9" fmla="*/ 186690 w 248602"/>
              <a:gd name="connsiteY9" fmla="*/ 358140 h 396239"/>
              <a:gd name="connsiteX10" fmla="*/ 106680 w 248602"/>
              <a:gd name="connsiteY10" fmla="*/ 396240 h 396239"/>
              <a:gd name="connsiteX11" fmla="*/ 0 w 248602"/>
              <a:gd name="connsiteY11" fmla="*/ 255270 h 396239"/>
              <a:gd name="connsiteX12" fmla="*/ 60960 w 248602"/>
              <a:gd name="connsiteY12" fmla="*/ 255270 h 396239"/>
              <a:gd name="connsiteX13" fmla="*/ 122872 w 248602"/>
              <a:gd name="connsiteY13" fmla="*/ 340995 h 396239"/>
              <a:gd name="connsiteX14" fmla="*/ 186690 w 248602"/>
              <a:gd name="connsiteY14" fmla="*/ 305753 h 396239"/>
              <a:gd name="connsiteX15" fmla="*/ 186690 w 248602"/>
              <a:gd name="connsiteY15" fmla="*/ 207645 h 396239"/>
              <a:gd name="connsiteX16" fmla="*/ 122872 w 248602"/>
              <a:gd name="connsiteY16" fmla="*/ 172402 h 396239"/>
              <a:gd name="connsiteX17" fmla="*/ 60960 w 248602"/>
              <a:gd name="connsiteY17" fmla="*/ 255270 h 396239"/>
            </a:gdLst>
            <a:rect l="l" t="t" r="r" b="b"/>
            <a:pathLst>
              <a:path w="248602" h="396239">
                <a:moveTo>
                  <a:pt x="0" y="255270"/>
                </a:moveTo>
                <a:cubicBezTo>
                  <a:pt x="0" y="169545"/>
                  <a:pt x="43815" y="116205"/>
                  <a:pt x="108585" y="116205"/>
                </a:cubicBezTo>
                <a:cubicBezTo>
                  <a:pt x="141922" y="116205"/>
                  <a:pt x="168592" y="130493"/>
                  <a:pt x="185738" y="152400"/>
                </a:cubicBezTo>
                <a:lnTo>
                  <a:pt x="186690" y="152400"/>
                </a:lnTo>
                <a:lnTo>
                  <a:pt x="186690" y="15240"/>
                </a:lnTo>
                <a:lnTo>
                  <a:pt x="248602" y="0"/>
                </a:lnTo>
                <a:lnTo>
                  <a:pt x="248602" y="389573"/>
                </a:lnTo>
                <a:lnTo>
                  <a:pt x="187642" y="389573"/>
                </a:lnTo>
                <a:lnTo>
                  <a:pt x="187642" y="358140"/>
                </a:lnTo>
                <a:lnTo>
                  <a:pt x="186690" y="358140"/>
                </a:lnTo>
                <a:cubicBezTo>
                  <a:pt x="167640" y="381953"/>
                  <a:pt x="140017" y="396240"/>
                  <a:pt x="106680" y="396240"/>
                </a:cubicBezTo>
                <a:cubicBezTo>
                  <a:pt x="43815" y="395288"/>
                  <a:pt x="0" y="340995"/>
                  <a:pt x="0" y="255270"/>
                </a:cubicBezTo>
                <a:close/>
                <a:moveTo>
                  <a:pt x="60960" y="255270"/>
                </a:moveTo>
                <a:cubicBezTo>
                  <a:pt x="60960" y="309563"/>
                  <a:pt x="83820" y="340995"/>
                  <a:pt x="122872" y="340995"/>
                </a:cubicBezTo>
                <a:cubicBezTo>
                  <a:pt x="146685" y="340995"/>
                  <a:pt x="166688" y="329565"/>
                  <a:pt x="186690" y="305753"/>
                </a:cubicBezTo>
                <a:lnTo>
                  <a:pt x="186690" y="207645"/>
                </a:lnTo>
                <a:cubicBezTo>
                  <a:pt x="168592" y="183833"/>
                  <a:pt x="148590" y="172402"/>
                  <a:pt x="122872" y="172402"/>
                </a:cubicBezTo>
                <a:cubicBezTo>
                  <a:pt x="82867" y="172402"/>
                  <a:pt x="60960" y="201930"/>
                  <a:pt x="60960" y="255270"/>
                </a:cubicBezTo>
                <a:close/>
              </a:path>
            </a:pathLst>
          </a:custGeom>
          <a:solidFill xmlns:a="http://schemas.openxmlformats.org/drawingml/2006/main">
            <a:srgbClr val="041E42"/>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45" name="Freihandform: Form 144">
            <a:extLst xmlns:a="http://schemas.openxmlformats.org/drawingml/2006/main">
              <a:ext uri="{FF2B5EF4-FFF2-40B4-BE49-F238E27FC236}">
                <a16:creationId xmlns:a16="http://schemas.microsoft.com/office/drawing/2014/main" id="{36C1CDBB-E0C9-4C76-AEE4-24D676B22582}"/>
              </a:ext>
            </a:extLst>
          </p:cNvPr>
          <p:cNvSpPr>
            <a:spLocks xmlns:a="http://schemas.openxmlformats.org/drawingml/2006/main" noGrp="1"/>
          </p:cNvSpPr>
          <p:nvPr/>
        </p:nvSpPr>
        <p:spPr>
          <a:xfrm xmlns:a="http://schemas.openxmlformats.org/drawingml/2006/main" rot="0" flipH="0" flipV="0">
            <a:off x="903044" y="329016"/>
            <a:ext cx="49567" cy="84456"/>
          </a:xfrm>
          <a:custGeom xmlns:a="http://schemas.openxmlformats.org/drawingml/2006/main">
            <a:gdLst>
              <a:gd name="connsiteX0" fmla="*/ 160020 w 160020"/>
              <a:gd name="connsiteY0" fmla="*/ 5005 h 272657"/>
              <a:gd name="connsiteX1" fmla="*/ 150495 w 160020"/>
              <a:gd name="connsiteY1" fmla="*/ 68823 h 272657"/>
              <a:gd name="connsiteX2" fmla="*/ 116205 w 160020"/>
              <a:gd name="connsiteY2" fmla="*/ 60250 h 272657"/>
              <a:gd name="connsiteX3" fmla="*/ 61913 w 160020"/>
              <a:gd name="connsiteY3" fmla="*/ 135498 h 272657"/>
              <a:gd name="connsiteX4" fmla="*/ 61913 w 160020"/>
              <a:gd name="connsiteY4" fmla="*/ 272658 h 272657"/>
              <a:gd name="connsiteX5" fmla="*/ 0 w 160020"/>
              <a:gd name="connsiteY5" fmla="*/ 272658 h 272657"/>
              <a:gd name="connsiteX6" fmla="*/ 0 w 160020"/>
              <a:gd name="connsiteY6" fmla="*/ 5958 h 272657"/>
              <a:gd name="connsiteX7" fmla="*/ 60960 w 160020"/>
              <a:gd name="connsiteY7" fmla="*/ 5958 h 272657"/>
              <a:gd name="connsiteX8" fmla="*/ 60960 w 160020"/>
              <a:gd name="connsiteY8" fmla="*/ 40248 h 272657"/>
              <a:gd name="connsiteX9" fmla="*/ 61913 w 160020"/>
              <a:gd name="connsiteY9" fmla="*/ 40248 h 272657"/>
              <a:gd name="connsiteX10" fmla="*/ 131445 w 160020"/>
              <a:gd name="connsiteY10" fmla="*/ 243 h 272657"/>
              <a:gd name="connsiteX11" fmla="*/ 160020 w 160020"/>
              <a:gd name="connsiteY11" fmla="*/ 5005 h 272657"/>
            </a:gdLst>
            <a:rect l="l" t="t" r="r" b="b"/>
            <a:pathLst>
              <a:path w="160020" h="272657">
                <a:moveTo>
                  <a:pt x="160020" y="5005"/>
                </a:moveTo>
                <a:lnTo>
                  <a:pt x="150495" y="68823"/>
                </a:lnTo>
                <a:cubicBezTo>
                  <a:pt x="140970" y="64060"/>
                  <a:pt x="129540" y="60250"/>
                  <a:pt x="116205" y="60250"/>
                </a:cubicBezTo>
                <a:cubicBezTo>
                  <a:pt x="73343"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8" y="-710"/>
                  <a:pt x="150495" y="1195"/>
                  <a:pt x="160020" y="5005"/>
                </a:cubicBezTo>
                <a:close/>
              </a:path>
            </a:pathLst>
          </a:custGeom>
          <a:solidFill xmlns:a="http://schemas.openxmlformats.org/drawingml/2006/main">
            <a:srgbClr val="041E42"/>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46" name="Freihandform: Form 145">
            <a:extLst xmlns:a="http://schemas.openxmlformats.org/drawingml/2006/main">
              <a:ext uri="{FF2B5EF4-FFF2-40B4-BE49-F238E27FC236}">
                <a16:creationId xmlns:a16="http://schemas.microsoft.com/office/drawing/2014/main" id="{867D40B8-3DC0-48CD-8C10-83ACD74CC070}"/>
              </a:ext>
            </a:extLst>
          </p:cNvPr>
          <p:cNvSpPr>
            <a:spLocks xmlns:a="http://schemas.openxmlformats.org/drawingml/2006/main" noGrp="1"/>
          </p:cNvSpPr>
          <p:nvPr/>
        </p:nvSpPr>
        <p:spPr>
          <a:xfrm xmlns:a="http://schemas.openxmlformats.org/drawingml/2006/main" rot="0" flipH="0" flipV="0">
            <a:off x="966184" y="294277"/>
            <a:ext cx="24488" cy="119196"/>
          </a:xfrm>
          <a:custGeom xmlns:a="http://schemas.openxmlformats.org/drawingml/2006/main">
            <a:gdLst>
              <a:gd name="connsiteX0" fmla="*/ 79058 w 79057"/>
              <a:gd name="connsiteY0" fmla="*/ 38100 h 384810"/>
              <a:gd name="connsiteX1" fmla="*/ 39052 w 79057"/>
              <a:gd name="connsiteY1" fmla="*/ 76200 h 384810"/>
              <a:gd name="connsiteX2" fmla="*/ 0 w 79057"/>
              <a:gd name="connsiteY2" fmla="*/ 38100 h 384810"/>
              <a:gd name="connsiteX3" fmla="*/ 39052 w 79057"/>
              <a:gd name="connsiteY3" fmla="*/ 0 h 384810"/>
              <a:gd name="connsiteX4" fmla="*/ 79058 w 79057"/>
              <a:gd name="connsiteY4" fmla="*/ 38100 h 384810"/>
              <a:gd name="connsiteX5" fmla="*/ 71438 w 79057"/>
              <a:gd name="connsiteY5" fmla="*/ 384810 h 384810"/>
              <a:gd name="connsiteX6" fmla="*/ 9525 w 79057"/>
              <a:gd name="connsiteY6" fmla="*/ 384810 h 384810"/>
              <a:gd name="connsiteX7" fmla="*/ 9525 w 79057"/>
              <a:gd name="connsiteY7" fmla="*/ 118110 h 384810"/>
              <a:gd name="connsiteX8" fmla="*/ 71438 w 79057"/>
              <a:gd name="connsiteY8" fmla="*/ 118110 h 384810"/>
              <a:gd name="connsiteX9" fmla="*/ 71438 w 79057"/>
              <a:gd name="connsiteY9" fmla="*/ 384810 h 384810"/>
            </a:gdLst>
            <a:rect l="l" t="t" r="r" b="b"/>
            <a:pathLst>
              <a:path w="79057" h="384810">
                <a:moveTo>
                  <a:pt x="79058" y="38100"/>
                </a:moveTo>
                <a:cubicBezTo>
                  <a:pt x="79058" y="60007"/>
                  <a:pt x="60960" y="76200"/>
                  <a:pt x="39052" y="76200"/>
                </a:cubicBezTo>
                <a:cubicBezTo>
                  <a:pt x="17145" y="76200"/>
                  <a:pt x="0" y="60960"/>
                  <a:pt x="0" y="38100"/>
                </a:cubicBezTo>
                <a:cubicBezTo>
                  <a:pt x="0" y="16193"/>
                  <a:pt x="18097" y="0"/>
                  <a:pt x="39052" y="0"/>
                </a:cubicBezTo>
                <a:cubicBezTo>
                  <a:pt x="61913" y="0"/>
                  <a:pt x="79058" y="16193"/>
                  <a:pt x="79058" y="38100"/>
                </a:cubicBezTo>
                <a:close/>
                <a:moveTo>
                  <a:pt x="71438" y="384810"/>
                </a:moveTo>
                <a:lnTo>
                  <a:pt x="9525" y="384810"/>
                </a:lnTo>
                <a:lnTo>
                  <a:pt x="9525" y="118110"/>
                </a:lnTo>
                <a:lnTo>
                  <a:pt x="71438" y="118110"/>
                </a:lnTo>
                <a:lnTo>
                  <a:pt x="71438" y="384810"/>
                </a:lnTo>
                <a:close/>
              </a:path>
            </a:pathLst>
          </a:custGeom>
          <a:solidFill xmlns:a="http://schemas.openxmlformats.org/drawingml/2006/main">
            <a:srgbClr val="041E42"/>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47" name="Freihandform: Form 146">
            <a:extLst xmlns:a="http://schemas.openxmlformats.org/drawingml/2006/main">
              <a:ext uri="{FF2B5EF4-FFF2-40B4-BE49-F238E27FC236}">
                <a16:creationId xmlns:a16="http://schemas.microsoft.com/office/drawing/2014/main" id="{5E72B66D-AA60-4159-88C6-253B8BCA5544}"/>
              </a:ext>
            </a:extLst>
          </p:cNvPr>
          <p:cNvSpPr>
            <a:spLocks xmlns:a="http://schemas.openxmlformats.org/drawingml/2006/main" noGrp="1"/>
          </p:cNvSpPr>
          <p:nvPr/>
        </p:nvSpPr>
        <p:spPr>
          <a:xfrm xmlns:a="http://schemas.openxmlformats.org/drawingml/2006/main" rot="0" flipH="0" flipV="0">
            <a:off x="1008964" y="328796"/>
            <a:ext cx="69629" cy="86741"/>
          </a:xfrm>
          <a:custGeom xmlns:a="http://schemas.openxmlformats.org/drawingml/2006/main">
            <a:gdLst>
              <a:gd name="connsiteX0" fmla="*/ 222885 w 224789"/>
              <a:gd name="connsiteY0" fmla="*/ 237172 h 280034"/>
              <a:gd name="connsiteX1" fmla="*/ 127635 w 224789"/>
              <a:gd name="connsiteY1" fmla="*/ 280035 h 280034"/>
              <a:gd name="connsiteX2" fmla="*/ 0 w 224789"/>
              <a:gd name="connsiteY2" fmla="*/ 140970 h 280034"/>
              <a:gd name="connsiteX3" fmla="*/ 128588 w 224789"/>
              <a:gd name="connsiteY3" fmla="*/ 0 h 280034"/>
              <a:gd name="connsiteX4" fmla="*/ 224790 w 224789"/>
              <a:gd name="connsiteY4" fmla="*/ 45720 h 280034"/>
              <a:gd name="connsiteX5" fmla="*/ 181927 w 224789"/>
              <a:gd name="connsiteY5" fmla="*/ 86678 h 280034"/>
              <a:gd name="connsiteX6" fmla="*/ 128588 w 224789"/>
              <a:gd name="connsiteY6" fmla="*/ 57150 h 280034"/>
              <a:gd name="connsiteX7" fmla="*/ 62865 w 224789"/>
              <a:gd name="connsiteY7" fmla="*/ 140018 h 280034"/>
              <a:gd name="connsiteX8" fmla="*/ 128588 w 224789"/>
              <a:gd name="connsiteY8" fmla="*/ 222885 h 280034"/>
              <a:gd name="connsiteX9" fmla="*/ 183833 w 224789"/>
              <a:gd name="connsiteY9" fmla="*/ 193358 h 280034"/>
              <a:gd name="connsiteX10" fmla="*/ 222885 w 224789"/>
              <a:gd name="connsiteY10" fmla="*/ 237172 h 280034"/>
            </a:gdLst>
            <a:rect l="l" t="t" r="r" b="b"/>
            <a:pathLst>
              <a:path w="224789" h="280034">
                <a:moveTo>
                  <a:pt x="222885" y="237172"/>
                </a:moveTo>
                <a:cubicBezTo>
                  <a:pt x="196215" y="266700"/>
                  <a:pt x="165735" y="280035"/>
                  <a:pt x="127635" y="280035"/>
                </a:cubicBezTo>
                <a:cubicBezTo>
                  <a:pt x="51435" y="280035"/>
                  <a:pt x="0" y="224790"/>
                  <a:pt x="0" y="140970"/>
                </a:cubicBezTo>
                <a:cubicBezTo>
                  <a:pt x="0" y="57150"/>
                  <a:pt x="51435" y="0"/>
                  <a:pt x="128588" y="0"/>
                </a:cubicBezTo>
                <a:cubicBezTo>
                  <a:pt x="168592" y="0"/>
                  <a:pt x="200977" y="15240"/>
                  <a:pt x="224790" y="45720"/>
                </a:cubicBezTo>
                <a:lnTo>
                  <a:pt x="181927" y="86678"/>
                </a:lnTo>
                <a:cubicBezTo>
                  <a:pt x="166688" y="66675"/>
                  <a:pt x="149542" y="57150"/>
                  <a:pt x="128588" y="57150"/>
                </a:cubicBezTo>
                <a:cubicBezTo>
                  <a:pt x="89535" y="57150"/>
                  <a:pt x="62865" y="89535"/>
                  <a:pt x="62865" y="140018"/>
                </a:cubicBezTo>
                <a:cubicBezTo>
                  <a:pt x="62865" y="189547"/>
                  <a:pt x="89535" y="222885"/>
                  <a:pt x="128588" y="222885"/>
                </a:cubicBezTo>
                <a:cubicBezTo>
                  <a:pt x="149542" y="222885"/>
                  <a:pt x="166688" y="213360"/>
                  <a:pt x="183833" y="193358"/>
                </a:cubicBezTo>
                <a:lnTo>
                  <a:pt x="222885" y="237172"/>
                </a:lnTo>
                <a:close/>
              </a:path>
            </a:pathLst>
          </a:custGeom>
          <a:solidFill xmlns:a="http://schemas.openxmlformats.org/drawingml/2006/main">
            <a:srgbClr val="041E42"/>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48" name="Freihandform: Form 147">
            <a:extLst xmlns:a="http://schemas.openxmlformats.org/drawingml/2006/main">
              <a:ext uri="{FF2B5EF4-FFF2-40B4-BE49-F238E27FC236}">
                <a16:creationId xmlns:a16="http://schemas.microsoft.com/office/drawing/2014/main" id="{F4BEF0C1-E2DD-43FB-8B64-132092CB0783}"/>
              </a:ext>
            </a:extLst>
          </p:cNvPr>
          <p:cNvSpPr>
            <a:spLocks xmlns:a="http://schemas.openxmlformats.org/drawingml/2006/main" noGrp="1"/>
          </p:cNvSpPr>
          <p:nvPr/>
        </p:nvSpPr>
        <p:spPr>
          <a:xfrm xmlns:a="http://schemas.openxmlformats.org/drawingml/2006/main" rot="0" flipH="0" flipV="0">
            <a:off x="1095117" y="293096"/>
            <a:ext cx="71105" cy="120670"/>
          </a:xfrm>
          <a:custGeom xmlns:a="http://schemas.openxmlformats.org/drawingml/2006/main">
            <a:gdLst>
              <a:gd name="connsiteX0" fmla="*/ 229553 w 229552"/>
              <a:gd name="connsiteY0" fmla="*/ 388620 h 389572"/>
              <a:gd name="connsiteX1" fmla="*/ 167640 w 229552"/>
              <a:gd name="connsiteY1" fmla="*/ 388620 h 389572"/>
              <a:gd name="connsiteX2" fmla="*/ 167640 w 229552"/>
              <a:gd name="connsiteY2" fmla="*/ 236220 h 389572"/>
              <a:gd name="connsiteX3" fmla="*/ 118110 w 229552"/>
              <a:gd name="connsiteY3" fmla="*/ 171450 h 389572"/>
              <a:gd name="connsiteX4" fmla="*/ 62865 w 229552"/>
              <a:gd name="connsiteY4" fmla="*/ 236220 h 389572"/>
              <a:gd name="connsiteX5" fmla="*/ 62865 w 229552"/>
              <a:gd name="connsiteY5" fmla="*/ 389573 h 389572"/>
              <a:gd name="connsiteX6" fmla="*/ 0 w 229552"/>
              <a:gd name="connsiteY6" fmla="*/ 389573 h 389572"/>
              <a:gd name="connsiteX7" fmla="*/ 0 w 229552"/>
              <a:gd name="connsiteY7" fmla="*/ 15240 h 389572"/>
              <a:gd name="connsiteX8" fmla="*/ 61913 w 229552"/>
              <a:gd name="connsiteY8" fmla="*/ 0 h 389572"/>
              <a:gd name="connsiteX9" fmla="*/ 61913 w 229552"/>
              <a:gd name="connsiteY9" fmla="*/ 155258 h 389572"/>
              <a:gd name="connsiteX10" fmla="*/ 62865 w 229552"/>
              <a:gd name="connsiteY10" fmla="*/ 155258 h 389572"/>
              <a:gd name="connsiteX11" fmla="*/ 140970 w 229552"/>
              <a:gd name="connsiteY11" fmla="*/ 116205 h 389572"/>
              <a:gd name="connsiteX12" fmla="*/ 228600 w 229552"/>
              <a:gd name="connsiteY12" fmla="*/ 223838 h 389572"/>
              <a:gd name="connsiteX13" fmla="*/ 228600 w 229552"/>
              <a:gd name="connsiteY13" fmla="*/ 388620 h 389572"/>
            </a:gdLst>
            <a:rect l="l" t="t" r="r" b="b"/>
            <a:pathLst>
              <a:path w="229552" h="389572">
                <a:moveTo>
                  <a:pt x="229553" y="388620"/>
                </a:moveTo>
                <a:lnTo>
                  <a:pt x="167640" y="388620"/>
                </a:lnTo>
                <a:lnTo>
                  <a:pt x="167640" y="236220"/>
                </a:lnTo>
                <a:cubicBezTo>
                  <a:pt x="167640" y="197168"/>
                  <a:pt x="155257" y="171450"/>
                  <a:pt x="118110" y="171450"/>
                </a:cubicBezTo>
                <a:cubicBezTo>
                  <a:pt x="75247" y="171450"/>
                  <a:pt x="62865" y="205740"/>
                  <a:pt x="62865" y="236220"/>
                </a:cubicBezTo>
                <a:lnTo>
                  <a:pt x="62865" y="389573"/>
                </a:lnTo>
                <a:lnTo>
                  <a:pt x="0" y="389573"/>
                </a:lnTo>
                <a:lnTo>
                  <a:pt x="0" y="15240"/>
                </a:lnTo>
                <a:lnTo>
                  <a:pt x="61913" y="0"/>
                </a:lnTo>
                <a:lnTo>
                  <a:pt x="61913" y="155258"/>
                </a:lnTo>
                <a:lnTo>
                  <a:pt x="62865" y="155258"/>
                </a:lnTo>
                <a:cubicBezTo>
                  <a:pt x="78105" y="131445"/>
                  <a:pt x="105728" y="116205"/>
                  <a:pt x="140970" y="116205"/>
                </a:cubicBezTo>
                <a:cubicBezTo>
                  <a:pt x="202882" y="116205"/>
                  <a:pt x="228600" y="161925"/>
                  <a:pt x="228600" y="223838"/>
                </a:cubicBezTo>
                <a:lnTo>
                  <a:pt x="228600" y="388620"/>
                </a:lnTo>
                <a:close/>
              </a:path>
            </a:pathLst>
          </a:custGeom>
          <a:solidFill xmlns:a="http://schemas.openxmlformats.org/drawingml/2006/main">
            <a:srgbClr val="041E42"/>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49" name="Freihandform: Form 148">
            <a:extLst xmlns:a="http://schemas.openxmlformats.org/drawingml/2006/main">
              <a:ext uri="{FF2B5EF4-FFF2-40B4-BE49-F238E27FC236}">
                <a16:creationId xmlns:a16="http://schemas.microsoft.com/office/drawing/2014/main" id="{7943A356-FF21-4F42-A98E-DC40CF938137}"/>
              </a:ext>
            </a:extLst>
          </p:cNvPr>
          <p:cNvSpPr>
            <a:spLocks xmlns:a="http://schemas.openxmlformats.org/drawingml/2006/main" noGrp="1"/>
          </p:cNvSpPr>
          <p:nvPr/>
        </p:nvSpPr>
        <p:spPr>
          <a:xfrm xmlns:a="http://schemas.openxmlformats.org/drawingml/2006/main" rot="0" flipH="0" flipV="0">
            <a:off x="1188350" y="353875"/>
            <a:ext cx="40420" cy="18292"/>
          </a:xfrm>
          <a:custGeom xmlns:a="http://schemas.openxmlformats.org/drawingml/2006/main">
            <a:gdLst>
              <a:gd name="connsiteX0" fmla="*/ 130492 w 130492"/>
              <a:gd name="connsiteY0" fmla="*/ 59055 h 59055"/>
              <a:gd name="connsiteX1" fmla="*/ 0 w 130492"/>
              <a:gd name="connsiteY1" fmla="*/ 59055 h 59055"/>
              <a:gd name="connsiteX2" fmla="*/ 0 w 130492"/>
              <a:gd name="connsiteY2" fmla="*/ 0 h 59055"/>
              <a:gd name="connsiteX3" fmla="*/ 130492 w 130492"/>
              <a:gd name="connsiteY3" fmla="*/ 0 h 59055"/>
              <a:gd name="connsiteX4" fmla="*/ 130492 w 130492"/>
              <a:gd name="connsiteY4" fmla="*/ 59055 h 59055"/>
            </a:gdLst>
            <a:rect l="l" t="t" r="r" b="b"/>
            <a:pathLst>
              <a:path w="130492" h="59055">
                <a:moveTo>
                  <a:pt x="130492" y="59055"/>
                </a:moveTo>
                <a:lnTo>
                  <a:pt x="0" y="59055"/>
                </a:lnTo>
                <a:lnTo>
                  <a:pt x="0" y="0"/>
                </a:lnTo>
                <a:lnTo>
                  <a:pt x="130492" y="0"/>
                </a:lnTo>
                <a:lnTo>
                  <a:pt x="130492" y="59055"/>
                </a:lnTo>
                <a:close/>
              </a:path>
            </a:pathLst>
          </a:custGeom>
          <a:solidFill xmlns:a="http://schemas.openxmlformats.org/drawingml/2006/main">
            <a:srgbClr val="041E42"/>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50" name="Freihandform: Form 149">
            <a:extLst xmlns:a="http://schemas.openxmlformats.org/drawingml/2006/main">
              <a:ext uri="{FF2B5EF4-FFF2-40B4-BE49-F238E27FC236}">
                <a16:creationId xmlns:a16="http://schemas.microsoft.com/office/drawing/2014/main" id="{5414F293-7400-4F17-8C14-513181D5C558}"/>
              </a:ext>
            </a:extLst>
          </p:cNvPr>
          <p:cNvSpPr>
            <a:spLocks xmlns:a="http://schemas.openxmlformats.org/drawingml/2006/main" noGrp="1"/>
          </p:cNvSpPr>
          <p:nvPr/>
        </p:nvSpPr>
        <p:spPr>
          <a:xfrm xmlns:a="http://schemas.openxmlformats.org/drawingml/2006/main" rot="0" flipH="0" flipV="0">
            <a:off x="1239097" y="299293"/>
            <a:ext cx="106214" cy="114180"/>
          </a:xfrm>
          <a:custGeom xmlns:a="http://schemas.openxmlformats.org/drawingml/2006/main">
            <a:gdLst>
              <a:gd name="connsiteX0" fmla="*/ 136208 w 342900"/>
              <a:gd name="connsiteY0" fmla="*/ 0 h 368617"/>
              <a:gd name="connsiteX1" fmla="*/ 205740 w 342900"/>
              <a:gd name="connsiteY1" fmla="*/ 0 h 368617"/>
              <a:gd name="connsiteX2" fmla="*/ 342900 w 342900"/>
              <a:gd name="connsiteY2" fmla="*/ 368618 h 368617"/>
              <a:gd name="connsiteX3" fmla="*/ 271463 w 342900"/>
              <a:gd name="connsiteY3" fmla="*/ 368618 h 368617"/>
              <a:gd name="connsiteX4" fmla="*/ 244793 w 342900"/>
              <a:gd name="connsiteY4" fmla="*/ 290512 h 368617"/>
              <a:gd name="connsiteX5" fmla="*/ 96203 w 342900"/>
              <a:gd name="connsiteY5" fmla="*/ 290512 h 368617"/>
              <a:gd name="connsiteX6" fmla="*/ 69533 w 342900"/>
              <a:gd name="connsiteY6" fmla="*/ 368618 h 368617"/>
              <a:gd name="connsiteX7" fmla="*/ 0 w 342900"/>
              <a:gd name="connsiteY7" fmla="*/ 368618 h 368617"/>
              <a:gd name="connsiteX8" fmla="*/ 136208 w 342900"/>
              <a:gd name="connsiteY8" fmla="*/ 0 h 368617"/>
              <a:gd name="connsiteX9" fmla="*/ 116205 w 342900"/>
              <a:gd name="connsiteY9" fmla="*/ 231458 h 368617"/>
              <a:gd name="connsiteX10" fmla="*/ 223838 w 342900"/>
              <a:gd name="connsiteY10" fmla="*/ 231458 h 368617"/>
              <a:gd name="connsiteX11" fmla="*/ 170498 w 342900"/>
              <a:gd name="connsiteY11" fmla="*/ 75247 h 368617"/>
              <a:gd name="connsiteX12" fmla="*/ 169545 w 342900"/>
              <a:gd name="connsiteY12" fmla="*/ 75247 h 368617"/>
              <a:gd name="connsiteX13" fmla="*/ 116205 w 342900"/>
              <a:gd name="connsiteY13" fmla="*/ 231458 h 368617"/>
            </a:gdLst>
            <a:rect l="l" t="t" r="r" b="b"/>
            <a:pathLst>
              <a:path w="342900" h="368617">
                <a:moveTo>
                  <a:pt x="136208" y="0"/>
                </a:moveTo>
                <a:lnTo>
                  <a:pt x="205740" y="0"/>
                </a:lnTo>
                <a:lnTo>
                  <a:pt x="342900" y="368618"/>
                </a:lnTo>
                <a:lnTo>
                  <a:pt x="271463" y="368618"/>
                </a:lnTo>
                <a:lnTo>
                  <a:pt x="244793" y="290512"/>
                </a:lnTo>
                <a:lnTo>
                  <a:pt x="96203" y="290512"/>
                </a:lnTo>
                <a:lnTo>
                  <a:pt x="69533" y="368618"/>
                </a:lnTo>
                <a:lnTo>
                  <a:pt x="0" y="368618"/>
                </a:lnTo>
                <a:lnTo>
                  <a:pt x="136208" y="0"/>
                </a:lnTo>
                <a:close/>
                <a:moveTo>
                  <a:pt x="116205" y="231458"/>
                </a:moveTo>
                <a:lnTo>
                  <a:pt x="223838" y="231458"/>
                </a:lnTo>
                <a:lnTo>
                  <a:pt x="170498" y="75247"/>
                </a:lnTo>
                <a:lnTo>
                  <a:pt x="169545" y="75247"/>
                </a:lnTo>
                <a:lnTo>
                  <a:pt x="116205" y="231458"/>
                </a:lnTo>
                <a:close/>
              </a:path>
            </a:pathLst>
          </a:custGeom>
          <a:solidFill xmlns:a="http://schemas.openxmlformats.org/drawingml/2006/main">
            <a:srgbClr val="041E42"/>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51" name="Freihandform: Form 150">
            <a:extLst xmlns:a="http://schemas.openxmlformats.org/drawingml/2006/main">
              <a:ext uri="{FF2B5EF4-FFF2-40B4-BE49-F238E27FC236}">
                <a16:creationId xmlns:a16="http://schemas.microsoft.com/office/drawing/2014/main" id="{DF9046FE-F7DE-4669-A7FF-9C4BB6220EF1}"/>
              </a:ext>
            </a:extLst>
          </p:cNvPr>
          <p:cNvSpPr>
            <a:spLocks xmlns:a="http://schemas.openxmlformats.org/drawingml/2006/main" noGrp="1"/>
          </p:cNvSpPr>
          <p:nvPr/>
        </p:nvSpPr>
        <p:spPr>
          <a:xfrm xmlns:a="http://schemas.openxmlformats.org/drawingml/2006/main" rot="0" flipH="0" flipV="0">
            <a:off x="1362424" y="293096"/>
            <a:ext cx="19177" cy="120376"/>
          </a:xfrm>
          <a:custGeom xmlns:a="http://schemas.openxmlformats.org/drawingml/2006/main">
            <a:gdLst>
              <a:gd name="connsiteX0" fmla="*/ 61913 w 61912"/>
              <a:gd name="connsiteY0" fmla="*/ 388620 h 388620"/>
              <a:gd name="connsiteX1" fmla="*/ 0 w 61912"/>
              <a:gd name="connsiteY1" fmla="*/ 388620 h 388620"/>
              <a:gd name="connsiteX2" fmla="*/ 0 w 61912"/>
              <a:gd name="connsiteY2" fmla="*/ 14288 h 388620"/>
              <a:gd name="connsiteX3" fmla="*/ 61913 w 61912"/>
              <a:gd name="connsiteY3" fmla="*/ 0 h 388620"/>
              <a:gd name="connsiteX4" fmla="*/ 61913 w 61912"/>
              <a:gd name="connsiteY4" fmla="*/ 388620 h 388620"/>
            </a:gdLst>
            <a:rect l="l" t="t" r="r" b="b"/>
            <a:pathLst>
              <a:path w="61912" h="388620">
                <a:moveTo>
                  <a:pt x="61913" y="388620"/>
                </a:moveTo>
                <a:lnTo>
                  <a:pt x="0" y="388620"/>
                </a:lnTo>
                <a:lnTo>
                  <a:pt x="0" y="14288"/>
                </a:lnTo>
                <a:lnTo>
                  <a:pt x="61913" y="0"/>
                </a:lnTo>
                <a:lnTo>
                  <a:pt x="61913" y="388620"/>
                </a:lnTo>
                <a:close/>
              </a:path>
            </a:pathLst>
          </a:custGeom>
          <a:solidFill xmlns:a="http://schemas.openxmlformats.org/drawingml/2006/main">
            <a:srgbClr val="041E42"/>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52" name="Freihandform: Form 151">
            <a:extLst xmlns:a="http://schemas.openxmlformats.org/drawingml/2006/main">
              <a:ext uri="{FF2B5EF4-FFF2-40B4-BE49-F238E27FC236}">
                <a16:creationId xmlns:a16="http://schemas.microsoft.com/office/drawing/2014/main" id="{17E9EBD2-1308-471A-9C37-29FF027D0A14}"/>
              </a:ext>
            </a:extLst>
          </p:cNvPr>
          <p:cNvSpPr>
            <a:spLocks xmlns:a="http://schemas.openxmlformats.org/drawingml/2006/main" noGrp="1"/>
          </p:cNvSpPr>
          <p:nvPr/>
        </p:nvSpPr>
        <p:spPr>
          <a:xfrm xmlns:a="http://schemas.openxmlformats.org/drawingml/2006/main" rot="0" flipH="0" flipV="0">
            <a:off x="1402255" y="329092"/>
            <a:ext cx="75235" cy="86446"/>
          </a:xfrm>
          <a:custGeom xmlns:a="http://schemas.openxmlformats.org/drawingml/2006/main">
            <a:gdLst>
              <a:gd name="connsiteX0" fmla="*/ 132397 w 242887"/>
              <a:gd name="connsiteY0" fmla="*/ 279083 h 279082"/>
              <a:gd name="connsiteX1" fmla="*/ 0 w 242887"/>
              <a:gd name="connsiteY1" fmla="*/ 139065 h 279082"/>
              <a:gd name="connsiteX2" fmla="*/ 124778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7 w 242887"/>
              <a:gd name="connsiteY6" fmla="*/ 225743 h 279082"/>
              <a:gd name="connsiteX7" fmla="*/ 198120 w 242887"/>
              <a:gd name="connsiteY7" fmla="*/ 194310 h 279082"/>
              <a:gd name="connsiteX8" fmla="*/ 237172 w 242887"/>
              <a:gd name="connsiteY8" fmla="*/ 235268 h 279082"/>
              <a:gd name="connsiteX9" fmla="*/ 132397 w 242887"/>
              <a:gd name="connsiteY9" fmla="*/ 279083 h 279082"/>
              <a:gd name="connsiteX10" fmla="*/ 62865 w 242887"/>
              <a:gd name="connsiteY10" fmla="*/ 115253 h 279082"/>
              <a:gd name="connsiteX11" fmla="*/ 183832 w 242887"/>
              <a:gd name="connsiteY11" fmla="*/ 115253 h 279082"/>
              <a:gd name="connsiteX12" fmla="*/ 124778 w 242887"/>
              <a:gd name="connsiteY12" fmla="*/ 50482 h 279082"/>
              <a:gd name="connsiteX13" fmla="*/ 62865 w 242887"/>
              <a:gd name="connsiteY13" fmla="*/ 115253 h 279082"/>
            </a:gdLst>
            <a:rect l="l" t="t" r="r" b="b"/>
            <a:pathLst>
              <a:path w="242887" h="279082">
                <a:moveTo>
                  <a:pt x="132397" y="279083"/>
                </a:moveTo>
                <a:cubicBezTo>
                  <a:pt x="53340" y="279083"/>
                  <a:pt x="0" y="222885"/>
                  <a:pt x="0" y="139065"/>
                </a:cubicBezTo>
                <a:cubicBezTo>
                  <a:pt x="0" y="56197"/>
                  <a:pt x="50482" y="0"/>
                  <a:pt x="124778" y="0"/>
                </a:cubicBezTo>
                <a:cubicBezTo>
                  <a:pt x="196215" y="0"/>
                  <a:pt x="242888" y="53340"/>
                  <a:pt x="242888" y="135255"/>
                </a:cubicBezTo>
                <a:cubicBezTo>
                  <a:pt x="242888" y="143828"/>
                  <a:pt x="241935" y="153353"/>
                  <a:pt x="241935" y="160972"/>
                </a:cubicBezTo>
                <a:lnTo>
                  <a:pt x="62865" y="160972"/>
                </a:lnTo>
                <a:cubicBezTo>
                  <a:pt x="69532" y="201930"/>
                  <a:pt x="94297" y="225743"/>
                  <a:pt x="132397" y="225743"/>
                </a:cubicBezTo>
                <a:cubicBezTo>
                  <a:pt x="157163" y="225743"/>
                  <a:pt x="177165" y="216218"/>
                  <a:pt x="198120" y="194310"/>
                </a:cubicBezTo>
                <a:lnTo>
                  <a:pt x="237172" y="235268"/>
                </a:lnTo>
                <a:cubicBezTo>
                  <a:pt x="206692" y="264795"/>
                  <a:pt x="173355" y="279083"/>
                  <a:pt x="132397" y="279083"/>
                </a:cubicBezTo>
                <a:close/>
                <a:moveTo>
                  <a:pt x="62865" y="115253"/>
                </a:moveTo>
                <a:lnTo>
                  <a:pt x="183832" y="115253"/>
                </a:lnTo>
                <a:cubicBezTo>
                  <a:pt x="180975" y="74295"/>
                  <a:pt x="160020" y="50482"/>
                  <a:pt x="124778" y="50482"/>
                </a:cubicBezTo>
                <a:cubicBezTo>
                  <a:pt x="90488" y="50482"/>
                  <a:pt x="68580" y="74295"/>
                  <a:pt x="62865" y="115253"/>
                </a:cubicBezTo>
                <a:close/>
              </a:path>
            </a:pathLst>
          </a:custGeom>
          <a:solidFill xmlns:a="http://schemas.openxmlformats.org/drawingml/2006/main">
            <a:srgbClr val="041E42"/>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53" name="Freihandform: Form 152">
            <a:extLst xmlns:a="http://schemas.openxmlformats.org/drawingml/2006/main">
              <a:ext uri="{FF2B5EF4-FFF2-40B4-BE49-F238E27FC236}">
                <a16:creationId xmlns:a16="http://schemas.microsoft.com/office/drawing/2014/main" id="{84D6E57D-0E5B-43A4-8081-53B3E5629513}"/>
              </a:ext>
            </a:extLst>
          </p:cNvPr>
          <p:cNvSpPr>
            <a:spLocks xmlns:a="http://schemas.openxmlformats.org/drawingml/2006/main" noGrp="1"/>
          </p:cNvSpPr>
          <p:nvPr/>
        </p:nvSpPr>
        <p:spPr>
          <a:xfrm xmlns:a="http://schemas.openxmlformats.org/drawingml/2006/main" rot="0" flipH="0" flipV="0">
            <a:off x="1488112" y="330862"/>
            <a:ext cx="79070" cy="82611"/>
          </a:xfrm>
          <a:custGeom xmlns:a="http://schemas.openxmlformats.org/drawingml/2006/main">
            <a:gdLst>
              <a:gd name="connsiteX0" fmla="*/ 255270 w 255269"/>
              <a:gd name="connsiteY0" fmla="*/ 266700 h 266700"/>
              <a:gd name="connsiteX1" fmla="*/ 183832 w 255269"/>
              <a:gd name="connsiteY1" fmla="*/ 266700 h 266700"/>
              <a:gd name="connsiteX2" fmla="*/ 126682 w 255269"/>
              <a:gd name="connsiteY2" fmla="*/ 174307 h 266700"/>
              <a:gd name="connsiteX3" fmla="*/ 125730 w 255269"/>
              <a:gd name="connsiteY3" fmla="*/ 174307 h 266700"/>
              <a:gd name="connsiteX4" fmla="*/ 70485 w 255269"/>
              <a:gd name="connsiteY4" fmla="*/ 266700 h 266700"/>
              <a:gd name="connsiteX5" fmla="*/ 0 w 255269"/>
              <a:gd name="connsiteY5" fmla="*/ 266700 h 266700"/>
              <a:gd name="connsiteX6" fmla="*/ 91440 w 255269"/>
              <a:gd name="connsiteY6" fmla="*/ 128588 h 266700"/>
              <a:gd name="connsiteX7" fmla="*/ 6667 w 255269"/>
              <a:gd name="connsiteY7" fmla="*/ 0 h 266700"/>
              <a:gd name="connsiteX8" fmla="*/ 77152 w 255269"/>
              <a:gd name="connsiteY8" fmla="*/ 0 h 266700"/>
              <a:gd name="connsiteX9" fmla="*/ 127635 w 255269"/>
              <a:gd name="connsiteY9" fmla="*/ 81915 h 266700"/>
              <a:gd name="connsiteX10" fmla="*/ 128588 w 255269"/>
              <a:gd name="connsiteY10" fmla="*/ 81915 h 266700"/>
              <a:gd name="connsiteX11" fmla="*/ 178117 w 255269"/>
              <a:gd name="connsiteY11" fmla="*/ 0 h 266700"/>
              <a:gd name="connsiteX12" fmla="*/ 247650 w 255269"/>
              <a:gd name="connsiteY12" fmla="*/ 0 h 266700"/>
              <a:gd name="connsiteX13" fmla="*/ 163830 w 255269"/>
              <a:gd name="connsiteY13" fmla="*/ 127635 h 266700"/>
              <a:gd name="connsiteX14" fmla="*/ 255270 w 255269"/>
              <a:gd name="connsiteY14" fmla="*/ 266700 h 266700"/>
            </a:gdLst>
            <a:rect l="l" t="t" r="r" b="b"/>
            <a:pathLst>
              <a:path w="255269" h="266700">
                <a:moveTo>
                  <a:pt x="255270" y="266700"/>
                </a:moveTo>
                <a:lnTo>
                  <a:pt x="183832" y="266700"/>
                </a:lnTo>
                <a:lnTo>
                  <a:pt x="126682" y="174307"/>
                </a:lnTo>
                <a:lnTo>
                  <a:pt x="125730" y="174307"/>
                </a:lnTo>
                <a:lnTo>
                  <a:pt x="70485" y="266700"/>
                </a:lnTo>
                <a:lnTo>
                  <a:pt x="0" y="266700"/>
                </a:lnTo>
                <a:lnTo>
                  <a:pt x="91440" y="128588"/>
                </a:lnTo>
                <a:lnTo>
                  <a:pt x="6667" y="0"/>
                </a:lnTo>
                <a:lnTo>
                  <a:pt x="77152" y="0"/>
                </a:lnTo>
                <a:lnTo>
                  <a:pt x="127635" y="81915"/>
                </a:lnTo>
                <a:lnTo>
                  <a:pt x="128588" y="81915"/>
                </a:lnTo>
                <a:lnTo>
                  <a:pt x="178117" y="0"/>
                </a:lnTo>
                <a:lnTo>
                  <a:pt x="247650" y="0"/>
                </a:lnTo>
                <a:lnTo>
                  <a:pt x="163830" y="127635"/>
                </a:lnTo>
                <a:lnTo>
                  <a:pt x="255270" y="266700"/>
                </a:lnTo>
                <a:close/>
              </a:path>
            </a:pathLst>
          </a:custGeom>
          <a:solidFill xmlns:a="http://schemas.openxmlformats.org/drawingml/2006/main">
            <a:srgbClr val="041E42"/>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54" name="Freihandform: Form 153">
            <a:extLst xmlns:a="http://schemas.openxmlformats.org/drawingml/2006/main">
              <a:ext uri="{FF2B5EF4-FFF2-40B4-BE49-F238E27FC236}">
                <a16:creationId xmlns:a16="http://schemas.microsoft.com/office/drawing/2014/main" id="{0A41A31B-8432-4CD9-B0E9-2DA62432F17C}"/>
              </a:ext>
            </a:extLst>
          </p:cNvPr>
          <p:cNvSpPr>
            <a:spLocks xmlns:a="http://schemas.openxmlformats.org/drawingml/2006/main" noGrp="1"/>
          </p:cNvSpPr>
          <p:nvPr/>
        </p:nvSpPr>
        <p:spPr>
          <a:xfrm xmlns:a="http://schemas.openxmlformats.org/drawingml/2006/main" rot="0" flipH="0" flipV="0">
            <a:off x="1577504" y="329092"/>
            <a:ext cx="69929" cy="86446"/>
          </a:xfrm>
          <a:custGeom xmlns:a="http://schemas.openxmlformats.org/drawingml/2006/main">
            <a:gdLst>
              <a:gd name="connsiteX0" fmla="*/ 114317 w 225759"/>
              <a:gd name="connsiteY0" fmla="*/ 107632 h 279082"/>
              <a:gd name="connsiteX1" fmla="*/ 164799 w 225759"/>
              <a:gd name="connsiteY1" fmla="*/ 113347 h 279082"/>
              <a:gd name="connsiteX2" fmla="*/ 164799 w 225759"/>
              <a:gd name="connsiteY2" fmla="*/ 103822 h 279082"/>
              <a:gd name="connsiteX3" fmla="*/ 105744 w 225759"/>
              <a:gd name="connsiteY3" fmla="*/ 52388 h 279082"/>
              <a:gd name="connsiteX4" fmla="*/ 38117 w 225759"/>
              <a:gd name="connsiteY4" fmla="*/ 67628 h 279082"/>
              <a:gd name="connsiteX5" fmla="*/ 24782 w 225759"/>
              <a:gd name="connsiteY5" fmla="*/ 15240 h 279082"/>
              <a:gd name="connsiteX6" fmla="*/ 112412 w 225759"/>
              <a:gd name="connsiteY6" fmla="*/ 0 h 279082"/>
              <a:gd name="connsiteX7" fmla="*/ 225759 w 225759"/>
              <a:gd name="connsiteY7" fmla="*/ 102870 h 279082"/>
              <a:gd name="connsiteX8" fmla="*/ 225759 w 225759"/>
              <a:gd name="connsiteY8" fmla="*/ 273368 h 279082"/>
              <a:gd name="connsiteX9" fmla="*/ 166704 w 225759"/>
              <a:gd name="connsiteY9" fmla="*/ 273368 h 279082"/>
              <a:gd name="connsiteX10" fmla="*/ 166704 w 225759"/>
              <a:gd name="connsiteY10" fmla="*/ 244793 h 279082"/>
              <a:gd name="connsiteX11" fmla="*/ 165752 w 225759"/>
              <a:gd name="connsiteY11" fmla="*/ 244793 h 279082"/>
              <a:gd name="connsiteX12" fmla="*/ 87647 w 225759"/>
              <a:gd name="connsiteY12" fmla="*/ 279083 h 279082"/>
              <a:gd name="connsiteX13" fmla="*/ 17 w 225759"/>
              <a:gd name="connsiteY13" fmla="*/ 194310 h 279082"/>
              <a:gd name="connsiteX14" fmla="*/ 114317 w 225759"/>
              <a:gd name="connsiteY14" fmla="*/ 107632 h 279082"/>
              <a:gd name="connsiteX15" fmla="*/ 103839 w 225759"/>
              <a:gd name="connsiteY15" fmla="*/ 232410 h 279082"/>
              <a:gd name="connsiteX16" fmla="*/ 164799 w 225759"/>
              <a:gd name="connsiteY16" fmla="*/ 200025 h 279082"/>
              <a:gd name="connsiteX17" fmla="*/ 164799 w 225759"/>
              <a:gd name="connsiteY17" fmla="*/ 154305 h 279082"/>
              <a:gd name="connsiteX18" fmla="*/ 120984 w 225759"/>
              <a:gd name="connsiteY18" fmla="*/ 149543 h 279082"/>
              <a:gd name="connsiteX19" fmla="*/ 59072 w 225759"/>
              <a:gd name="connsiteY19" fmla="*/ 193358 h 279082"/>
              <a:gd name="connsiteX20" fmla="*/ 103839 w 225759"/>
              <a:gd name="connsiteY20" fmla="*/ 232410 h 279082"/>
            </a:gdLst>
            <a:rect l="l" t="t" r="r" b="b"/>
            <a:pathLst>
              <a:path w="225759" h="279082">
                <a:moveTo>
                  <a:pt x="114317" y="107632"/>
                </a:moveTo>
                <a:cubicBezTo>
                  <a:pt x="131462" y="107632"/>
                  <a:pt x="147654" y="108585"/>
                  <a:pt x="164799" y="113347"/>
                </a:cubicBezTo>
                <a:lnTo>
                  <a:pt x="164799" y="103822"/>
                </a:lnTo>
                <a:cubicBezTo>
                  <a:pt x="164799" y="69532"/>
                  <a:pt x="144797" y="52388"/>
                  <a:pt x="105744" y="52388"/>
                </a:cubicBezTo>
                <a:cubicBezTo>
                  <a:pt x="83837" y="52388"/>
                  <a:pt x="60024" y="57150"/>
                  <a:pt x="38117" y="67628"/>
                </a:cubicBezTo>
                <a:lnTo>
                  <a:pt x="24782" y="15240"/>
                </a:lnTo>
                <a:cubicBezTo>
                  <a:pt x="49547" y="5715"/>
                  <a:pt x="81932" y="0"/>
                  <a:pt x="112412" y="0"/>
                </a:cubicBezTo>
                <a:cubicBezTo>
                  <a:pt x="187659" y="0"/>
                  <a:pt x="225759" y="35243"/>
                  <a:pt x="225759" y="102870"/>
                </a:cubicBezTo>
                <a:lnTo>
                  <a:pt x="225759" y="273368"/>
                </a:lnTo>
                <a:lnTo>
                  <a:pt x="166704" y="273368"/>
                </a:lnTo>
                <a:lnTo>
                  <a:pt x="166704" y="244793"/>
                </a:lnTo>
                <a:lnTo>
                  <a:pt x="165752" y="244793"/>
                </a:lnTo>
                <a:cubicBezTo>
                  <a:pt x="142892" y="268605"/>
                  <a:pt x="119079" y="279083"/>
                  <a:pt x="87647" y="279083"/>
                </a:cubicBezTo>
                <a:cubicBezTo>
                  <a:pt x="34307" y="279083"/>
                  <a:pt x="17" y="245745"/>
                  <a:pt x="17" y="194310"/>
                </a:cubicBezTo>
                <a:cubicBezTo>
                  <a:pt x="-936" y="138113"/>
                  <a:pt x="39069" y="107632"/>
                  <a:pt x="114317" y="107632"/>
                </a:cubicBezTo>
                <a:close/>
                <a:moveTo>
                  <a:pt x="103839" y="232410"/>
                </a:moveTo>
                <a:cubicBezTo>
                  <a:pt x="126699" y="232410"/>
                  <a:pt x="147654" y="220980"/>
                  <a:pt x="164799" y="200025"/>
                </a:cubicBezTo>
                <a:lnTo>
                  <a:pt x="164799" y="154305"/>
                </a:lnTo>
                <a:cubicBezTo>
                  <a:pt x="150512" y="150495"/>
                  <a:pt x="135272" y="149543"/>
                  <a:pt x="120984" y="149543"/>
                </a:cubicBezTo>
                <a:cubicBezTo>
                  <a:pt x="81932" y="149543"/>
                  <a:pt x="59072" y="164783"/>
                  <a:pt x="59072" y="193358"/>
                </a:cubicBezTo>
                <a:cubicBezTo>
                  <a:pt x="59072" y="217170"/>
                  <a:pt x="76217" y="232410"/>
                  <a:pt x="103839" y="232410"/>
                </a:cubicBezTo>
                <a:close/>
              </a:path>
            </a:pathLst>
          </a:custGeom>
          <a:solidFill xmlns:a="http://schemas.openxmlformats.org/drawingml/2006/main">
            <a:srgbClr val="041E42"/>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55" name="Freihandform: Form 154">
            <a:extLst xmlns:a="http://schemas.openxmlformats.org/drawingml/2006/main">
              <a:ext uri="{FF2B5EF4-FFF2-40B4-BE49-F238E27FC236}">
                <a16:creationId xmlns:a16="http://schemas.microsoft.com/office/drawing/2014/main" id="{46FF8D8D-5FE8-43E4-A552-F9B3C3353B29}"/>
              </a:ext>
            </a:extLst>
          </p:cNvPr>
          <p:cNvSpPr>
            <a:spLocks xmlns:a="http://schemas.openxmlformats.org/drawingml/2006/main" noGrp="1"/>
          </p:cNvSpPr>
          <p:nvPr/>
        </p:nvSpPr>
        <p:spPr>
          <a:xfrm xmlns:a="http://schemas.openxmlformats.org/drawingml/2006/main" rot="0" flipH="0" flipV="0">
            <a:off x="1671923" y="329092"/>
            <a:ext cx="71105" cy="84676"/>
          </a:xfrm>
          <a:custGeom xmlns:a="http://schemas.openxmlformats.org/drawingml/2006/main">
            <a:gdLst>
              <a:gd name="connsiteX0" fmla="*/ 229553 w 229552"/>
              <a:gd name="connsiteY0" fmla="*/ 272415 h 273367"/>
              <a:gd name="connsiteX1" fmla="*/ 166688 w 229552"/>
              <a:gd name="connsiteY1" fmla="*/ 272415 h 273367"/>
              <a:gd name="connsiteX2" fmla="*/ 166688 w 229552"/>
              <a:gd name="connsiteY2" fmla="*/ 120015 h 273367"/>
              <a:gd name="connsiteX3" fmla="*/ 117157 w 229552"/>
              <a:gd name="connsiteY3" fmla="*/ 55245 h 273367"/>
              <a:gd name="connsiteX4" fmla="*/ 61913 w 229552"/>
              <a:gd name="connsiteY4" fmla="*/ 120015 h 273367"/>
              <a:gd name="connsiteX5" fmla="*/ 61913 w 229552"/>
              <a:gd name="connsiteY5" fmla="*/ 273368 h 273367"/>
              <a:gd name="connsiteX6" fmla="*/ 0 w 229552"/>
              <a:gd name="connsiteY6" fmla="*/ 273368 h 273367"/>
              <a:gd name="connsiteX7" fmla="*/ 0 w 229552"/>
              <a:gd name="connsiteY7" fmla="*/ 6668 h 273367"/>
              <a:gd name="connsiteX8" fmla="*/ 61913 w 229552"/>
              <a:gd name="connsiteY8" fmla="*/ 6668 h 273367"/>
              <a:gd name="connsiteX9" fmla="*/ 61913 w 229552"/>
              <a:gd name="connsiteY9" fmla="*/ 39053 h 273367"/>
              <a:gd name="connsiteX10" fmla="*/ 62865 w 229552"/>
              <a:gd name="connsiteY10" fmla="*/ 39053 h 273367"/>
              <a:gd name="connsiteX11" fmla="*/ 140970 w 229552"/>
              <a:gd name="connsiteY11" fmla="*/ 0 h 273367"/>
              <a:gd name="connsiteX12" fmla="*/ 228600 w 229552"/>
              <a:gd name="connsiteY12" fmla="*/ 107632 h 273367"/>
              <a:gd name="connsiteX13" fmla="*/ 228600 w 229552"/>
              <a:gd name="connsiteY13" fmla="*/ 272415 h 273367"/>
            </a:gdLst>
            <a:rect l="l" t="t" r="r" b="b"/>
            <a:pathLst>
              <a:path w="229552" h="273367">
                <a:moveTo>
                  <a:pt x="229553" y="272415"/>
                </a:moveTo>
                <a:lnTo>
                  <a:pt x="166688" y="272415"/>
                </a:lnTo>
                <a:lnTo>
                  <a:pt x="166688" y="120015"/>
                </a:lnTo>
                <a:cubicBezTo>
                  <a:pt x="166688" y="80963"/>
                  <a:pt x="155257" y="55245"/>
                  <a:pt x="117157" y="55245"/>
                </a:cubicBezTo>
                <a:cubicBezTo>
                  <a:pt x="73343" y="55245"/>
                  <a:pt x="61913" y="90488"/>
                  <a:pt x="61913" y="120015"/>
                </a:cubicBezTo>
                <a:lnTo>
                  <a:pt x="61913" y="273368"/>
                </a:lnTo>
                <a:lnTo>
                  <a:pt x="0" y="273368"/>
                </a:lnTo>
                <a:lnTo>
                  <a:pt x="0" y="6668"/>
                </a:lnTo>
                <a:lnTo>
                  <a:pt x="61913" y="6668"/>
                </a:lnTo>
                <a:lnTo>
                  <a:pt x="61913" y="39053"/>
                </a:lnTo>
                <a:lnTo>
                  <a:pt x="62865" y="39053"/>
                </a:lnTo>
                <a:cubicBezTo>
                  <a:pt x="79057" y="15240"/>
                  <a:pt x="106680" y="0"/>
                  <a:pt x="140970" y="0"/>
                </a:cubicBezTo>
                <a:cubicBezTo>
                  <a:pt x="201930" y="0"/>
                  <a:pt x="228600" y="44768"/>
                  <a:pt x="228600" y="107632"/>
                </a:cubicBezTo>
                <a:lnTo>
                  <a:pt x="228600" y="272415"/>
                </a:lnTo>
                <a:close/>
              </a:path>
            </a:pathLst>
          </a:custGeom>
          <a:solidFill xmlns:a="http://schemas.openxmlformats.org/drawingml/2006/main">
            <a:srgbClr val="041E42"/>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56" name="Freihandform: Form 155">
            <a:extLst xmlns:a="http://schemas.openxmlformats.org/drawingml/2006/main">
              <a:ext uri="{FF2B5EF4-FFF2-40B4-BE49-F238E27FC236}">
                <a16:creationId xmlns:a16="http://schemas.microsoft.com/office/drawing/2014/main" id="{7AA2D936-8A2E-448A-A3FE-121C90D55E4E}"/>
              </a:ext>
            </a:extLst>
          </p:cNvPr>
          <p:cNvSpPr>
            <a:spLocks xmlns:a="http://schemas.openxmlformats.org/drawingml/2006/main" noGrp="1"/>
          </p:cNvSpPr>
          <p:nvPr/>
        </p:nvSpPr>
        <p:spPr>
          <a:xfrm xmlns:a="http://schemas.openxmlformats.org/drawingml/2006/main" rot="0" flipH="0" flipV="0">
            <a:off x="1763386" y="293096"/>
            <a:ext cx="77005" cy="122736"/>
          </a:xfrm>
          <a:custGeom xmlns:a="http://schemas.openxmlformats.org/drawingml/2006/main">
            <a:gdLst>
              <a:gd name="connsiteX0" fmla="*/ 0 w 248602"/>
              <a:gd name="connsiteY0" fmla="*/ 255270 h 396239"/>
              <a:gd name="connsiteX1" fmla="*/ 108585 w 248602"/>
              <a:gd name="connsiteY1" fmla="*/ 116205 h 396239"/>
              <a:gd name="connsiteX2" fmla="*/ 185738 w 248602"/>
              <a:gd name="connsiteY2" fmla="*/ 152400 h 396239"/>
              <a:gd name="connsiteX3" fmla="*/ 186690 w 248602"/>
              <a:gd name="connsiteY3" fmla="*/ 152400 h 396239"/>
              <a:gd name="connsiteX4" fmla="*/ 186690 w 248602"/>
              <a:gd name="connsiteY4" fmla="*/ 15240 h 396239"/>
              <a:gd name="connsiteX5" fmla="*/ 248603 w 248602"/>
              <a:gd name="connsiteY5" fmla="*/ 0 h 396239"/>
              <a:gd name="connsiteX6" fmla="*/ 248603 w 248602"/>
              <a:gd name="connsiteY6" fmla="*/ 389573 h 396239"/>
              <a:gd name="connsiteX7" fmla="*/ 187643 w 248602"/>
              <a:gd name="connsiteY7" fmla="*/ 389573 h 396239"/>
              <a:gd name="connsiteX8" fmla="*/ 187643 w 248602"/>
              <a:gd name="connsiteY8" fmla="*/ 358140 h 396239"/>
              <a:gd name="connsiteX9" fmla="*/ 186690 w 248602"/>
              <a:gd name="connsiteY9" fmla="*/ 358140 h 396239"/>
              <a:gd name="connsiteX10" fmla="*/ 106680 w 248602"/>
              <a:gd name="connsiteY10" fmla="*/ 396240 h 396239"/>
              <a:gd name="connsiteX11" fmla="*/ 0 w 248602"/>
              <a:gd name="connsiteY11" fmla="*/ 255270 h 396239"/>
              <a:gd name="connsiteX12" fmla="*/ 61913 w 248602"/>
              <a:gd name="connsiteY12" fmla="*/ 255270 h 396239"/>
              <a:gd name="connsiteX13" fmla="*/ 123825 w 248602"/>
              <a:gd name="connsiteY13" fmla="*/ 340995 h 396239"/>
              <a:gd name="connsiteX14" fmla="*/ 187643 w 248602"/>
              <a:gd name="connsiteY14" fmla="*/ 305753 h 396239"/>
              <a:gd name="connsiteX15" fmla="*/ 187643 w 248602"/>
              <a:gd name="connsiteY15" fmla="*/ 207645 h 396239"/>
              <a:gd name="connsiteX16" fmla="*/ 123825 w 248602"/>
              <a:gd name="connsiteY16" fmla="*/ 172402 h 396239"/>
              <a:gd name="connsiteX17" fmla="*/ 61913 w 248602"/>
              <a:gd name="connsiteY17" fmla="*/ 255270 h 396239"/>
            </a:gdLst>
            <a:rect l="l" t="t" r="r" b="b"/>
            <a:pathLst>
              <a:path w="248602" h="396239">
                <a:moveTo>
                  <a:pt x="0" y="255270"/>
                </a:moveTo>
                <a:cubicBezTo>
                  <a:pt x="0" y="169545"/>
                  <a:pt x="43815" y="116205"/>
                  <a:pt x="108585" y="116205"/>
                </a:cubicBezTo>
                <a:cubicBezTo>
                  <a:pt x="141922" y="116205"/>
                  <a:pt x="168593" y="130493"/>
                  <a:pt x="185738" y="152400"/>
                </a:cubicBezTo>
                <a:lnTo>
                  <a:pt x="186690" y="152400"/>
                </a:lnTo>
                <a:lnTo>
                  <a:pt x="186690" y="15240"/>
                </a:lnTo>
                <a:lnTo>
                  <a:pt x="248603" y="0"/>
                </a:lnTo>
                <a:lnTo>
                  <a:pt x="248603" y="389573"/>
                </a:lnTo>
                <a:lnTo>
                  <a:pt x="187643" y="389573"/>
                </a:lnTo>
                <a:lnTo>
                  <a:pt x="187643" y="358140"/>
                </a:lnTo>
                <a:lnTo>
                  <a:pt x="186690" y="358140"/>
                </a:lnTo>
                <a:cubicBezTo>
                  <a:pt x="167640" y="381953"/>
                  <a:pt x="140018" y="396240"/>
                  <a:pt x="106680" y="396240"/>
                </a:cubicBezTo>
                <a:cubicBezTo>
                  <a:pt x="43815" y="395288"/>
                  <a:pt x="0" y="340995"/>
                  <a:pt x="0" y="255270"/>
                </a:cubicBezTo>
                <a:close/>
                <a:moveTo>
                  <a:pt x="61913" y="255270"/>
                </a:moveTo>
                <a:cubicBezTo>
                  <a:pt x="61913" y="309563"/>
                  <a:pt x="84772" y="340995"/>
                  <a:pt x="123825" y="340995"/>
                </a:cubicBezTo>
                <a:cubicBezTo>
                  <a:pt x="147638" y="340995"/>
                  <a:pt x="167640" y="329565"/>
                  <a:pt x="187643" y="305753"/>
                </a:cubicBezTo>
                <a:lnTo>
                  <a:pt x="187643" y="207645"/>
                </a:lnTo>
                <a:cubicBezTo>
                  <a:pt x="169545" y="183833"/>
                  <a:pt x="149543" y="172402"/>
                  <a:pt x="123825" y="172402"/>
                </a:cubicBezTo>
                <a:cubicBezTo>
                  <a:pt x="82868" y="172402"/>
                  <a:pt x="61913" y="201930"/>
                  <a:pt x="61913" y="255270"/>
                </a:cubicBezTo>
                <a:close/>
              </a:path>
            </a:pathLst>
          </a:custGeom>
          <a:solidFill xmlns:a="http://schemas.openxmlformats.org/drawingml/2006/main">
            <a:srgbClr val="041E42"/>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57" name="Freihandform: Form 156">
            <a:extLst xmlns:a="http://schemas.openxmlformats.org/drawingml/2006/main">
              <a:ext uri="{FF2B5EF4-FFF2-40B4-BE49-F238E27FC236}">
                <a16:creationId xmlns:a16="http://schemas.microsoft.com/office/drawing/2014/main" id="{7D614E3F-8E38-48A8-A892-90F1BE5DFC41}"/>
              </a:ext>
            </a:extLst>
          </p:cNvPr>
          <p:cNvSpPr>
            <a:spLocks xmlns:a="http://schemas.openxmlformats.org/drawingml/2006/main" noGrp="1"/>
          </p:cNvSpPr>
          <p:nvPr/>
        </p:nvSpPr>
        <p:spPr>
          <a:xfrm xmlns:a="http://schemas.openxmlformats.org/drawingml/2006/main" rot="0" flipH="0" flipV="0">
            <a:off x="1861340" y="329092"/>
            <a:ext cx="75235" cy="86446"/>
          </a:xfrm>
          <a:custGeom xmlns:a="http://schemas.openxmlformats.org/drawingml/2006/main">
            <a:gdLst>
              <a:gd name="connsiteX0" fmla="*/ 132397 w 242887"/>
              <a:gd name="connsiteY0" fmla="*/ 279083 h 279082"/>
              <a:gd name="connsiteX1" fmla="*/ 0 w 242887"/>
              <a:gd name="connsiteY1" fmla="*/ 139065 h 279082"/>
              <a:gd name="connsiteX2" fmla="*/ 124777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7 w 242887"/>
              <a:gd name="connsiteY6" fmla="*/ 225743 h 279082"/>
              <a:gd name="connsiteX7" fmla="*/ 198120 w 242887"/>
              <a:gd name="connsiteY7" fmla="*/ 194310 h 279082"/>
              <a:gd name="connsiteX8" fmla="*/ 237172 w 242887"/>
              <a:gd name="connsiteY8" fmla="*/ 235268 h 279082"/>
              <a:gd name="connsiteX9" fmla="*/ 132397 w 242887"/>
              <a:gd name="connsiteY9" fmla="*/ 279083 h 279082"/>
              <a:gd name="connsiteX10" fmla="*/ 62865 w 242887"/>
              <a:gd name="connsiteY10" fmla="*/ 115253 h 279082"/>
              <a:gd name="connsiteX11" fmla="*/ 183832 w 242887"/>
              <a:gd name="connsiteY11" fmla="*/ 115253 h 279082"/>
              <a:gd name="connsiteX12" fmla="*/ 124777 w 242887"/>
              <a:gd name="connsiteY12" fmla="*/ 50482 h 279082"/>
              <a:gd name="connsiteX13" fmla="*/ 62865 w 242887"/>
              <a:gd name="connsiteY13" fmla="*/ 115253 h 279082"/>
            </a:gdLst>
            <a:rect l="l" t="t" r="r" b="b"/>
            <a:pathLst>
              <a:path w="242887" h="279082">
                <a:moveTo>
                  <a:pt x="132397" y="279083"/>
                </a:moveTo>
                <a:cubicBezTo>
                  <a:pt x="53340" y="279083"/>
                  <a:pt x="0" y="222885"/>
                  <a:pt x="0" y="139065"/>
                </a:cubicBezTo>
                <a:cubicBezTo>
                  <a:pt x="0" y="56197"/>
                  <a:pt x="50482" y="0"/>
                  <a:pt x="124777" y="0"/>
                </a:cubicBezTo>
                <a:cubicBezTo>
                  <a:pt x="196215" y="0"/>
                  <a:pt x="242888" y="53340"/>
                  <a:pt x="242888" y="135255"/>
                </a:cubicBezTo>
                <a:cubicBezTo>
                  <a:pt x="242888" y="143828"/>
                  <a:pt x="241935" y="153353"/>
                  <a:pt x="241935" y="160972"/>
                </a:cubicBezTo>
                <a:lnTo>
                  <a:pt x="62865" y="160972"/>
                </a:lnTo>
                <a:cubicBezTo>
                  <a:pt x="69532" y="201930"/>
                  <a:pt x="94297" y="225743"/>
                  <a:pt x="132397" y="225743"/>
                </a:cubicBezTo>
                <a:cubicBezTo>
                  <a:pt x="157163" y="225743"/>
                  <a:pt x="177165" y="216218"/>
                  <a:pt x="198120" y="194310"/>
                </a:cubicBezTo>
                <a:lnTo>
                  <a:pt x="237172" y="235268"/>
                </a:lnTo>
                <a:cubicBezTo>
                  <a:pt x="206693" y="264795"/>
                  <a:pt x="172402" y="279083"/>
                  <a:pt x="132397" y="279083"/>
                </a:cubicBezTo>
                <a:close/>
                <a:moveTo>
                  <a:pt x="62865" y="115253"/>
                </a:moveTo>
                <a:lnTo>
                  <a:pt x="183832" y="115253"/>
                </a:lnTo>
                <a:cubicBezTo>
                  <a:pt x="180975" y="74295"/>
                  <a:pt x="160020" y="50482"/>
                  <a:pt x="124777" y="50482"/>
                </a:cubicBezTo>
                <a:cubicBezTo>
                  <a:pt x="90488" y="50482"/>
                  <a:pt x="67627" y="74295"/>
                  <a:pt x="62865" y="115253"/>
                </a:cubicBezTo>
                <a:close/>
              </a:path>
            </a:pathLst>
          </a:custGeom>
          <a:solidFill xmlns:a="http://schemas.openxmlformats.org/drawingml/2006/main">
            <a:srgbClr val="041E42"/>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58" name="Freihandform: Form 157">
            <a:extLst xmlns:a="http://schemas.openxmlformats.org/drawingml/2006/main">
              <a:ext uri="{FF2B5EF4-FFF2-40B4-BE49-F238E27FC236}">
                <a16:creationId xmlns:a16="http://schemas.microsoft.com/office/drawing/2014/main" id="{EB14B71E-9496-43D9-A4EC-B717F5048611}"/>
              </a:ext>
            </a:extLst>
          </p:cNvPr>
          <p:cNvSpPr>
            <a:spLocks xmlns:a="http://schemas.openxmlformats.org/drawingml/2006/main" noGrp="1"/>
          </p:cNvSpPr>
          <p:nvPr/>
        </p:nvSpPr>
        <p:spPr>
          <a:xfrm xmlns:a="http://schemas.openxmlformats.org/drawingml/2006/main" rot="0" flipH="0" flipV="0">
            <a:off x="1958408" y="329016"/>
            <a:ext cx="49567" cy="84456"/>
          </a:xfrm>
          <a:custGeom xmlns:a="http://schemas.openxmlformats.org/drawingml/2006/main">
            <a:gdLst>
              <a:gd name="connsiteX0" fmla="*/ 160020 w 160020"/>
              <a:gd name="connsiteY0" fmla="*/ 5005 h 272657"/>
              <a:gd name="connsiteX1" fmla="*/ 150495 w 160020"/>
              <a:gd name="connsiteY1" fmla="*/ 68823 h 272657"/>
              <a:gd name="connsiteX2" fmla="*/ 116205 w 160020"/>
              <a:gd name="connsiteY2" fmla="*/ 60250 h 272657"/>
              <a:gd name="connsiteX3" fmla="*/ 61913 w 160020"/>
              <a:gd name="connsiteY3" fmla="*/ 135498 h 272657"/>
              <a:gd name="connsiteX4" fmla="*/ 61913 w 160020"/>
              <a:gd name="connsiteY4" fmla="*/ 272658 h 272657"/>
              <a:gd name="connsiteX5" fmla="*/ 0 w 160020"/>
              <a:gd name="connsiteY5" fmla="*/ 272658 h 272657"/>
              <a:gd name="connsiteX6" fmla="*/ 0 w 160020"/>
              <a:gd name="connsiteY6" fmla="*/ 5958 h 272657"/>
              <a:gd name="connsiteX7" fmla="*/ 60960 w 160020"/>
              <a:gd name="connsiteY7" fmla="*/ 5958 h 272657"/>
              <a:gd name="connsiteX8" fmla="*/ 60960 w 160020"/>
              <a:gd name="connsiteY8" fmla="*/ 40248 h 272657"/>
              <a:gd name="connsiteX9" fmla="*/ 61913 w 160020"/>
              <a:gd name="connsiteY9" fmla="*/ 40248 h 272657"/>
              <a:gd name="connsiteX10" fmla="*/ 131445 w 160020"/>
              <a:gd name="connsiteY10" fmla="*/ 243 h 272657"/>
              <a:gd name="connsiteX11" fmla="*/ 160020 w 160020"/>
              <a:gd name="connsiteY11" fmla="*/ 5005 h 272657"/>
            </a:gdLst>
            <a:rect l="l" t="t" r="r" b="b"/>
            <a:pathLst>
              <a:path w="160020" h="272657">
                <a:moveTo>
                  <a:pt x="160020" y="5005"/>
                </a:moveTo>
                <a:lnTo>
                  <a:pt x="150495" y="68823"/>
                </a:lnTo>
                <a:cubicBezTo>
                  <a:pt x="140970" y="64060"/>
                  <a:pt x="129540" y="60250"/>
                  <a:pt x="116205" y="60250"/>
                </a:cubicBezTo>
                <a:cubicBezTo>
                  <a:pt x="73343"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8" y="-710"/>
                  <a:pt x="150495" y="1195"/>
                  <a:pt x="160020" y="5005"/>
                </a:cubicBezTo>
                <a:close/>
              </a:path>
            </a:pathLst>
          </a:custGeom>
          <a:solidFill xmlns:a="http://schemas.openxmlformats.org/drawingml/2006/main">
            <a:srgbClr val="041E42"/>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59" name="Freihandform: Form 158">
            <a:extLst xmlns:a="http://schemas.openxmlformats.org/drawingml/2006/main">
              <a:ext uri="{FF2B5EF4-FFF2-40B4-BE49-F238E27FC236}">
                <a16:creationId xmlns:a16="http://schemas.microsoft.com/office/drawing/2014/main" id="{790BD971-8810-42D7-9C91-5E31E7DE2C4E}"/>
              </a:ext>
            </a:extLst>
          </p:cNvPr>
          <p:cNvSpPr>
            <a:spLocks xmlns:a="http://schemas.openxmlformats.org/drawingml/2006/main" noGrp="1"/>
          </p:cNvSpPr>
          <p:nvPr/>
        </p:nvSpPr>
        <p:spPr>
          <a:xfrm xmlns:a="http://schemas.openxmlformats.org/drawingml/2006/main" rot="0" flipH="0" flipV="0">
            <a:off x="2020073" y="353875"/>
            <a:ext cx="40420" cy="18292"/>
          </a:xfrm>
          <a:custGeom xmlns:a="http://schemas.openxmlformats.org/drawingml/2006/main">
            <a:gdLst>
              <a:gd name="connsiteX0" fmla="*/ 130493 w 130492"/>
              <a:gd name="connsiteY0" fmla="*/ 59055 h 59055"/>
              <a:gd name="connsiteX1" fmla="*/ 0 w 130492"/>
              <a:gd name="connsiteY1" fmla="*/ 59055 h 59055"/>
              <a:gd name="connsiteX2" fmla="*/ 0 w 130492"/>
              <a:gd name="connsiteY2" fmla="*/ 0 h 59055"/>
              <a:gd name="connsiteX3" fmla="*/ 130493 w 130492"/>
              <a:gd name="connsiteY3" fmla="*/ 0 h 59055"/>
              <a:gd name="connsiteX4" fmla="*/ 130493 w 130492"/>
              <a:gd name="connsiteY4" fmla="*/ 59055 h 59055"/>
            </a:gdLst>
            <a:rect l="l" t="t" r="r" b="b"/>
            <a:pathLst>
              <a:path w="130492" h="59055">
                <a:moveTo>
                  <a:pt x="130493" y="59055"/>
                </a:moveTo>
                <a:lnTo>
                  <a:pt x="0" y="59055"/>
                </a:lnTo>
                <a:lnTo>
                  <a:pt x="0" y="0"/>
                </a:lnTo>
                <a:lnTo>
                  <a:pt x="130493" y="0"/>
                </a:lnTo>
                <a:lnTo>
                  <a:pt x="130493" y="59055"/>
                </a:lnTo>
                <a:close/>
              </a:path>
            </a:pathLst>
          </a:custGeom>
          <a:solidFill xmlns:a="http://schemas.openxmlformats.org/drawingml/2006/main">
            <a:srgbClr val="041E42"/>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60" name="Freihandform: Form 159">
            <a:extLst xmlns:a="http://schemas.openxmlformats.org/drawingml/2006/main">
              <a:ext uri="{FF2B5EF4-FFF2-40B4-BE49-F238E27FC236}">
                <a16:creationId xmlns:a16="http://schemas.microsoft.com/office/drawing/2014/main" id="{32DC33CF-54F4-4299-82CD-B2375462167E}"/>
              </a:ext>
            </a:extLst>
          </p:cNvPr>
          <p:cNvSpPr>
            <a:spLocks xmlns:a="http://schemas.openxmlformats.org/drawingml/2006/main" noGrp="1"/>
          </p:cNvSpPr>
          <p:nvPr/>
        </p:nvSpPr>
        <p:spPr>
          <a:xfrm xmlns:a="http://schemas.openxmlformats.org/drawingml/2006/main" rot="0" flipH="0" flipV="0">
            <a:off x="2084981" y="299293"/>
            <a:ext cx="89397" cy="116245"/>
          </a:xfrm>
          <a:custGeom xmlns:a="http://schemas.openxmlformats.org/drawingml/2006/main">
            <a:gdLst>
              <a:gd name="connsiteX0" fmla="*/ 288607 w 288607"/>
              <a:gd name="connsiteY0" fmla="*/ 222885 h 375284"/>
              <a:gd name="connsiteX1" fmla="*/ 143827 w 288607"/>
              <a:gd name="connsiteY1" fmla="*/ 375285 h 375284"/>
              <a:gd name="connsiteX2" fmla="*/ 0 w 288607"/>
              <a:gd name="connsiteY2" fmla="*/ 222885 h 375284"/>
              <a:gd name="connsiteX3" fmla="*/ 0 w 288607"/>
              <a:gd name="connsiteY3" fmla="*/ 0 h 375284"/>
              <a:gd name="connsiteX4" fmla="*/ 66675 w 288607"/>
              <a:gd name="connsiteY4" fmla="*/ 0 h 375284"/>
              <a:gd name="connsiteX5" fmla="*/ 66675 w 288607"/>
              <a:gd name="connsiteY5" fmla="*/ 219075 h 375284"/>
              <a:gd name="connsiteX6" fmla="*/ 144780 w 288607"/>
              <a:gd name="connsiteY6" fmla="*/ 312420 h 375284"/>
              <a:gd name="connsiteX7" fmla="*/ 220980 w 288607"/>
              <a:gd name="connsiteY7" fmla="*/ 219075 h 375284"/>
              <a:gd name="connsiteX8" fmla="*/ 220980 w 288607"/>
              <a:gd name="connsiteY8" fmla="*/ 0 h 375284"/>
              <a:gd name="connsiteX9" fmla="*/ 287655 w 288607"/>
              <a:gd name="connsiteY9" fmla="*/ 0 h 375284"/>
              <a:gd name="connsiteX10" fmla="*/ 287655 w 288607"/>
              <a:gd name="connsiteY10" fmla="*/ 222885 h 375284"/>
            </a:gdLst>
            <a:rect l="l" t="t" r="r" b="b"/>
            <a:pathLst>
              <a:path w="288607" h="375284">
                <a:moveTo>
                  <a:pt x="288607" y="222885"/>
                </a:moveTo>
                <a:cubicBezTo>
                  <a:pt x="288607" y="311468"/>
                  <a:pt x="242888" y="375285"/>
                  <a:pt x="143827" y="375285"/>
                </a:cubicBezTo>
                <a:cubicBezTo>
                  <a:pt x="45720" y="375285"/>
                  <a:pt x="0" y="312420"/>
                  <a:pt x="0" y="222885"/>
                </a:cubicBezTo>
                <a:lnTo>
                  <a:pt x="0" y="0"/>
                </a:lnTo>
                <a:lnTo>
                  <a:pt x="66675" y="0"/>
                </a:lnTo>
                <a:lnTo>
                  <a:pt x="66675" y="219075"/>
                </a:lnTo>
                <a:cubicBezTo>
                  <a:pt x="66675" y="274320"/>
                  <a:pt x="90488" y="312420"/>
                  <a:pt x="144780" y="312420"/>
                </a:cubicBezTo>
                <a:cubicBezTo>
                  <a:pt x="199073" y="312420"/>
                  <a:pt x="220980" y="275272"/>
                  <a:pt x="220980" y="219075"/>
                </a:cubicBezTo>
                <a:lnTo>
                  <a:pt x="220980" y="0"/>
                </a:lnTo>
                <a:lnTo>
                  <a:pt x="287655" y="0"/>
                </a:lnTo>
                <a:lnTo>
                  <a:pt x="287655" y="222885"/>
                </a:lnTo>
                <a:close/>
              </a:path>
            </a:pathLst>
          </a:custGeom>
          <a:solidFill xmlns:a="http://schemas.openxmlformats.org/drawingml/2006/main">
            <a:srgbClr val="041E42"/>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61" name="Freihandform: Form 160">
            <a:extLst xmlns:a="http://schemas.openxmlformats.org/drawingml/2006/main">
              <a:ext uri="{FF2B5EF4-FFF2-40B4-BE49-F238E27FC236}">
                <a16:creationId xmlns:a16="http://schemas.microsoft.com/office/drawing/2014/main" id="{28E7B4C3-0E3A-4A63-A15B-FBBF0A790C9D}"/>
              </a:ext>
            </a:extLst>
          </p:cNvPr>
          <p:cNvSpPr>
            <a:spLocks xmlns:a="http://schemas.openxmlformats.org/drawingml/2006/main" noGrp="1"/>
          </p:cNvSpPr>
          <p:nvPr/>
        </p:nvSpPr>
        <p:spPr>
          <a:xfrm xmlns:a="http://schemas.openxmlformats.org/drawingml/2006/main" rot="0" flipH="0" flipV="0">
            <a:off x="2200343" y="329092"/>
            <a:ext cx="70809" cy="84676"/>
          </a:xfrm>
          <a:custGeom xmlns:a="http://schemas.openxmlformats.org/drawingml/2006/main">
            <a:gdLst>
              <a:gd name="connsiteX0" fmla="*/ 228600 w 228600"/>
              <a:gd name="connsiteY0" fmla="*/ 272415 h 273367"/>
              <a:gd name="connsiteX1" fmla="*/ 166688 w 228600"/>
              <a:gd name="connsiteY1" fmla="*/ 272415 h 273367"/>
              <a:gd name="connsiteX2" fmla="*/ 166688 w 228600"/>
              <a:gd name="connsiteY2" fmla="*/ 120015 h 273367"/>
              <a:gd name="connsiteX3" fmla="*/ 117158 w 228600"/>
              <a:gd name="connsiteY3" fmla="*/ 55245 h 273367"/>
              <a:gd name="connsiteX4" fmla="*/ 61913 w 228600"/>
              <a:gd name="connsiteY4" fmla="*/ 120015 h 273367"/>
              <a:gd name="connsiteX5" fmla="*/ 61913 w 228600"/>
              <a:gd name="connsiteY5" fmla="*/ 273368 h 273367"/>
              <a:gd name="connsiteX6" fmla="*/ 0 w 228600"/>
              <a:gd name="connsiteY6" fmla="*/ 273368 h 273367"/>
              <a:gd name="connsiteX7" fmla="*/ 0 w 228600"/>
              <a:gd name="connsiteY7" fmla="*/ 6668 h 273367"/>
              <a:gd name="connsiteX8" fmla="*/ 61913 w 228600"/>
              <a:gd name="connsiteY8" fmla="*/ 6668 h 273367"/>
              <a:gd name="connsiteX9" fmla="*/ 61913 w 228600"/>
              <a:gd name="connsiteY9" fmla="*/ 39053 h 273367"/>
              <a:gd name="connsiteX10" fmla="*/ 62865 w 228600"/>
              <a:gd name="connsiteY10" fmla="*/ 39053 h 273367"/>
              <a:gd name="connsiteX11" fmla="*/ 140970 w 228600"/>
              <a:gd name="connsiteY11" fmla="*/ 0 h 273367"/>
              <a:gd name="connsiteX12" fmla="*/ 228600 w 228600"/>
              <a:gd name="connsiteY12" fmla="*/ 107632 h 273367"/>
              <a:gd name="connsiteX13" fmla="*/ 228600 w 228600"/>
              <a:gd name="connsiteY13" fmla="*/ 272415 h 273367"/>
            </a:gdLst>
            <a:rect l="l" t="t" r="r" b="b"/>
            <a:pathLst>
              <a:path w="228600" h="273367">
                <a:moveTo>
                  <a:pt x="228600" y="272415"/>
                </a:moveTo>
                <a:lnTo>
                  <a:pt x="166688" y="272415"/>
                </a:lnTo>
                <a:lnTo>
                  <a:pt x="166688" y="120015"/>
                </a:lnTo>
                <a:cubicBezTo>
                  <a:pt x="166688" y="80963"/>
                  <a:pt x="155258" y="55245"/>
                  <a:pt x="117158" y="55245"/>
                </a:cubicBezTo>
                <a:cubicBezTo>
                  <a:pt x="73343" y="55245"/>
                  <a:pt x="61913" y="90488"/>
                  <a:pt x="61913" y="120015"/>
                </a:cubicBezTo>
                <a:lnTo>
                  <a:pt x="61913" y="273368"/>
                </a:lnTo>
                <a:lnTo>
                  <a:pt x="0" y="273368"/>
                </a:lnTo>
                <a:lnTo>
                  <a:pt x="0" y="6668"/>
                </a:lnTo>
                <a:lnTo>
                  <a:pt x="61913" y="6668"/>
                </a:lnTo>
                <a:lnTo>
                  <a:pt x="61913" y="39053"/>
                </a:lnTo>
                <a:lnTo>
                  <a:pt x="62865" y="39053"/>
                </a:lnTo>
                <a:cubicBezTo>
                  <a:pt x="79058" y="15240"/>
                  <a:pt x="106680" y="0"/>
                  <a:pt x="140970" y="0"/>
                </a:cubicBezTo>
                <a:cubicBezTo>
                  <a:pt x="201930" y="0"/>
                  <a:pt x="228600" y="44768"/>
                  <a:pt x="228600" y="107632"/>
                </a:cubicBezTo>
                <a:lnTo>
                  <a:pt x="228600" y="272415"/>
                </a:lnTo>
                <a:close/>
              </a:path>
            </a:pathLst>
          </a:custGeom>
          <a:solidFill xmlns:a="http://schemas.openxmlformats.org/drawingml/2006/main">
            <a:srgbClr val="041E42"/>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62" name="Freihandform: Form 161">
            <a:extLst xmlns:a="http://schemas.openxmlformats.org/drawingml/2006/main">
              <a:ext uri="{FF2B5EF4-FFF2-40B4-BE49-F238E27FC236}">
                <a16:creationId xmlns:a16="http://schemas.microsoft.com/office/drawing/2014/main" id="{DE83242C-3DAB-4186-A2CF-ABC5CE556834}"/>
              </a:ext>
            </a:extLst>
          </p:cNvPr>
          <p:cNvSpPr>
            <a:spLocks xmlns:a="http://schemas.openxmlformats.org/drawingml/2006/main" noGrp="1"/>
          </p:cNvSpPr>
          <p:nvPr/>
        </p:nvSpPr>
        <p:spPr>
          <a:xfrm xmlns:a="http://schemas.openxmlformats.org/drawingml/2006/main" rot="0" flipH="0" flipV="0">
            <a:off x="2292986" y="294277"/>
            <a:ext cx="24488" cy="119196"/>
          </a:xfrm>
          <a:custGeom xmlns:a="http://schemas.openxmlformats.org/drawingml/2006/main">
            <a:gdLst>
              <a:gd name="connsiteX0" fmla="*/ 79057 w 79057"/>
              <a:gd name="connsiteY0" fmla="*/ 38100 h 384810"/>
              <a:gd name="connsiteX1" fmla="*/ 39052 w 79057"/>
              <a:gd name="connsiteY1" fmla="*/ 76200 h 384810"/>
              <a:gd name="connsiteX2" fmla="*/ 0 w 79057"/>
              <a:gd name="connsiteY2" fmla="*/ 38100 h 384810"/>
              <a:gd name="connsiteX3" fmla="*/ 39052 w 79057"/>
              <a:gd name="connsiteY3" fmla="*/ 0 h 384810"/>
              <a:gd name="connsiteX4" fmla="*/ 79057 w 79057"/>
              <a:gd name="connsiteY4" fmla="*/ 38100 h 384810"/>
              <a:gd name="connsiteX5" fmla="*/ 70485 w 79057"/>
              <a:gd name="connsiteY5" fmla="*/ 384810 h 384810"/>
              <a:gd name="connsiteX6" fmla="*/ 8573 w 79057"/>
              <a:gd name="connsiteY6" fmla="*/ 384810 h 384810"/>
              <a:gd name="connsiteX7" fmla="*/ 8573 w 79057"/>
              <a:gd name="connsiteY7" fmla="*/ 118110 h 384810"/>
              <a:gd name="connsiteX8" fmla="*/ 70485 w 79057"/>
              <a:gd name="connsiteY8" fmla="*/ 118110 h 384810"/>
              <a:gd name="connsiteX9" fmla="*/ 70485 w 79057"/>
              <a:gd name="connsiteY9" fmla="*/ 384810 h 384810"/>
            </a:gdLst>
            <a:rect l="l" t="t" r="r" b="b"/>
            <a:pathLst>
              <a:path w="79057" h="384810">
                <a:moveTo>
                  <a:pt x="79057" y="38100"/>
                </a:moveTo>
                <a:cubicBezTo>
                  <a:pt x="79057" y="60007"/>
                  <a:pt x="60960" y="76200"/>
                  <a:pt x="39052" y="76200"/>
                </a:cubicBezTo>
                <a:cubicBezTo>
                  <a:pt x="17145" y="76200"/>
                  <a:pt x="0" y="60960"/>
                  <a:pt x="0" y="38100"/>
                </a:cubicBezTo>
                <a:cubicBezTo>
                  <a:pt x="0" y="16193"/>
                  <a:pt x="18098" y="0"/>
                  <a:pt x="39052" y="0"/>
                </a:cubicBezTo>
                <a:cubicBezTo>
                  <a:pt x="60960" y="0"/>
                  <a:pt x="79057" y="16193"/>
                  <a:pt x="79057" y="38100"/>
                </a:cubicBezTo>
                <a:close/>
                <a:moveTo>
                  <a:pt x="70485" y="384810"/>
                </a:moveTo>
                <a:lnTo>
                  <a:pt x="8573" y="384810"/>
                </a:lnTo>
                <a:lnTo>
                  <a:pt x="8573" y="118110"/>
                </a:lnTo>
                <a:lnTo>
                  <a:pt x="70485" y="118110"/>
                </a:lnTo>
                <a:lnTo>
                  <a:pt x="70485" y="384810"/>
                </a:lnTo>
                <a:close/>
              </a:path>
            </a:pathLst>
          </a:custGeom>
          <a:solidFill xmlns:a="http://schemas.openxmlformats.org/drawingml/2006/main">
            <a:srgbClr val="041E42"/>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63" name="Freihandform: Form 162">
            <a:extLst xmlns:a="http://schemas.openxmlformats.org/drawingml/2006/main">
              <a:ext uri="{FF2B5EF4-FFF2-40B4-BE49-F238E27FC236}">
                <a16:creationId xmlns:a16="http://schemas.microsoft.com/office/drawing/2014/main" id="{CE94665A-1959-4E8D-8843-30D9AA88A120}"/>
              </a:ext>
            </a:extLst>
          </p:cNvPr>
          <p:cNvSpPr>
            <a:spLocks xmlns:a="http://schemas.openxmlformats.org/drawingml/2006/main" noGrp="1"/>
          </p:cNvSpPr>
          <p:nvPr/>
        </p:nvSpPr>
        <p:spPr>
          <a:xfrm xmlns:a="http://schemas.openxmlformats.org/drawingml/2006/main" rot="0" flipH="0" flipV="0">
            <a:off x="2331046" y="331157"/>
            <a:ext cx="80251" cy="82611"/>
          </a:xfrm>
          <a:custGeom xmlns:a="http://schemas.openxmlformats.org/drawingml/2006/main">
            <a:gdLst>
              <a:gd name="connsiteX0" fmla="*/ 259080 w 259079"/>
              <a:gd name="connsiteY0" fmla="*/ 0 h 266700"/>
              <a:gd name="connsiteX1" fmla="*/ 161925 w 259079"/>
              <a:gd name="connsiteY1" fmla="*/ 266700 h 266700"/>
              <a:gd name="connsiteX2" fmla="*/ 97155 w 259079"/>
              <a:gd name="connsiteY2" fmla="*/ 266700 h 266700"/>
              <a:gd name="connsiteX3" fmla="*/ 0 w 259079"/>
              <a:gd name="connsiteY3" fmla="*/ 0 h 266700"/>
              <a:gd name="connsiteX4" fmla="*/ 68580 w 259079"/>
              <a:gd name="connsiteY4" fmla="*/ 0 h 266700"/>
              <a:gd name="connsiteX5" fmla="*/ 129540 w 259079"/>
              <a:gd name="connsiteY5" fmla="*/ 193358 h 266700"/>
              <a:gd name="connsiteX6" fmla="*/ 130492 w 259079"/>
              <a:gd name="connsiteY6" fmla="*/ 193358 h 266700"/>
              <a:gd name="connsiteX7" fmla="*/ 191452 w 259079"/>
              <a:gd name="connsiteY7" fmla="*/ 0 h 266700"/>
              <a:gd name="connsiteX8" fmla="*/ 259080 w 259079"/>
              <a:gd name="connsiteY8" fmla="*/ 0 h 266700"/>
            </a:gdLst>
            <a:rect l="l" t="t" r="r" b="b"/>
            <a:pathLst>
              <a:path w="259079" h="266700">
                <a:moveTo>
                  <a:pt x="259080" y="0"/>
                </a:moveTo>
                <a:lnTo>
                  <a:pt x="161925" y="266700"/>
                </a:lnTo>
                <a:lnTo>
                  <a:pt x="97155" y="266700"/>
                </a:lnTo>
                <a:lnTo>
                  <a:pt x="0" y="0"/>
                </a:lnTo>
                <a:lnTo>
                  <a:pt x="68580" y="0"/>
                </a:lnTo>
                <a:lnTo>
                  <a:pt x="129540" y="193358"/>
                </a:lnTo>
                <a:lnTo>
                  <a:pt x="130492" y="193358"/>
                </a:lnTo>
                <a:lnTo>
                  <a:pt x="191452" y="0"/>
                </a:lnTo>
                <a:lnTo>
                  <a:pt x="259080" y="0"/>
                </a:lnTo>
                <a:close/>
              </a:path>
            </a:pathLst>
          </a:custGeom>
          <a:solidFill xmlns:a="http://schemas.openxmlformats.org/drawingml/2006/main">
            <a:srgbClr val="041E42"/>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64" name="Freihandform: Form 163">
            <a:extLst xmlns:a="http://schemas.openxmlformats.org/drawingml/2006/main">
              <a:ext uri="{FF2B5EF4-FFF2-40B4-BE49-F238E27FC236}">
                <a16:creationId xmlns:a16="http://schemas.microsoft.com/office/drawing/2014/main" id="{6D37DE7E-42BD-43AE-AD54-7C9257288F34}"/>
              </a:ext>
            </a:extLst>
          </p:cNvPr>
          <p:cNvSpPr>
            <a:spLocks xmlns:a="http://schemas.openxmlformats.org/drawingml/2006/main" noGrp="1"/>
          </p:cNvSpPr>
          <p:nvPr/>
        </p:nvSpPr>
        <p:spPr>
          <a:xfrm xmlns:a="http://schemas.openxmlformats.org/drawingml/2006/main" rot="0" flipH="0" flipV="0">
            <a:off x="2420149" y="329092"/>
            <a:ext cx="75235" cy="86446"/>
          </a:xfrm>
          <a:custGeom xmlns:a="http://schemas.openxmlformats.org/drawingml/2006/main">
            <a:gdLst>
              <a:gd name="connsiteX0" fmla="*/ 132398 w 242887"/>
              <a:gd name="connsiteY0" fmla="*/ 279083 h 279082"/>
              <a:gd name="connsiteX1" fmla="*/ 0 w 242887"/>
              <a:gd name="connsiteY1" fmla="*/ 139065 h 279082"/>
              <a:gd name="connsiteX2" fmla="*/ 124778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8 w 242887"/>
              <a:gd name="connsiteY6" fmla="*/ 225743 h 279082"/>
              <a:gd name="connsiteX7" fmla="*/ 198120 w 242887"/>
              <a:gd name="connsiteY7" fmla="*/ 194310 h 279082"/>
              <a:gd name="connsiteX8" fmla="*/ 237173 w 242887"/>
              <a:gd name="connsiteY8" fmla="*/ 235268 h 279082"/>
              <a:gd name="connsiteX9" fmla="*/ 132398 w 242887"/>
              <a:gd name="connsiteY9" fmla="*/ 279083 h 279082"/>
              <a:gd name="connsiteX10" fmla="*/ 62865 w 242887"/>
              <a:gd name="connsiteY10" fmla="*/ 115253 h 279082"/>
              <a:gd name="connsiteX11" fmla="*/ 183833 w 242887"/>
              <a:gd name="connsiteY11" fmla="*/ 115253 h 279082"/>
              <a:gd name="connsiteX12" fmla="*/ 124778 w 242887"/>
              <a:gd name="connsiteY12" fmla="*/ 50482 h 279082"/>
              <a:gd name="connsiteX13" fmla="*/ 62865 w 242887"/>
              <a:gd name="connsiteY13" fmla="*/ 115253 h 279082"/>
            </a:gdLst>
            <a:rect l="l" t="t" r="r" b="b"/>
            <a:pathLst>
              <a:path w="242887" h="279082">
                <a:moveTo>
                  <a:pt x="132398" y="279083"/>
                </a:moveTo>
                <a:cubicBezTo>
                  <a:pt x="53340" y="279083"/>
                  <a:pt x="0" y="222885"/>
                  <a:pt x="0" y="139065"/>
                </a:cubicBezTo>
                <a:cubicBezTo>
                  <a:pt x="0" y="56197"/>
                  <a:pt x="50483" y="0"/>
                  <a:pt x="124778" y="0"/>
                </a:cubicBezTo>
                <a:cubicBezTo>
                  <a:pt x="196215" y="0"/>
                  <a:pt x="242888" y="53340"/>
                  <a:pt x="242888" y="135255"/>
                </a:cubicBezTo>
                <a:cubicBezTo>
                  <a:pt x="242888" y="143828"/>
                  <a:pt x="241935" y="153353"/>
                  <a:pt x="241935" y="160972"/>
                </a:cubicBezTo>
                <a:lnTo>
                  <a:pt x="62865" y="160972"/>
                </a:lnTo>
                <a:cubicBezTo>
                  <a:pt x="69533" y="201930"/>
                  <a:pt x="94298" y="225743"/>
                  <a:pt x="132398" y="225743"/>
                </a:cubicBezTo>
                <a:cubicBezTo>
                  <a:pt x="157163" y="225743"/>
                  <a:pt x="177165" y="216218"/>
                  <a:pt x="198120" y="194310"/>
                </a:cubicBezTo>
                <a:lnTo>
                  <a:pt x="237173" y="235268"/>
                </a:lnTo>
                <a:cubicBezTo>
                  <a:pt x="206693" y="264795"/>
                  <a:pt x="173355" y="279083"/>
                  <a:pt x="132398" y="279083"/>
                </a:cubicBezTo>
                <a:close/>
                <a:moveTo>
                  <a:pt x="62865" y="115253"/>
                </a:moveTo>
                <a:lnTo>
                  <a:pt x="183833" y="115253"/>
                </a:lnTo>
                <a:cubicBezTo>
                  <a:pt x="180975" y="74295"/>
                  <a:pt x="160020" y="50482"/>
                  <a:pt x="124778" y="50482"/>
                </a:cubicBezTo>
                <a:cubicBezTo>
                  <a:pt x="90488" y="50482"/>
                  <a:pt x="68580" y="74295"/>
                  <a:pt x="62865" y="115253"/>
                </a:cubicBezTo>
                <a:close/>
              </a:path>
            </a:pathLst>
          </a:custGeom>
          <a:solidFill xmlns:a="http://schemas.openxmlformats.org/drawingml/2006/main">
            <a:srgbClr val="041E42"/>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66" name="Freihandform: Form 165">
            <a:extLst xmlns:a="http://schemas.openxmlformats.org/drawingml/2006/main">
              <a:ext uri="{FF2B5EF4-FFF2-40B4-BE49-F238E27FC236}">
                <a16:creationId xmlns:a16="http://schemas.microsoft.com/office/drawing/2014/main" id="{EA89A64B-C979-45EC-B4F6-949EB2001B5D}"/>
              </a:ext>
            </a:extLst>
          </p:cNvPr>
          <p:cNvSpPr>
            <a:spLocks xmlns:a="http://schemas.openxmlformats.org/drawingml/2006/main" noGrp="1"/>
          </p:cNvSpPr>
          <p:nvPr/>
        </p:nvSpPr>
        <p:spPr>
          <a:xfrm xmlns:a="http://schemas.openxmlformats.org/drawingml/2006/main" rot="0" flipH="0" flipV="0">
            <a:off x="2517217" y="329016"/>
            <a:ext cx="49567" cy="84456"/>
          </a:xfrm>
          <a:custGeom xmlns:a="http://schemas.openxmlformats.org/drawingml/2006/main">
            <a:gdLst>
              <a:gd name="connsiteX0" fmla="*/ 160020 w 160019"/>
              <a:gd name="connsiteY0" fmla="*/ 5005 h 272657"/>
              <a:gd name="connsiteX1" fmla="*/ 150495 w 160019"/>
              <a:gd name="connsiteY1" fmla="*/ 68823 h 272657"/>
              <a:gd name="connsiteX2" fmla="*/ 116205 w 160019"/>
              <a:gd name="connsiteY2" fmla="*/ 60250 h 272657"/>
              <a:gd name="connsiteX3" fmla="*/ 61913 w 160019"/>
              <a:gd name="connsiteY3" fmla="*/ 135498 h 272657"/>
              <a:gd name="connsiteX4" fmla="*/ 61913 w 160019"/>
              <a:gd name="connsiteY4" fmla="*/ 272658 h 272657"/>
              <a:gd name="connsiteX5" fmla="*/ 0 w 160019"/>
              <a:gd name="connsiteY5" fmla="*/ 272658 h 272657"/>
              <a:gd name="connsiteX6" fmla="*/ 0 w 160019"/>
              <a:gd name="connsiteY6" fmla="*/ 5958 h 272657"/>
              <a:gd name="connsiteX7" fmla="*/ 60960 w 160019"/>
              <a:gd name="connsiteY7" fmla="*/ 5958 h 272657"/>
              <a:gd name="connsiteX8" fmla="*/ 60960 w 160019"/>
              <a:gd name="connsiteY8" fmla="*/ 40248 h 272657"/>
              <a:gd name="connsiteX9" fmla="*/ 61913 w 160019"/>
              <a:gd name="connsiteY9" fmla="*/ 40248 h 272657"/>
              <a:gd name="connsiteX10" fmla="*/ 131445 w 160019"/>
              <a:gd name="connsiteY10" fmla="*/ 243 h 272657"/>
              <a:gd name="connsiteX11" fmla="*/ 160020 w 160019"/>
              <a:gd name="connsiteY11" fmla="*/ 5005 h 272657"/>
            </a:gdLst>
            <a:rect l="l" t="t" r="r" b="b"/>
            <a:pathLst>
              <a:path w="160019" h="272657">
                <a:moveTo>
                  <a:pt x="160020" y="5005"/>
                </a:moveTo>
                <a:lnTo>
                  <a:pt x="150495" y="68823"/>
                </a:lnTo>
                <a:cubicBezTo>
                  <a:pt x="140970" y="64060"/>
                  <a:pt x="129540" y="60250"/>
                  <a:pt x="116205" y="60250"/>
                </a:cubicBezTo>
                <a:cubicBezTo>
                  <a:pt x="73343"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8" y="-710"/>
                  <a:pt x="150495" y="1195"/>
                  <a:pt x="160020" y="5005"/>
                </a:cubicBezTo>
                <a:close/>
              </a:path>
            </a:pathLst>
          </a:custGeom>
          <a:solidFill xmlns:a="http://schemas.openxmlformats.org/drawingml/2006/main">
            <a:srgbClr val="041E42"/>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67" name="Freihandform: Form 166">
            <a:extLst xmlns:a="http://schemas.openxmlformats.org/drawingml/2006/main">
              <a:ext uri="{FF2B5EF4-FFF2-40B4-BE49-F238E27FC236}">
                <a16:creationId xmlns:a16="http://schemas.microsoft.com/office/drawing/2014/main" id="{D8F4E6F5-DCF7-4013-87A5-43A2566A3AD9}"/>
              </a:ext>
            </a:extLst>
          </p:cNvPr>
          <p:cNvSpPr>
            <a:spLocks xmlns:a="http://schemas.openxmlformats.org/drawingml/2006/main" noGrp="1"/>
          </p:cNvSpPr>
          <p:nvPr/>
        </p:nvSpPr>
        <p:spPr>
          <a:xfrm xmlns:a="http://schemas.openxmlformats.org/drawingml/2006/main" rot="0" flipH="0" flipV="0">
            <a:off x="2575931" y="328796"/>
            <a:ext cx="63728" cy="86741"/>
          </a:xfrm>
          <a:custGeom xmlns:a="http://schemas.openxmlformats.org/drawingml/2006/main">
            <a:gdLst>
              <a:gd name="connsiteX0" fmla="*/ 29527 w 205739"/>
              <a:gd name="connsiteY0" fmla="*/ 198120 h 280034"/>
              <a:gd name="connsiteX1" fmla="*/ 104775 w 205739"/>
              <a:gd name="connsiteY1" fmla="*/ 227647 h 280034"/>
              <a:gd name="connsiteX2" fmla="*/ 143827 w 205739"/>
              <a:gd name="connsiteY2" fmla="*/ 200978 h 280034"/>
              <a:gd name="connsiteX3" fmla="*/ 10477 w 205739"/>
              <a:gd name="connsiteY3" fmla="*/ 82868 h 280034"/>
              <a:gd name="connsiteX4" fmla="*/ 111442 w 205739"/>
              <a:gd name="connsiteY4" fmla="*/ 0 h 280034"/>
              <a:gd name="connsiteX5" fmla="*/ 203835 w 205739"/>
              <a:gd name="connsiteY5" fmla="*/ 27622 h 280034"/>
              <a:gd name="connsiteX6" fmla="*/ 174307 w 205739"/>
              <a:gd name="connsiteY6" fmla="*/ 76200 h 280034"/>
              <a:gd name="connsiteX7" fmla="*/ 110490 w 205739"/>
              <a:gd name="connsiteY7" fmla="*/ 52387 h 280034"/>
              <a:gd name="connsiteX8" fmla="*/ 72390 w 205739"/>
              <a:gd name="connsiteY8" fmla="*/ 77153 h 280034"/>
              <a:gd name="connsiteX9" fmla="*/ 205740 w 205739"/>
              <a:gd name="connsiteY9" fmla="*/ 195262 h 280034"/>
              <a:gd name="connsiteX10" fmla="*/ 102870 w 205739"/>
              <a:gd name="connsiteY10" fmla="*/ 280035 h 280034"/>
              <a:gd name="connsiteX11" fmla="*/ 0 w 205739"/>
              <a:gd name="connsiteY11" fmla="*/ 247650 h 280034"/>
              <a:gd name="connsiteX12" fmla="*/ 29527 w 205739"/>
              <a:gd name="connsiteY12" fmla="*/ 198120 h 280034"/>
            </a:gdLst>
            <a:rect l="l" t="t" r="r" b="b"/>
            <a:pathLst>
              <a:path w="205739" h="280034">
                <a:moveTo>
                  <a:pt x="29527" y="198120"/>
                </a:moveTo>
                <a:cubicBezTo>
                  <a:pt x="56197" y="218122"/>
                  <a:pt x="80963" y="227647"/>
                  <a:pt x="104775" y="227647"/>
                </a:cubicBezTo>
                <a:cubicBezTo>
                  <a:pt x="127635" y="227647"/>
                  <a:pt x="143827" y="217170"/>
                  <a:pt x="143827" y="200978"/>
                </a:cubicBezTo>
                <a:cubicBezTo>
                  <a:pt x="143827" y="155258"/>
                  <a:pt x="10477" y="171450"/>
                  <a:pt x="10477" y="82868"/>
                </a:cubicBezTo>
                <a:cubicBezTo>
                  <a:pt x="10477" y="33338"/>
                  <a:pt x="51435" y="0"/>
                  <a:pt x="111442" y="0"/>
                </a:cubicBezTo>
                <a:cubicBezTo>
                  <a:pt x="143827" y="0"/>
                  <a:pt x="175260" y="9525"/>
                  <a:pt x="203835" y="27622"/>
                </a:cubicBezTo>
                <a:lnTo>
                  <a:pt x="174307" y="76200"/>
                </a:lnTo>
                <a:cubicBezTo>
                  <a:pt x="151447" y="60960"/>
                  <a:pt x="130492" y="52387"/>
                  <a:pt x="110490" y="52387"/>
                </a:cubicBezTo>
                <a:cubicBezTo>
                  <a:pt x="87630" y="52387"/>
                  <a:pt x="72390" y="61912"/>
                  <a:pt x="72390" y="77153"/>
                </a:cubicBezTo>
                <a:cubicBezTo>
                  <a:pt x="72390" y="120968"/>
                  <a:pt x="205740" y="105728"/>
                  <a:pt x="205740" y="195262"/>
                </a:cubicBezTo>
                <a:cubicBezTo>
                  <a:pt x="205740" y="245745"/>
                  <a:pt x="164782" y="280035"/>
                  <a:pt x="102870" y="280035"/>
                </a:cubicBezTo>
                <a:cubicBezTo>
                  <a:pt x="67627" y="280035"/>
                  <a:pt x="31432" y="268605"/>
                  <a:pt x="0" y="247650"/>
                </a:cubicBezTo>
                <a:lnTo>
                  <a:pt x="29527" y="198120"/>
                </a:lnTo>
                <a:close/>
              </a:path>
            </a:pathLst>
          </a:custGeom>
          <a:solidFill xmlns:a="http://schemas.openxmlformats.org/drawingml/2006/main">
            <a:srgbClr val="041E42"/>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69" name="Freihandform: Form 168">
            <a:extLst xmlns:a="http://schemas.openxmlformats.org/drawingml/2006/main">
              <a:ext uri="{FF2B5EF4-FFF2-40B4-BE49-F238E27FC236}">
                <a16:creationId xmlns:a16="http://schemas.microsoft.com/office/drawing/2014/main" id="{08B40D83-75AF-478E-9E62-44910A1F67F1}"/>
              </a:ext>
            </a:extLst>
          </p:cNvPr>
          <p:cNvSpPr>
            <a:spLocks xmlns:a="http://schemas.openxmlformats.org/drawingml/2006/main" noGrp="1"/>
          </p:cNvSpPr>
          <p:nvPr/>
        </p:nvSpPr>
        <p:spPr>
          <a:xfrm xmlns:a="http://schemas.openxmlformats.org/drawingml/2006/main" rot="0" flipH="0" flipV="0">
            <a:off x="2657657" y="294277"/>
            <a:ext cx="24488" cy="119196"/>
          </a:xfrm>
          <a:custGeom xmlns:a="http://schemas.openxmlformats.org/drawingml/2006/main">
            <a:gdLst>
              <a:gd name="connsiteX0" fmla="*/ 79058 w 79057"/>
              <a:gd name="connsiteY0" fmla="*/ 38100 h 384810"/>
              <a:gd name="connsiteX1" fmla="*/ 39053 w 79057"/>
              <a:gd name="connsiteY1" fmla="*/ 76200 h 384810"/>
              <a:gd name="connsiteX2" fmla="*/ 0 w 79057"/>
              <a:gd name="connsiteY2" fmla="*/ 38100 h 384810"/>
              <a:gd name="connsiteX3" fmla="*/ 39053 w 79057"/>
              <a:gd name="connsiteY3" fmla="*/ 0 h 384810"/>
              <a:gd name="connsiteX4" fmla="*/ 79058 w 79057"/>
              <a:gd name="connsiteY4" fmla="*/ 38100 h 384810"/>
              <a:gd name="connsiteX5" fmla="*/ 70485 w 79057"/>
              <a:gd name="connsiteY5" fmla="*/ 384810 h 384810"/>
              <a:gd name="connsiteX6" fmla="*/ 8573 w 79057"/>
              <a:gd name="connsiteY6" fmla="*/ 384810 h 384810"/>
              <a:gd name="connsiteX7" fmla="*/ 8573 w 79057"/>
              <a:gd name="connsiteY7" fmla="*/ 118110 h 384810"/>
              <a:gd name="connsiteX8" fmla="*/ 70485 w 79057"/>
              <a:gd name="connsiteY8" fmla="*/ 118110 h 384810"/>
              <a:gd name="connsiteX9" fmla="*/ 70485 w 79057"/>
              <a:gd name="connsiteY9" fmla="*/ 384810 h 384810"/>
            </a:gdLst>
            <a:rect l="l" t="t" r="r" b="b"/>
            <a:pathLst>
              <a:path w="79057" h="384810">
                <a:moveTo>
                  <a:pt x="79058" y="38100"/>
                </a:moveTo>
                <a:cubicBezTo>
                  <a:pt x="79058" y="60007"/>
                  <a:pt x="60960" y="76200"/>
                  <a:pt x="39053" y="76200"/>
                </a:cubicBezTo>
                <a:cubicBezTo>
                  <a:pt x="17145" y="76200"/>
                  <a:pt x="0" y="60960"/>
                  <a:pt x="0" y="38100"/>
                </a:cubicBezTo>
                <a:cubicBezTo>
                  <a:pt x="0" y="16193"/>
                  <a:pt x="18098" y="0"/>
                  <a:pt x="39053" y="0"/>
                </a:cubicBezTo>
                <a:cubicBezTo>
                  <a:pt x="60960" y="0"/>
                  <a:pt x="79058" y="16193"/>
                  <a:pt x="79058" y="38100"/>
                </a:cubicBezTo>
                <a:close/>
                <a:moveTo>
                  <a:pt x="70485" y="384810"/>
                </a:moveTo>
                <a:lnTo>
                  <a:pt x="8573" y="384810"/>
                </a:lnTo>
                <a:lnTo>
                  <a:pt x="8573" y="118110"/>
                </a:lnTo>
                <a:lnTo>
                  <a:pt x="70485" y="118110"/>
                </a:lnTo>
                <a:lnTo>
                  <a:pt x="70485" y="384810"/>
                </a:lnTo>
                <a:close/>
              </a:path>
            </a:pathLst>
          </a:custGeom>
          <a:solidFill xmlns:a="http://schemas.openxmlformats.org/drawingml/2006/main">
            <a:srgbClr val="041E42"/>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70" name="Freihandform: Form 169">
            <a:extLst xmlns:a="http://schemas.openxmlformats.org/drawingml/2006/main">
              <a:ext uri="{FF2B5EF4-FFF2-40B4-BE49-F238E27FC236}">
                <a16:creationId xmlns:a16="http://schemas.microsoft.com/office/drawing/2014/main" id="{4450C88D-A2CC-4995-B198-B8121FB36D4E}"/>
              </a:ext>
            </a:extLst>
          </p:cNvPr>
          <p:cNvSpPr>
            <a:spLocks xmlns:a="http://schemas.openxmlformats.org/drawingml/2006/main" noGrp="1"/>
          </p:cNvSpPr>
          <p:nvPr/>
        </p:nvSpPr>
        <p:spPr>
          <a:xfrm xmlns:a="http://schemas.openxmlformats.org/drawingml/2006/main" rot="0" flipH="0" flipV="0">
            <a:off x="2696013" y="304603"/>
            <a:ext cx="51336" cy="110934"/>
          </a:xfrm>
          <a:custGeom xmlns:a="http://schemas.openxmlformats.org/drawingml/2006/main">
            <a:gdLst>
              <a:gd name="connsiteX0" fmla="*/ 165735 w 165735"/>
              <a:gd name="connsiteY0" fmla="*/ 295275 h 358139"/>
              <a:gd name="connsiteX1" fmla="*/ 165735 w 165735"/>
              <a:gd name="connsiteY1" fmla="*/ 348615 h 358139"/>
              <a:gd name="connsiteX2" fmla="*/ 113348 w 165735"/>
              <a:gd name="connsiteY2" fmla="*/ 358140 h 358139"/>
              <a:gd name="connsiteX3" fmla="*/ 40958 w 165735"/>
              <a:gd name="connsiteY3" fmla="*/ 282892 h 358139"/>
              <a:gd name="connsiteX4" fmla="*/ 40958 w 165735"/>
              <a:gd name="connsiteY4" fmla="*/ 137160 h 358139"/>
              <a:gd name="connsiteX5" fmla="*/ 0 w 165735"/>
              <a:gd name="connsiteY5" fmla="*/ 137160 h 358139"/>
              <a:gd name="connsiteX6" fmla="*/ 0 w 165735"/>
              <a:gd name="connsiteY6" fmla="*/ 85725 h 358139"/>
              <a:gd name="connsiteX7" fmla="*/ 40005 w 165735"/>
              <a:gd name="connsiteY7" fmla="*/ 85725 h 358139"/>
              <a:gd name="connsiteX8" fmla="*/ 40005 w 165735"/>
              <a:gd name="connsiteY8" fmla="*/ 13335 h 358139"/>
              <a:gd name="connsiteX9" fmla="*/ 101918 w 165735"/>
              <a:gd name="connsiteY9" fmla="*/ 0 h 358139"/>
              <a:gd name="connsiteX10" fmla="*/ 101918 w 165735"/>
              <a:gd name="connsiteY10" fmla="*/ 86677 h 358139"/>
              <a:gd name="connsiteX11" fmla="*/ 165735 w 165735"/>
              <a:gd name="connsiteY11" fmla="*/ 86677 h 358139"/>
              <a:gd name="connsiteX12" fmla="*/ 165735 w 165735"/>
              <a:gd name="connsiteY12" fmla="*/ 138113 h 358139"/>
              <a:gd name="connsiteX13" fmla="*/ 101918 w 165735"/>
              <a:gd name="connsiteY13" fmla="*/ 138113 h 358139"/>
              <a:gd name="connsiteX14" fmla="*/ 101918 w 165735"/>
              <a:gd name="connsiteY14" fmla="*/ 269558 h 358139"/>
              <a:gd name="connsiteX15" fmla="*/ 130493 w 165735"/>
              <a:gd name="connsiteY15" fmla="*/ 304800 h 358139"/>
              <a:gd name="connsiteX16" fmla="*/ 165735 w 165735"/>
              <a:gd name="connsiteY16" fmla="*/ 295275 h 358139"/>
            </a:gdLst>
            <a:rect l="l" t="t" r="r" b="b"/>
            <a:pathLst>
              <a:path w="165735" h="358139">
                <a:moveTo>
                  <a:pt x="165735" y="295275"/>
                </a:moveTo>
                <a:lnTo>
                  <a:pt x="165735" y="348615"/>
                </a:lnTo>
                <a:cubicBezTo>
                  <a:pt x="152400" y="355283"/>
                  <a:pt x="131445" y="358140"/>
                  <a:pt x="113348" y="358140"/>
                </a:cubicBezTo>
                <a:cubicBezTo>
                  <a:pt x="66675" y="358140"/>
                  <a:pt x="40958" y="331470"/>
                  <a:pt x="40958" y="282892"/>
                </a:cubicBezTo>
                <a:lnTo>
                  <a:pt x="40958" y="137160"/>
                </a:lnTo>
                <a:lnTo>
                  <a:pt x="0" y="137160"/>
                </a:lnTo>
                <a:lnTo>
                  <a:pt x="0" y="85725"/>
                </a:lnTo>
                <a:lnTo>
                  <a:pt x="40005" y="85725"/>
                </a:lnTo>
                <a:lnTo>
                  <a:pt x="40005" y="13335"/>
                </a:lnTo>
                <a:lnTo>
                  <a:pt x="101918" y="0"/>
                </a:lnTo>
                <a:lnTo>
                  <a:pt x="101918" y="86677"/>
                </a:lnTo>
                <a:lnTo>
                  <a:pt x="165735" y="86677"/>
                </a:lnTo>
                <a:lnTo>
                  <a:pt x="165735" y="138113"/>
                </a:lnTo>
                <a:lnTo>
                  <a:pt x="101918" y="138113"/>
                </a:lnTo>
                <a:lnTo>
                  <a:pt x="101918" y="269558"/>
                </a:lnTo>
                <a:cubicBezTo>
                  <a:pt x="101918" y="294323"/>
                  <a:pt x="110490" y="304800"/>
                  <a:pt x="130493" y="304800"/>
                </a:cubicBezTo>
                <a:cubicBezTo>
                  <a:pt x="141923" y="303848"/>
                  <a:pt x="155258" y="300038"/>
                  <a:pt x="165735" y="295275"/>
                </a:cubicBezTo>
                <a:close/>
              </a:path>
            </a:pathLst>
          </a:custGeom>
          <a:solidFill xmlns:a="http://schemas.openxmlformats.org/drawingml/2006/main">
            <a:srgbClr val="041E42"/>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71" name="Freihandform: Form 170">
            <a:extLst xmlns:a="http://schemas.openxmlformats.org/drawingml/2006/main">
              <a:ext uri="{FF2B5EF4-FFF2-40B4-BE49-F238E27FC236}">
                <a16:creationId xmlns:a16="http://schemas.microsoft.com/office/drawing/2014/main" id="{170097FC-1C77-4FDF-AEC4-E77CD945C51D}"/>
              </a:ext>
            </a:extLst>
          </p:cNvPr>
          <p:cNvSpPr>
            <a:spLocks xmlns:a="http://schemas.openxmlformats.org/drawingml/2006/main" noGrp="1"/>
          </p:cNvSpPr>
          <p:nvPr/>
        </p:nvSpPr>
        <p:spPr>
          <a:xfrm xmlns:a="http://schemas.openxmlformats.org/drawingml/2006/main" rot="0" flipH="0" flipV="0">
            <a:off x="2762397" y="295752"/>
            <a:ext cx="69925" cy="119786"/>
          </a:xfrm>
          <a:custGeom xmlns:a="http://schemas.openxmlformats.org/drawingml/2006/main">
            <a:gdLst>
              <a:gd name="connsiteX0" fmla="*/ 114300 w 225742"/>
              <a:gd name="connsiteY0" fmla="*/ 215265 h 386714"/>
              <a:gd name="connsiteX1" fmla="*/ 164783 w 225742"/>
              <a:gd name="connsiteY1" fmla="*/ 220980 h 386714"/>
              <a:gd name="connsiteX2" fmla="*/ 164783 w 225742"/>
              <a:gd name="connsiteY2" fmla="*/ 211455 h 386714"/>
              <a:gd name="connsiteX3" fmla="*/ 105728 w 225742"/>
              <a:gd name="connsiteY3" fmla="*/ 160020 h 386714"/>
              <a:gd name="connsiteX4" fmla="*/ 38100 w 225742"/>
              <a:gd name="connsiteY4" fmla="*/ 175260 h 386714"/>
              <a:gd name="connsiteX5" fmla="*/ 24765 w 225742"/>
              <a:gd name="connsiteY5" fmla="*/ 122873 h 386714"/>
              <a:gd name="connsiteX6" fmla="*/ 112395 w 225742"/>
              <a:gd name="connsiteY6" fmla="*/ 107632 h 386714"/>
              <a:gd name="connsiteX7" fmla="*/ 225743 w 225742"/>
              <a:gd name="connsiteY7" fmla="*/ 210502 h 386714"/>
              <a:gd name="connsiteX8" fmla="*/ 225743 w 225742"/>
              <a:gd name="connsiteY8" fmla="*/ 381000 h 386714"/>
              <a:gd name="connsiteX9" fmla="*/ 166688 w 225742"/>
              <a:gd name="connsiteY9" fmla="*/ 381000 h 386714"/>
              <a:gd name="connsiteX10" fmla="*/ 166688 w 225742"/>
              <a:gd name="connsiteY10" fmla="*/ 352425 h 386714"/>
              <a:gd name="connsiteX11" fmla="*/ 165735 w 225742"/>
              <a:gd name="connsiteY11" fmla="*/ 352425 h 386714"/>
              <a:gd name="connsiteX12" fmla="*/ 87630 w 225742"/>
              <a:gd name="connsiteY12" fmla="*/ 386715 h 386714"/>
              <a:gd name="connsiteX13" fmla="*/ 0 w 225742"/>
              <a:gd name="connsiteY13" fmla="*/ 301942 h 386714"/>
              <a:gd name="connsiteX14" fmla="*/ 114300 w 225742"/>
              <a:gd name="connsiteY14" fmla="*/ 215265 h 386714"/>
              <a:gd name="connsiteX15" fmla="*/ 63818 w 225742"/>
              <a:gd name="connsiteY15" fmla="*/ 72390 h 386714"/>
              <a:gd name="connsiteX16" fmla="*/ 26670 w 225742"/>
              <a:gd name="connsiteY16" fmla="*/ 36195 h 386714"/>
              <a:gd name="connsiteX17" fmla="*/ 63818 w 225742"/>
              <a:gd name="connsiteY17" fmla="*/ 0 h 386714"/>
              <a:gd name="connsiteX18" fmla="*/ 100965 w 225742"/>
              <a:gd name="connsiteY18" fmla="*/ 36195 h 386714"/>
              <a:gd name="connsiteX19" fmla="*/ 63818 w 225742"/>
              <a:gd name="connsiteY19" fmla="*/ 72390 h 386714"/>
              <a:gd name="connsiteX20" fmla="*/ 103823 w 225742"/>
              <a:gd name="connsiteY20" fmla="*/ 340042 h 386714"/>
              <a:gd name="connsiteX21" fmla="*/ 164783 w 225742"/>
              <a:gd name="connsiteY21" fmla="*/ 307658 h 386714"/>
              <a:gd name="connsiteX22" fmla="*/ 164783 w 225742"/>
              <a:gd name="connsiteY22" fmla="*/ 261938 h 386714"/>
              <a:gd name="connsiteX23" fmla="*/ 120968 w 225742"/>
              <a:gd name="connsiteY23" fmla="*/ 257175 h 386714"/>
              <a:gd name="connsiteX24" fmla="*/ 59055 w 225742"/>
              <a:gd name="connsiteY24" fmla="*/ 300990 h 386714"/>
              <a:gd name="connsiteX25" fmla="*/ 103823 w 225742"/>
              <a:gd name="connsiteY25" fmla="*/ 340042 h 386714"/>
              <a:gd name="connsiteX26" fmla="*/ 172403 w 225742"/>
              <a:gd name="connsiteY26" fmla="*/ 72390 h 386714"/>
              <a:gd name="connsiteX27" fmla="*/ 135255 w 225742"/>
              <a:gd name="connsiteY27" fmla="*/ 36195 h 386714"/>
              <a:gd name="connsiteX28" fmla="*/ 172403 w 225742"/>
              <a:gd name="connsiteY28" fmla="*/ 0 h 386714"/>
              <a:gd name="connsiteX29" fmla="*/ 209550 w 225742"/>
              <a:gd name="connsiteY29" fmla="*/ 36195 h 386714"/>
              <a:gd name="connsiteX30" fmla="*/ 172403 w 225742"/>
              <a:gd name="connsiteY30" fmla="*/ 72390 h 386714"/>
            </a:gdLst>
            <a:rect l="l" t="t" r="r" b="b"/>
            <a:pathLst>
              <a:path w="225742" h="386714">
                <a:moveTo>
                  <a:pt x="114300" y="215265"/>
                </a:moveTo>
                <a:cubicBezTo>
                  <a:pt x="131445" y="215265"/>
                  <a:pt x="147638" y="216217"/>
                  <a:pt x="164783" y="220980"/>
                </a:cubicBezTo>
                <a:lnTo>
                  <a:pt x="164783" y="211455"/>
                </a:lnTo>
                <a:cubicBezTo>
                  <a:pt x="164783" y="177165"/>
                  <a:pt x="144780" y="160020"/>
                  <a:pt x="105728" y="160020"/>
                </a:cubicBezTo>
                <a:cubicBezTo>
                  <a:pt x="83820" y="160020"/>
                  <a:pt x="60008" y="164783"/>
                  <a:pt x="38100" y="175260"/>
                </a:cubicBezTo>
                <a:lnTo>
                  <a:pt x="24765" y="122873"/>
                </a:lnTo>
                <a:cubicBezTo>
                  <a:pt x="49530" y="113348"/>
                  <a:pt x="81915" y="107632"/>
                  <a:pt x="112395" y="107632"/>
                </a:cubicBezTo>
                <a:cubicBezTo>
                  <a:pt x="187643" y="107632"/>
                  <a:pt x="225743" y="142875"/>
                  <a:pt x="225743" y="210502"/>
                </a:cubicBezTo>
                <a:lnTo>
                  <a:pt x="225743" y="381000"/>
                </a:lnTo>
                <a:lnTo>
                  <a:pt x="166688" y="381000"/>
                </a:lnTo>
                <a:lnTo>
                  <a:pt x="166688" y="352425"/>
                </a:lnTo>
                <a:lnTo>
                  <a:pt x="165735" y="352425"/>
                </a:lnTo>
                <a:cubicBezTo>
                  <a:pt x="142875" y="376238"/>
                  <a:pt x="119063" y="386715"/>
                  <a:pt x="87630" y="386715"/>
                </a:cubicBezTo>
                <a:cubicBezTo>
                  <a:pt x="34290" y="386715"/>
                  <a:pt x="0" y="353378"/>
                  <a:pt x="0" y="301942"/>
                </a:cubicBezTo>
                <a:cubicBezTo>
                  <a:pt x="0" y="245745"/>
                  <a:pt x="40005" y="215265"/>
                  <a:pt x="114300" y="215265"/>
                </a:cubicBezTo>
                <a:close/>
                <a:moveTo>
                  <a:pt x="63818" y="72390"/>
                </a:moveTo>
                <a:cubicBezTo>
                  <a:pt x="43815" y="72390"/>
                  <a:pt x="26670" y="55245"/>
                  <a:pt x="26670" y="36195"/>
                </a:cubicBezTo>
                <a:cubicBezTo>
                  <a:pt x="26670" y="17145"/>
                  <a:pt x="43815" y="0"/>
                  <a:pt x="63818" y="0"/>
                </a:cubicBezTo>
                <a:cubicBezTo>
                  <a:pt x="83820" y="0"/>
                  <a:pt x="100965" y="17145"/>
                  <a:pt x="100965" y="36195"/>
                </a:cubicBezTo>
                <a:cubicBezTo>
                  <a:pt x="100965" y="56198"/>
                  <a:pt x="83820" y="72390"/>
                  <a:pt x="63818" y="72390"/>
                </a:cubicBezTo>
                <a:close/>
                <a:moveTo>
                  <a:pt x="103823" y="340042"/>
                </a:moveTo>
                <a:cubicBezTo>
                  <a:pt x="126683" y="340042"/>
                  <a:pt x="147638" y="328613"/>
                  <a:pt x="164783" y="307658"/>
                </a:cubicBezTo>
                <a:lnTo>
                  <a:pt x="164783" y="261938"/>
                </a:lnTo>
                <a:cubicBezTo>
                  <a:pt x="150495" y="258127"/>
                  <a:pt x="135255" y="257175"/>
                  <a:pt x="120968" y="257175"/>
                </a:cubicBezTo>
                <a:cubicBezTo>
                  <a:pt x="81915" y="257175"/>
                  <a:pt x="59055" y="272415"/>
                  <a:pt x="59055" y="300990"/>
                </a:cubicBezTo>
                <a:cubicBezTo>
                  <a:pt x="59055" y="324803"/>
                  <a:pt x="76200" y="340042"/>
                  <a:pt x="103823" y="340042"/>
                </a:cubicBezTo>
                <a:close/>
                <a:moveTo>
                  <a:pt x="172403" y="72390"/>
                </a:moveTo>
                <a:cubicBezTo>
                  <a:pt x="152400" y="72390"/>
                  <a:pt x="135255" y="55245"/>
                  <a:pt x="135255" y="36195"/>
                </a:cubicBezTo>
                <a:cubicBezTo>
                  <a:pt x="135255" y="17145"/>
                  <a:pt x="152400" y="0"/>
                  <a:pt x="172403" y="0"/>
                </a:cubicBezTo>
                <a:cubicBezTo>
                  <a:pt x="192405" y="0"/>
                  <a:pt x="209550" y="17145"/>
                  <a:pt x="209550" y="36195"/>
                </a:cubicBezTo>
                <a:cubicBezTo>
                  <a:pt x="209550" y="56198"/>
                  <a:pt x="192405" y="72390"/>
                  <a:pt x="172403" y="72390"/>
                </a:cubicBezTo>
                <a:close/>
              </a:path>
            </a:pathLst>
          </a:custGeom>
          <a:solidFill xmlns:a="http://schemas.openxmlformats.org/drawingml/2006/main">
            <a:srgbClr val="041E42"/>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72" name="Freihandform: Form 171">
            <a:extLst xmlns:a="http://schemas.openxmlformats.org/drawingml/2006/main">
              <a:ext uri="{FF2B5EF4-FFF2-40B4-BE49-F238E27FC236}">
                <a16:creationId xmlns:a16="http://schemas.microsoft.com/office/drawing/2014/main" id="{D9C6AC2B-710E-4330-AC9D-A8316145CCED}"/>
              </a:ext>
            </a:extLst>
          </p:cNvPr>
          <p:cNvSpPr>
            <a:spLocks xmlns:a="http://schemas.openxmlformats.org/drawingml/2006/main" noGrp="1"/>
          </p:cNvSpPr>
          <p:nvPr/>
        </p:nvSpPr>
        <p:spPr>
          <a:xfrm xmlns:a="http://schemas.openxmlformats.org/drawingml/2006/main" rot="0" flipH="0" flipV="0">
            <a:off x="2847369" y="304603"/>
            <a:ext cx="51336" cy="110934"/>
          </a:xfrm>
          <a:custGeom xmlns:a="http://schemas.openxmlformats.org/drawingml/2006/main">
            <a:gdLst>
              <a:gd name="connsiteX0" fmla="*/ 165735 w 165734"/>
              <a:gd name="connsiteY0" fmla="*/ 295275 h 358139"/>
              <a:gd name="connsiteX1" fmla="*/ 165735 w 165734"/>
              <a:gd name="connsiteY1" fmla="*/ 348615 h 358139"/>
              <a:gd name="connsiteX2" fmla="*/ 113347 w 165734"/>
              <a:gd name="connsiteY2" fmla="*/ 358140 h 358139"/>
              <a:gd name="connsiteX3" fmla="*/ 40957 w 165734"/>
              <a:gd name="connsiteY3" fmla="*/ 282892 h 358139"/>
              <a:gd name="connsiteX4" fmla="*/ 40957 w 165734"/>
              <a:gd name="connsiteY4" fmla="*/ 137160 h 358139"/>
              <a:gd name="connsiteX5" fmla="*/ 0 w 165734"/>
              <a:gd name="connsiteY5" fmla="*/ 137160 h 358139"/>
              <a:gd name="connsiteX6" fmla="*/ 0 w 165734"/>
              <a:gd name="connsiteY6" fmla="*/ 85725 h 358139"/>
              <a:gd name="connsiteX7" fmla="*/ 40005 w 165734"/>
              <a:gd name="connsiteY7" fmla="*/ 85725 h 358139"/>
              <a:gd name="connsiteX8" fmla="*/ 40005 w 165734"/>
              <a:gd name="connsiteY8" fmla="*/ 13335 h 358139"/>
              <a:gd name="connsiteX9" fmla="*/ 101917 w 165734"/>
              <a:gd name="connsiteY9" fmla="*/ 0 h 358139"/>
              <a:gd name="connsiteX10" fmla="*/ 101917 w 165734"/>
              <a:gd name="connsiteY10" fmla="*/ 86677 h 358139"/>
              <a:gd name="connsiteX11" fmla="*/ 165735 w 165734"/>
              <a:gd name="connsiteY11" fmla="*/ 86677 h 358139"/>
              <a:gd name="connsiteX12" fmla="*/ 165735 w 165734"/>
              <a:gd name="connsiteY12" fmla="*/ 138113 h 358139"/>
              <a:gd name="connsiteX13" fmla="*/ 101917 w 165734"/>
              <a:gd name="connsiteY13" fmla="*/ 138113 h 358139"/>
              <a:gd name="connsiteX14" fmla="*/ 101917 w 165734"/>
              <a:gd name="connsiteY14" fmla="*/ 269558 h 358139"/>
              <a:gd name="connsiteX15" fmla="*/ 130492 w 165734"/>
              <a:gd name="connsiteY15" fmla="*/ 304800 h 358139"/>
              <a:gd name="connsiteX16" fmla="*/ 165735 w 165734"/>
              <a:gd name="connsiteY16" fmla="*/ 295275 h 358139"/>
            </a:gdLst>
            <a:rect l="l" t="t" r="r" b="b"/>
            <a:pathLst>
              <a:path w="165734" h="358139">
                <a:moveTo>
                  <a:pt x="165735" y="295275"/>
                </a:moveTo>
                <a:lnTo>
                  <a:pt x="165735" y="348615"/>
                </a:lnTo>
                <a:cubicBezTo>
                  <a:pt x="152400" y="355283"/>
                  <a:pt x="131445" y="358140"/>
                  <a:pt x="113347" y="358140"/>
                </a:cubicBezTo>
                <a:cubicBezTo>
                  <a:pt x="66675" y="358140"/>
                  <a:pt x="40957" y="331470"/>
                  <a:pt x="40957" y="282892"/>
                </a:cubicBezTo>
                <a:lnTo>
                  <a:pt x="40957" y="137160"/>
                </a:lnTo>
                <a:lnTo>
                  <a:pt x="0" y="137160"/>
                </a:lnTo>
                <a:lnTo>
                  <a:pt x="0" y="85725"/>
                </a:lnTo>
                <a:lnTo>
                  <a:pt x="40005" y="85725"/>
                </a:lnTo>
                <a:lnTo>
                  <a:pt x="40005" y="13335"/>
                </a:lnTo>
                <a:lnTo>
                  <a:pt x="101917" y="0"/>
                </a:lnTo>
                <a:lnTo>
                  <a:pt x="101917" y="86677"/>
                </a:lnTo>
                <a:lnTo>
                  <a:pt x="165735" y="86677"/>
                </a:lnTo>
                <a:lnTo>
                  <a:pt x="165735" y="138113"/>
                </a:lnTo>
                <a:lnTo>
                  <a:pt x="101917" y="138113"/>
                </a:lnTo>
                <a:lnTo>
                  <a:pt x="101917" y="269558"/>
                </a:lnTo>
                <a:cubicBezTo>
                  <a:pt x="101917" y="294323"/>
                  <a:pt x="110490" y="304800"/>
                  <a:pt x="130492" y="304800"/>
                </a:cubicBezTo>
                <a:cubicBezTo>
                  <a:pt x="142875" y="303848"/>
                  <a:pt x="155257" y="300038"/>
                  <a:pt x="165735" y="295275"/>
                </a:cubicBezTo>
                <a:close/>
              </a:path>
            </a:pathLst>
          </a:custGeom>
          <a:solidFill xmlns:a="http://schemas.openxmlformats.org/drawingml/2006/main">
            <a:srgbClr val="041E42"/>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73" name="Freihandform: Form 172">
            <a:extLst xmlns:a="http://schemas.openxmlformats.org/drawingml/2006/main">
              <a:ext uri="{FF2B5EF4-FFF2-40B4-BE49-F238E27FC236}">
                <a16:creationId xmlns:a16="http://schemas.microsoft.com/office/drawing/2014/main" id="{A44EACAA-23D2-4B0E-A7A5-160CBF43FAA6}"/>
              </a:ext>
            </a:extLst>
          </p:cNvPr>
          <p:cNvSpPr>
            <a:spLocks xmlns:a="http://schemas.openxmlformats.org/drawingml/2006/main" noGrp="1"/>
          </p:cNvSpPr>
          <p:nvPr/>
        </p:nvSpPr>
        <p:spPr>
          <a:xfrm xmlns:a="http://schemas.openxmlformats.org/drawingml/2006/main" rot="0" flipH="0" flipV="0">
            <a:off x="510639" y="478087"/>
            <a:ext cx="85266" cy="114180"/>
          </a:xfrm>
          <a:custGeom xmlns:a="http://schemas.openxmlformats.org/drawingml/2006/main">
            <a:gdLst>
              <a:gd name="connsiteX0" fmla="*/ 275273 w 275272"/>
              <a:gd name="connsiteY0" fmla="*/ 60960 h 368617"/>
              <a:gd name="connsiteX1" fmla="*/ 170498 w 275272"/>
              <a:gd name="connsiteY1" fmla="*/ 60960 h 368617"/>
              <a:gd name="connsiteX2" fmla="*/ 170498 w 275272"/>
              <a:gd name="connsiteY2" fmla="*/ 368617 h 368617"/>
              <a:gd name="connsiteX3" fmla="*/ 104775 w 275272"/>
              <a:gd name="connsiteY3" fmla="*/ 368617 h 368617"/>
              <a:gd name="connsiteX4" fmla="*/ 104775 w 275272"/>
              <a:gd name="connsiteY4" fmla="*/ 60960 h 368617"/>
              <a:gd name="connsiteX5" fmla="*/ 0 w 275272"/>
              <a:gd name="connsiteY5" fmla="*/ 60960 h 368617"/>
              <a:gd name="connsiteX6" fmla="*/ 0 w 275272"/>
              <a:gd name="connsiteY6" fmla="*/ 0 h 368617"/>
              <a:gd name="connsiteX7" fmla="*/ 275273 w 275272"/>
              <a:gd name="connsiteY7" fmla="*/ 0 h 368617"/>
              <a:gd name="connsiteX8" fmla="*/ 275273 w 275272"/>
              <a:gd name="connsiteY8" fmla="*/ 60960 h 368617"/>
            </a:gdLst>
            <a:rect l="l" t="t" r="r" b="b"/>
            <a:pathLst>
              <a:path w="275272" h="368617">
                <a:moveTo>
                  <a:pt x="275273" y="60960"/>
                </a:moveTo>
                <a:lnTo>
                  <a:pt x="170498" y="60960"/>
                </a:lnTo>
                <a:lnTo>
                  <a:pt x="170498" y="368617"/>
                </a:lnTo>
                <a:lnTo>
                  <a:pt x="104775" y="368617"/>
                </a:lnTo>
                <a:lnTo>
                  <a:pt x="104775" y="60960"/>
                </a:lnTo>
                <a:lnTo>
                  <a:pt x="0" y="60960"/>
                </a:lnTo>
                <a:lnTo>
                  <a:pt x="0" y="0"/>
                </a:lnTo>
                <a:lnTo>
                  <a:pt x="275273" y="0"/>
                </a:lnTo>
                <a:lnTo>
                  <a:pt x="275273" y="60960"/>
                </a:lnTo>
                <a:close/>
              </a:path>
            </a:pathLst>
          </a:custGeom>
          <a:solidFill xmlns:a="http://schemas.openxmlformats.org/drawingml/2006/main">
            <a:schemeClr val="tx1"/>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74" name="Freihandform: Form 173">
            <a:extLst xmlns:a="http://schemas.openxmlformats.org/drawingml/2006/main">
              <a:ext uri="{FF2B5EF4-FFF2-40B4-BE49-F238E27FC236}">
                <a16:creationId xmlns:a16="http://schemas.microsoft.com/office/drawing/2014/main" id="{C1445E99-D980-4FC1-8219-60CB5C0DAA20}"/>
              </a:ext>
            </a:extLst>
          </p:cNvPr>
          <p:cNvSpPr>
            <a:spLocks xmlns:a="http://schemas.openxmlformats.org/drawingml/2006/main" noGrp="1"/>
          </p:cNvSpPr>
          <p:nvPr/>
        </p:nvSpPr>
        <p:spPr>
          <a:xfrm xmlns:a="http://schemas.openxmlformats.org/drawingml/2006/main" rot="0" flipH="0" flipV="0">
            <a:off x="596497" y="507591"/>
            <a:ext cx="75235" cy="86446"/>
          </a:xfrm>
          <a:custGeom xmlns:a="http://schemas.openxmlformats.org/drawingml/2006/main">
            <a:gdLst>
              <a:gd name="connsiteX0" fmla="*/ 132398 w 242887"/>
              <a:gd name="connsiteY0" fmla="*/ 279083 h 279082"/>
              <a:gd name="connsiteX1" fmla="*/ 0 w 242887"/>
              <a:gd name="connsiteY1" fmla="*/ 139065 h 279082"/>
              <a:gd name="connsiteX2" fmla="*/ 124777 w 242887"/>
              <a:gd name="connsiteY2" fmla="*/ 0 h 279082"/>
              <a:gd name="connsiteX3" fmla="*/ 242888 w 242887"/>
              <a:gd name="connsiteY3" fmla="*/ 135255 h 279082"/>
              <a:gd name="connsiteX4" fmla="*/ 241935 w 242887"/>
              <a:gd name="connsiteY4" fmla="*/ 160972 h 279082"/>
              <a:gd name="connsiteX5" fmla="*/ 63817 w 242887"/>
              <a:gd name="connsiteY5" fmla="*/ 160972 h 279082"/>
              <a:gd name="connsiteX6" fmla="*/ 133350 w 242887"/>
              <a:gd name="connsiteY6" fmla="*/ 225742 h 279082"/>
              <a:gd name="connsiteX7" fmla="*/ 199073 w 242887"/>
              <a:gd name="connsiteY7" fmla="*/ 194310 h 279082"/>
              <a:gd name="connsiteX8" fmla="*/ 238125 w 242887"/>
              <a:gd name="connsiteY8" fmla="*/ 235267 h 279082"/>
              <a:gd name="connsiteX9" fmla="*/ 132398 w 242887"/>
              <a:gd name="connsiteY9" fmla="*/ 279083 h 279082"/>
              <a:gd name="connsiteX10" fmla="*/ 62865 w 242887"/>
              <a:gd name="connsiteY10" fmla="*/ 115252 h 279082"/>
              <a:gd name="connsiteX11" fmla="*/ 183833 w 242887"/>
              <a:gd name="connsiteY11" fmla="*/ 115252 h 279082"/>
              <a:gd name="connsiteX12" fmla="*/ 124777 w 242887"/>
              <a:gd name="connsiteY12" fmla="*/ 50482 h 279082"/>
              <a:gd name="connsiteX13" fmla="*/ 62865 w 242887"/>
              <a:gd name="connsiteY13" fmla="*/ 115252 h 279082"/>
            </a:gdLst>
            <a:rect l="l" t="t" r="r" b="b"/>
            <a:pathLst>
              <a:path w="242887" h="279082">
                <a:moveTo>
                  <a:pt x="132398" y="279083"/>
                </a:moveTo>
                <a:cubicBezTo>
                  <a:pt x="53340" y="279083"/>
                  <a:pt x="0" y="222885"/>
                  <a:pt x="0" y="139065"/>
                </a:cubicBezTo>
                <a:cubicBezTo>
                  <a:pt x="0" y="56197"/>
                  <a:pt x="50483" y="0"/>
                  <a:pt x="124777" y="0"/>
                </a:cubicBezTo>
                <a:cubicBezTo>
                  <a:pt x="196215" y="0"/>
                  <a:pt x="242888" y="53340"/>
                  <a:pt x="242888" y="135255"/>
                </a:cubicBezTo>
                <a:cubicBezTo>
                  <a:pt x="242888" y="143827"/>
                  <a:pt x="241935" y="153352"/>
                  <a:pt x="241935" y="160972"/>
                </a:cubicBezTo>
                <a:lnTo>
                  <a:pt x="63817" y="160972"/>
                </a:lnTo>
                <a:cubicBezTo>
                  <a:pt x="70485" y="201930"/>
                  <a:pt x="95250" y="225742"/>
                  <a:pt x="133350" y="225742"/>
                </a:cubicBezTo>
                <a:cubicBezTo>
                  <a:pt x="158115" y="225742"/>
                  <a:pt x="178117" y="216217"/>
                  <a:pt x="199073" y="194310"/>
                </a:cubicBezTo>
                <a:lnTo>
                  <a:pt x="238125" y="235267"/>
                </a:lnTo>
                <a:cubicBezTo>
                  <a:pt x="206692" y="264795"/>
                  <a:pt x="172402" y="279083"/>
                  <a:pt x="132398" y="279083"/>
                </a:cubicBezTo>
                <a:close/>
                <a:moveTo>
                  <a:pt x="62865" y="115252"/>
                </a:moveTo>
                <a:lnTo>
                  <a:pt x="183833" y="115252"/>
                </a:lnTo>
                <a:cubicBezTo>
                  <a:pt x="180975" y="74295"/>
                  <a:pt x="160020" y="50482"/>
                  <a:pt x="124777" y="50482"/>
                </a:cubicBezTo>
                <a:cubicBezTo>
                  <a:pt x="89535" y="50482"/>
                  <a:pt x="67627" y="74295"/>
                  <a:pt x="62865" y="115252"/>
                </a:cubicBezTo>
                <a:close/>
              </a:path>
            </a:pathLst>
          </a:custGeom>
          <a:solidFill xmlns:a="http://schemas.openxmlformats.org/drawingml/2006/main">
            <a:schemeClr val="tx1"/>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75" name="Freihandform: Form 174">
            <a:extLst xmlns:a="http://schemas.openxmlformats.org/drawingml/2006/main">
              <a:ext uri="{FF2B5EF4-FFF2-40B4-BE49-F238E27FC236}">
                <a16:creationId xmlns:a16="http://schemas.microsoft.com/office/drawing/2014/main" id="{8F5B513C-3EB1-4F96-AE3F-FA2E5E55A045}"/>
              </a:ext>
            </a:extLst>
          </p:cNvPr>
          <p:cNvSpPr>
            <a:spLocks xmlns:a="http://schemas.openxmlformats.org/drawingml/2006/main" noGrp="1"/>
          </p:cNvSpPr>
          <p:nvPr/>
        </p:nvSpPr>
        <p:spPr>
          <a:xfrm xmlns:a="http://schemas.openxmlformats.org/drawingml/2006/main" rot="0" flipH="0" flipV="0">
            <a:off x="688549" y="507296"/>
            <a:ext cx="69629" cy="86742"/>
          </a:xfrm>
          <a:custGeom xmlns:a="http://schemas.openxmlformats.org/drawingml/2006/main">
            <a:gdLst>
              <a:gd name="connsiteX0" fmla="*/ 222885 w 224790"/>
              <a:gd name="connsiteY0" fmla="*/ 237173 h 280035"/>
              <a:gd name="connsiteX1" fmla="*/ 127635 w 224790"/>
              <a:gd name="connsiteY1" fmla="*/ 280035 h 280035"/>
              <a:gd name="connsiteX2" fmla="*/ 0 w 224790"/>
              <a:gd name="connsiteY2" fmla="*/ 140970 h 280035"/>
              <a:gd name="connsiteX3" fmla="*/ 128588 w 224790"/>
              <a:gd name="connsiteY3" fmla="*/ 0 h 280035"/>
              <a:gd name="connsiteX4" fmla="*/ 224790 w 224790"/>
              <a:gd name="connsiteY4" fmla="*/ 45720 h 280035"/>
              <a:gd name="connsiteX5" fmla="*/ 181928 w 224790"/>
              <a:gd name="connsiteY5" fmla="*/ 86678 h 280035"/>
              <a:gd name="connsiteX6" fmla="*/ 128588 w 224790"/>
              <a:gd name="connsiteY6" fmla="*/ 57150 h 280035"/>
              <a:gd name="connsiteX7" fmla="*/ 62865 w 224790"/>
              <a:gd name="connsiteY7" fmla="*/ 140017 h 280035"/>
              <a:gd name="connsiteX8" fmla="*/ 128588 w 224790"/>
              <a:gd name="connsiteY8" fmla="*/ 222885 h 280035"/>
              <a:gd name="connsiteX9" fmla="*/ 183833 w 224790"/>
              <a:gd name="connsiteY9" fmla="*/ 193358 h 280035"/>
              <a:gd name="connsiteX10" fmla="*/ 222885 w 224790"/>
              <a:gd name="connsiteY10" fmla="*/ 237173 h 280035"/>
            </a:gdLst>
            <a:rect l="l" t="t" r="r" b="b"/>
            <a:pathLst>
              <a:path w="224790" h="280035">
                <a:moveTo>
                  <a:pt x="222885" y="237173"/>
                </a:moveTo>
                <a:cubicBezTo>
                  <a:pt x="196215" y="266700"/>
                  <a:pt x="165735" y="280035"/>
                  <a:pt x="127635" y="280035"/>
                </a:cubicBezTo>
                <a:cubicBezTo>
                  <a:pt x="51435" y="280035"/>
                  <a:pt x="0" y="224790"/>
                  <a:pt x="0" y="140970"/>
                </a:cubicBezTo>
                <a:cubicBezTo>
                  <a:pt x="0" y="57150"/>
                  <a:pt x="51435" y="0"/>
                  <a:pt x="128588" y="0"/>
                </a:cubicBezTo>
                <a:cubicBezTo>
                  <a:pt x="168593" y="0"/>
                  <a:pt x="200978" y="15240"/>
                  <a:pt x="224790" y="45720"/>
                </a:cubicBezTo>
                <a:lnTo>
                  <a:pt x="181928" y="86678"/>
                </a:lnTo>
                <a:cubicBezTo>
                  <a:pt x="166688" y="66675"/>
                  <a:pt x="149543" y="57150"/>
                  <a:pt x="128588" y="57150"/>
                </a:cubicBezTo>
                <a:cubicBezTo>
                  <a:pt x="89535" y="57150"/>
                  <a:pt x="62865" y="89535"/>
                  <a:pt x="62865" y="140017"/>
                </a:cubicBezTo>
                <a:cubicBezTo>
                  <a:pt x="62865" y="189548"/>
                  <a:pt x="89535" y="222885"/>
                  <a:pt x="128588" y="222885"/>
                </a:cubicBezTo>
                <a:cubicBezTo>
                  <a:pt x="149543" y="222885"/>
                  <a:pt x="166688" y="213360"/>
                  <a:pt x="183833" y="193358"/>
                </a:cubicBezTo>
                <a:lnTo>
                  <a:pt x="222885" y="237173"/>
                </a:lnTo>
                <a:close/>
              </a:path>
            </a:pathLst>
          </a:custGeom>
          <a:solidFill xmlns:a="http://schemas.openxmlformats.org/drawingml/2006/main">
            <a:schemeClr val="tx1"/>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76" name="Freihandform: Form 175">
            <a:extLst xmlns:a="http://schemas.openxmlformats.org/drawingml/2006/main">
              <a:ext uri="{FF2B5EF4-FFF2-40B4-BE49-F238E27FC236}">
                <a16:creationId xmlns:a16="http://schemas.microsoft.com/office/drawing/2014/main" id="{60BC311B-E1F4-4DE2-B87A-9DAD7B90EA03}"/>
              </a:ext>
            </a:extLst>
          </p:cNvPr>
          <p:cNvSpPr>
            <a:spLocks xmlns:a="http://schemas.openxmlformats.org/drawingml/2006/main" noGrp="1"/>
          </p:cNvSpPr>
          <p:nvPr/>
        </p:nvSpPr>
        <p:spPr>
          <a:xfrm xmlns:a="http://schemas.openxmlformats.org/drawingml/2006/main" rot="0" flipH="0" flipV="0">
            <a:off x="774997" y="471596"/>
            <a:ext cx="70809" cy="120670"/>
          </a:xfrm>
          <a:custGeom xmlns:a="http://schemas.openxmlformats.org/drawingml/2006/main">
            <a:gdLst>
              <a:gd name="connsiteX0" fmla="*/ 228600 w 228600"/>
              <a:gd name="connsiteY0" fmla="*/ 388620 h 389572"/>
              <a:gd name="connsiteX1" fmla="*/ 166688 w 228600"/>
              <a:gd name="connsiteY1" fmla="*/ 388620 h 389572"/>
              <a:gd name="connsiteX2" fmla="*/ 166688 w 228600"/>
              <a:gd name="connsiteY2" fmla="*/ 236220 h 389572"/>
              <a:gd name="connsiteX3" fmla="*/ 117158 w 228600"/>
              <a:gd name="connsiteY3" fmla="*/ 171450 h 389572"/>
              <a:gd name="connsiteX4" fmla="*/ 61913 w 228600"/>
              <a:gd name="connsiteY4" fmla="*/ 236220 h 389572"/>
              <a:gd name="connsiteX5" fmla="*/ 61913 w 228600"/>
              <a:gd name="connsiteY5" fmla="*/ 389573 h 389572"/>
              <a:gd name="connsiteX6" fmla="*/ 0 w 228600"/>
              <a:gd name="connsiteY6" fmla="*/ 389573 h 389572"/>
              <a:gd name="connsiteX7" fmla="*/ 0 w 228600"/>
              <a:gd name="connsiteY7" fmla="*/ 15240 h 389572"/>
              <a:gd name="connsiteX8" fmla="*/ 61913 w 228600"/>
              <a:gd name="connsiteY8" fmla="*/ 0 h 389572"/>
              <a:gd name="connsiteX9" fmla="*/ 61913 w 228600"/>
              <a:gd name="connsiteY9" fmla="*/ 155258 h 389572"/>
              <a:gd name="connsiteX10" fmla="*/ 62865 w 228600"/>
              <a:gd name="connsiteY10" fmla="*/ 155258 h 389572"/>
              <a:gd name="connsiteX11" fmla="*/ 140970 w 228600"/>
              <a:gd name="connsiteY11" fmla="*/ 116205 h 389572"/>
              <a:gd name="connsiteX12" fmla="*/ 228600 w 228600"/>
              <a:gd name="connsiteY12" fmla="*/ 223838 h 389572"/>
              <a:gd name="connsiteX13" fmla="*/ 228600 w 228600"/>
              <a:gd name="connsiteY13" fmla="*/ 388620 h 389572"/>
            </a:gdLst>
            <a:rect l="l" t="t" r="r" b="b"/>
            <a:pathLst>
              <a:path w="228600" h="389572">
                <a:moveTo>
                  <a:pt x="228600" y="388620"/>
                </a:moveTo>
                <a:lnTo>
                  <a:pt x="166688" y="388620"/>
                </a:lnTo>
                <a:lnTo>
                  <a:pt x="166688" y="236220"/>
                </a:lnTo>
                <a:cubicBezTo>
                  <a:pt x="166688" y="197168"/>
                  <a:pt x="154305" y="171450"/>
                  <a:pt x="117158" y="171450"/>
                </a:cubicBezTo>
                <a:cubicBezTo>
                  <a:pt x="74295" y="171450"/>
                  <a:pt x="61913" y="205740"/>
                  <a:pt x="61913" y="236220"/>
                </a:cubicBezTo>
                <a:lnTo>
                  <a:pt x="61913" y="389573"/>
                </a:lnTo>
                <a:lnTo>
                  <a:pt x="0" y="389573"/>
                </a:lnTo>
                <a:lnTo>
                  <a:pt x="0" y="15240"/>
                </a:lnTo>
                <a:lnTo>
                  <a:pt x="61913" y="0"/>
                </a:lnTo>
                <a:lnTo>
                  <a:pt x="61913" y="155258"/>
                </a:lnTo>
                <a:lnTo>
                  <a:pt x="62865" y="155258"/>
                </a:lnTo>
                <a:cubicBezTo>
                  <a:pt x="78105" y="131445"/>
                  <a:pt x="105728" y="116205"/>
                  <a:pt x="140970" y="116205"/>
                </a:cubicBezTo>
                <a:cubicBezTo>
                  <a:pt x="202883" y="116205"/>
                  <a:pt x="228600" y="161925"/>
                  <a:pt x="228600" y="223838"/>
                </a:cubicBezTo>
                <a:lnTo>
                  <a:pt x="228600" y="388620"/>
                </a:lnTo>
                <a:close/>
              </a:path>
            </a:pathLst>
          </a:custGeom>
          <a:solidFill xmlns:a="http://schemas.openxmlformats.org/drawingml/2006/main">
            <a:schemeClr val="tx1"/>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77" name="Freihandform: Form 176">
            <a:extLst xmlns:a="http://schemas.openxmlformats.org/drawingml/2006/main">
              <a:ext uri="{FF2B5EF4-FFF2-40B4-BE49-F238E27FC236}">
                <a16:creationId xmlns:a16="http://schemas.microsoft.com/office/drawing/2014/main" id="{6D220A37-F8FD-4C97-B886-3789AD45A1C3}"/>
              </a:ext>
            </a:extLst>
          </p:cNvPr>
          <p:cNvSpPr>
            <a:spLocks xmlns:a="http://schemas.openxmlformats.org/drawingml/2006/main" noGrp="1"/>
          </p:cNvSpPr>
          <p:nvPr/>
        </p:nvSpPr>
        <p:spPr>
          <a:xfrm xmlns:a="http://schemas.openxmlformats.org/drawingml/2006/main" rot="0" flipH="0" flipV="0">
            <a:off x="870590" y="507591"/>
            <a:ext cx="70809" cy="84676"/>
          </a:xfrm>
          <a:custGeom xmlns:a="http://schemas.openxmlformats.org/drawingml/2006/main">
            <a:gdLst>
              <a:gd name="connsiteX0" fmla="*/ 228600 w 228600"/>
              <a:gd name="connsiteY0" fmla="*/ 272415 h 273367"/>
              <a:gd name="connsiteX1" fmla="*/ 166688 w 228600"/>
              <a:gd name="connsiteY1" fmla="*/ 272415 h 273367"/>
              <a:gd name="connsiteX2" fmla="*/ 166688 w 228600"/>
              <a:gd name="connsiteY2" fmla="*/ 120015 h 273367"/>
              <a:gd name="connsiteX3" fmla="*/ 117158 w 228600"/>
              <a:gd name="connsiteY3" fmla="*/ 55245 h 273367"/>
              <a:gd name="connsiteX4" fmla="*/ 61913 w 228600"/>
              <a:gd name="connsiteY4" fmla="*/ 120015 h 273367"/>
              <a:gd name="connsiteX5" fmla="*/ 61913 w 228600"/>
              <a:gd name="connsiteY5" fmla="*/ 273367 h 273367"/>
              <a:gd name="connsiteX6" fmla="*/ 0 w 228600"/>
              <a:gd name="connsiteY6" fmla="*/ 273367 h 273367"/>
              <a:gd name="connsiteX7" fmla="*/ 0 w 228600"/>
              <a:gd name="connsiteY7" fmla="*/ 6667 h 273367"/>
              <a:gd name="connsiteX8" fmla="*/ 61913 w 228600"/>
              <a:gd name="connsiteY8" fmla="*/ 6667 h 273367"/>
              <a:gd name="connsiteX9" fmla="*/ 61913 w 228600"/>
              <a:gd name="connsiteY9" fmla="*/ 39052 h 273367"/>
              <a:gd name="connsiteX10" fmla="*/ 62865 w 228600"/>
              <a:gd name="connsiteY10" fmla="*/ 39052 h 273367"/>
              <a:gd name="connsiteX11" fmla="*/ 140970 w 228600"/>
              <a:gd name="connsiteY11" fmla="*/ 0 h 273367"/>
              <a:gd name="connsiteX12" fmla="*/ 228600 w 228600"/>
              <a:gd name="connsiteY12" fmla="*/ 107633 h 273367"/>
              <a:gd name="connsiteX13" fmla="*/ 228600 w 228600"/>
              <a:gd name="connsiteY13" fmla="*/ 272415 h 273367"/>
            </a:gdLst>
            <a:rect l="l" t="t" r="r" b="b"/>
            <a:pathLst>
              <a:path w="228600" h="273367">
                <a:moveTo>
                  <a:pt x="228600" y="272415"/>
                </a:moveTo>
                <a:lnTo>
                  <a:pt x="166688" y="272415"/>
                </a:lnTo>
                <a:lnTo>
                  <a:pt x="166688" y="120015"/>
                </a:lnTo>
                <a:cubicBezTo>
                  <a:pt x="166688" y="80963"/>
                  <a:pt x="155258" y="55245"/>
                  <a:pt x="117158" y="55245"/>
                </a:cubicBezTo>
                <a:cubicBezTo>
                  <a:pt x="73343" y="55245"/>
                  <a:pt x="61913" y="90488"/>
                  <a:pt x="61913" y="120015"/>
                </a:cubicBezTo>
                <a:lnTo>
                  <a:pt x="61913" y="273367"/>
                </a:lnTo>
                <a:lnTo>
                  <a:pt x="0" y="273367"/>
                </a:lnTo>
                <a:lnTo>
                  <a:pt x="0" y="6667"/>
                </a:lnTo>
                <a:lnTo>
                  <a:pt x="61913" y="6667"/>
                </a:lnTo>
                <a:lnTo>
                  <a:pt x="61913" y="39052"/>
                </a:lnTo>
                <a:lnTo>
                  <a:pt x="62865" y="39052"/>
                </a:lnTo>
                <a:cubicBezTo>
                  <a:pt x="78105" y="15240"/>
                  <a:pt x="106680" y="0"/>
                  <a:pt x="140970" y="0"/>
                </a:cubicBezTo>
                <a:cubicBezTo>
                  <a:pt x="201930" y="0"/>
                  <a:pt x="228600" y="44767"/>
                  <a:pt x="228600" y="107633"/>
                </a:cubicBezTo>
                <a:lnTo>
                  <a:pt x="228600" y="272415"/>
                </a:lnTo>
                <a:close/>
              </a:path>
            </a:pathLst>
          </a:custGeom>
          <a:solidFill xmlns:a="http://schemas.openxmlformats.org/drawingml/2006/main">
            <a:schemeClr val="tx1"/>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78" name="Freihandform: Form 177">
            <a:extLst xmlns:a="http://schemas.openxmlformats.org/drawingml/2006/main">
              <a:ext uri="{FF2B5EF4-FFF2-40B4-BE49-F238E27FC236}">
                <a16:creationId xmlns:a16="http://schemas.microsoft.com/office/drawing/2014/main" id="{7618119C-41E9-43BA-92E1-7139F37520B7}"/>
              </a:ext>
            </a:extLst>
          </p:cNvPr>
          <p:cNvSpPr>
            <a:spLocks xmlns:a="http://schemas.openxmlformats.org/drawingml/2006/main" noGrp="1"/>
          </p:cNvSpPr>
          <p:nvPr/>
        </p:nvSpPr>
        <p:spPr>
          <a:xfrm xmlns:a="http://schemas.openxmlformats.org/drawingml/2006/main" rot="0" flipH="0" flipV="0">
            <a:off x="963233" y="472776"/>
            <a:ext cx="24488" cy="119196"/>
          </a:xfrm>
          <a:custGeom xmlns:a="http://schemas.openxmlformats.org/drawingml/2006/main">
            <a:gdLst>
              <a:gd name="connsiteX0" fmla="*/ 79058 w 79057"/>
              <a:gd name="connsiteY0" fmla="*/ 38100 h 384809"/>
              <a:gd name="connsiteX1" fmla="*/ 39052 w 79057"/>
              <a:gd name="connsiteY1" fmla="*/ 76200 h 384809"/>
              <a:gd name="connsiteX2" fmla="*/ 0 w 79057"/>
              <a:gd name="connsiteY2" fmla="*/ 38100 h 384809"/>
              <a:gd name="connsiteX3" fmla="*/ 39052 w 79057"/>
              <a:gd name="connsiteY3" fmla="*/ 0 h 384809"/>
              <a:gd name="connsiteX4" fmla="*/ 79058 w 79057"/>
              <a:gd name="connsiteY4" fmla="*/ 38100 h 384809"/>
              <a:gd name="connsiteX5" fmla="*/ 70485 w 79057"/>
              <a:gd name="connsiteY5" fmla="*/ 384810 h 384809"/>
              <a:gd name="connsiteX6" fmla="*/ 8572 w 79057"/>
              <a:gd name="connsiteY6" fmla="*/ 384810 h 384809"/>
              <a:gd name="connsiteX7" fmla="*/ 8572 w 79057"/>
              <a:gd name="connsiteY7" fmla="*/ 118110 h 384809"/>
              <a:gd name="connsiteX8" fmla="*/ 70485 w 79057"/>
              <a:gd name="connsiteY8" fmla="*/ 118110 h 384809"/>
              <a:gd name="connsiteX9" fmla="*/ 70485 w 79057"/>
              <a:gd name="connsiteY9" fmla="*/ 384810 h 384809"/>
            </a:gdLst>
            <a:rect l="l" t="t" r="r" b="b"/>
            <a:pathLst>
              <a:path w="79057" h="384809">
                <a:moveTo>
                  <a:pt x="79058" y="38100"/>
                </a:moveTo>
                <a:cubicBezTo>
                  <a:pt x="79058" y="60008"/>
                  <a:pt x="60960" y="76200"/>
                  <a:pt x="39052" y="76200"/>
                </a:cubicBezTo>
                <a:cubicBezTo>
                  <a:pt x="17145" y="76200"/>
                  <a:pt x="0" y="60960"/>
                  <a:pt x="0" y="38100"/>
                </a:cubicBezTo>
                <a:cubicBezTo>
                  <a:pt x="0" y="16192"/>
                  <a:pt x="18097" y="0"/>
                  <a:pt x="39052" y="0"/>
                </a:cubicBezTo>
                <a:cubicBezTo>
                  <a:pt x="60960" y="0"/>
                  <a:pt x="79058" y="16192"/>
                  <a:pt x="79058" y="38100"/>
                </a:cubicBezTo>
                <a:close/>
                <a:moveTo>
                  <a:pt x="70485" y="384810"/>
                </a:moveTo>
                <a:lnTo>
                  <a:pt x="8572" y="384810"/>
                </a:lnTo>
                <a:lnTo>
                  <a:pt x="8572" y="118110"/>
                </a:lnTo>
                <a:lnTo>
                  <a:pt x="70485" y="118110"/>
                </a:lnTo>
                <a:lnTo>
                  <a:pt x="70485" y="384810"/>
                </a:lnTo>
                <a:close/>
              </a:path>
            </a:pathLst>
          </a:custGeom>
          <a:solidFill xmlns:a="http://schemas.openxmlformats.org/drawingml/2006/main">
            <a:schemeClr val="tx1"/>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79" name="Freihandform: Form 178">
            <a:extLst xmlns:a="http://schemas.openxmlformats.org/drawingml/2006/main">
              <a:ext uri="{FF2B5EF4-FFF2-40B4-BE49-F238E27FC236}">
                <a16:creationId xmlns:a16="http://schemas.microsoft.com/office/drawing/2014/main" id="{A5F874B1-F5C4-402C-9749-2AB3C2EAFCFC}"/>
              </a:ext>
            </a:extLst>
          </p:cNvPr>
          <p:cNvSpPr>
            <a:spLocks xmlns:a="http://schemas.openxmlformats.org/drawingml/2006/main" noGrp="1"/>
          </p:cNvSpPr>
          <p:nvPr/>
        </p:nvSpPr>
        <p:spPr>
          <a:xfrm xmlns:a="http://schemas.openxmlformats.org/drawingml/2006/main" rot="0" flipH="0" flipV="0">
            <a:off x="1002768" y="507296"/>
            <a:ext cx="63728" cy="86742"/>
          </a:xfrm>
          <a:custGeom xmlns:a="http://schemas.openxmlformats.org/drawingml/2006/main">
            <a:gdLst>
              <a:gd name="connsiteX0" fmla="*/ 29528 w 205740"/>
              <a:gd name="connsiteY0" fmla="*/ 198120 h 280035"/>
              <a:gd name="connsiteX1" fmla="*/ 104775 w 205740"/>
              <a:gd name="connsiteY1" fmla="*/ 227648 h 280035"/>
              <a:gd name="connsiteX2" fmla="*/ 143828 w 205740"/>
              <a:gd name="connsiteY2" fmla="*/ 200978 h 280035"/>
              <a:gd name="connsiteX3" fmla="*/ 10478 w 205740"/>
              <a:gd name="connsiteY3" fmla="*/ 82868 h 280035"/>
              <a:gd name="connsiteX4" fmla="*/ 111442 w 205740"/>
              <a:gd name="connsiteY4" fmla="*/ 0 h 280035"/>
              <a:gd name="connsiteX5" fmla="*/ 203835 w 205740"/>
              <a:gd name="connsiteY5" fmla="*/ 27623 h 280035"/>
              <a:gd name="connsiteX6" fmla="*/ 174308 w 205740"/>
              <a:gd name="connsiteY6" fmla="*/ 76200 h 280035"/>
              <a:gd name="connsiteX7" fmla="*/ 110490 w 205740"/>
              <a:gd name="connsiteY7" fmla="*/ 52388 h 280035"/>
              <a:gd name="connsiteX8" fmla="*/ 72390 w 205740"/>
              <a:gd name="connsiteY8" fmla="*/ 77153 h 280035"/>
              <a:gd name="connsiteX9" fmla="*/ 205740 w 205740"/>
              <a:gd name="connsiteY9" fmla="*/ 195263 h 280035"/>
              <a:gd name="connsiteX10" fmla="*/ 102870 w 205740"/>
              <a:gd name="connsiteY10" fmla="*/ 280035 h 280035"/>
              <a:gd name="connsiteX11" fmla="*/ 0 w 205740"/>
              <a:gd name="connsiteY11" fmla="*/ 247650 h 280035"/>
              <a:gd name="connsiteX12" fmla="*/ 29528 w 205740"/>
              <a:gd name="connsiteY12" fmla="*/ 198120 h 280035"/>
            </a:gdLst>
            <a:rect l="l" t="t" r="r" b="b"/>
            <a:pathLst>
              <a:path w="205740" h="280035">
                <a:moveTo>
                  <a:pt x="29528" y="198120"/>
                </a:moveTo>
                <a:cubicBezTo>
                  <a:pt x="55245" y="218123"/>
                  <a:pt x="80963" y="227648"/>
                  <a:pt x="104775" y="227648"/>
                </a:cubicBezTo>
                <a:cubicBezTo>
                  <a:pt x="127635" y="227648"/>
                  <a:pt x="143828" y="217170"/>
                  <a:pt x="143828" y="200978"/>
                </a:cubicBezTo>
                <a:cubicBezTo>
                  <a:pt x="143828" y="155258"/>
                  <a:pt x="10478" y="171450"/>
                  <a:pt x="10478" y="82868"/>
                </a:cubicBezTo>
                <a:cubicBezTo>
                  <a:pt x="10478" y="33338"/>
                  <a:pt x="51435" y="0"/>
                  <a:pt x="111442" y="0"/>
                </a:cubicBezTo>
                <a:cubicBezTo>
                  <a:pt x="143828" y="0"/>
                  <a:pt x="175260" y="9525"/>
                  <a:pt x="203835" y="27623"/>
                </a:cubicBezTo>
                <a:lnTo>
                  <a:pt x="174308" y="76200"/>
                </a:lnTo>
                <a:cubicBezTo>
                  <a:pt x="151448" y="60960"/>
                  <a:pt x="130492" y="52388"/>
                  <a:pt x="110490" y="52388"/>
                </a:cubicBezTo>
                <a:cubicBezTo>
                  <a:pt x="87630" y="52388"/>
                  <a:pt x="72390" y="61913"/>
                  <a:pt x="72390" y="77153"/>
                </a:cubicBezTo>
                <a:cubicBezTo>
                  <a:pt x="72390" y="120967"/>
                  <a:pt x="205740" y="105728"/>
                  <a:pt x="205740" y="195263"/>
                </a:cubicBezTo>
                <a:cubicBezTo>
                  <a:pt x="205740" y="245745"/>
                  <a:pt x="164783" y="280035"/>
                  <a:pt x="102870" y="280035"/>
                </a:cubicBezTo>
                <a:cubicBezTo>
                  <a:pt x="67628" y="280035"/>
                  <a:pt x="31433" y="268605"/>
                  <a:pt x="0" y="247650"/>
                </a:cubicBezTo>
                <a:lnTo>
                  <a:pt x="29528" y="198120"/>
                </a:lnTo>
                <a:close/>
              </a:path>
            </a:pathLst>
          </a:custGeom>
          <a:solidFill xmlns:a="http://schemas.openxmlformats.org/drawingml/2006/main">
            <a:schemeClr val="tx1"/>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80" name="Freihandform: Form 179">
            <a:extLst xmlns:a="http://schemas.openxmlformats.org/drawingml/2006/main">
              <a:ext uri="{FF2B5EF4-FFF2-40B4-BE49-F238E27FC236}">
                <a16:creationId xmlns:a16="http://schemas.microsoft.com/office/drawing/2014/main" id="{169F6428-4F5D-4675-B468-7AAA6EA2A8D9}"/>
              </a:ext>
            </a:extLst>
          </p:cNvPr>
          <p:cNvSpPr>
            <a:spLocks xmlns:a="http://schemas.openxmlformats.org/drawingml/2006/main" noGrp="1"/>
          </p:cNvSpPr>
          <p:nvPr/>
        </p:nvSpPr>
        <p:spPr>
          <a:xfrm xmlns:a="http://schemas.openxmlformats.org/drawingml/2006/main" rot="0" flipH="0" flipV="0">
            <a:off x="1082135" y="507296"/>
            <a:ext cx="69629" cy="86742"/>
          </a:xfrm>
          <a:custGeom xmlns:a="http://schemas.openxmlformats.org/drawingml/2006/main">
            <a:gdLst>
              <a:gd name="connsiteX0" fmla="*/ 222885 w 224790"/>
              <a:gd name="connsiteY0" fmla="*/ 237173 h 280035"/>
              <a:gd name="connsiteX1" fmla="*/ 127635 w 224790"/>
              <a:gd name="connsiteY1" fmla="*/ 280035 h 280035"/>
              <a:gd name="connsiteX2" fmla="*/ 0 w 224790"/>
              <a:gd name="connsiteY2" fmla="*/ 140970 h 280035"/>
              <a:gd name="connsiteX3" fmla="*/ 128588 w 224790"/>
              <a:gd name="connsiteY3" fmla="*/ 0 h 280035"/>
              <a:gd name="connsiteX4" fmla="*/ 224790 w 224790"/>
              <a:gd name="connsiteY4" fmla="*/ 45720 h 280035"/>
              <a:gd name="connsiteX5" fmla="*/ 181928 w 224790"/>
              <a:gd name="connsiteY5" fmla="*/ 86678 h 280035"/>
              <a:gd name="connsiteX6" fmla="*/ 128588 w 224790"/>
              <a:gd name="connsiteY6" fmla="*/ 57150 h 280035"/>
              <a:gd name="connsiteX7" fmla="*/ 62865 w 224790"/>
              <a:gd name="connsiteY7" fmla="*/ 140017 h 280035"/>
              <a:gd name="connsiteX8" fmla="*/ 128588 w 224790"/>
              <a:gd name="connsiteY8" fmla="*/ 222885 h 280035"/>
              <a:gd name="connsiteX9" fmla="*/ 183832 w 224790"/>
              <a:gd name="connsiteY9" fmla="*/ 193358 h 280035"/>
              <a:gd name="connsiteX10" fmla="*/ 222885 w 224790"/>
              <a:gd name="connsiteY10" fmla="*/ 237173 h 280035"/>
            </a:gdLst>
            <a:rect l="l" t="t" r="r" b="b"/>
            <a:pathLst>
              <a:path w="224790" h="280035">
                <a:moveTo>
                  <a:pt x="222885" y="237173"/>
                </a:moveTo>
                <a:cubicBezTo>
                  <a:pt x="196215" y="266700"/>
                  <a:pt x="165735" y="280035"/>
                  <a:pt x="127635" y="280035"/>
                </a:cubicBezTo>
                <a:cubicBezTo>
                  <a:pt x="51435" y="280035"/>
                  <a:pt x="0" y="224790"/>
                  <a:pt x="0" y="140970"/>
                </a:cubicBezTo>
                <a:cubicBezTo>
                  <a:pt x="0" y="57150"/>
                  <a:pt x="51435" y="0"/>
                  <a:pt x="128588" y="0"/>
                </a:cubicBezTo>
                <a:cubicBezTo>
                  <a:pt x="168592" y="0"/>
                  <a:pt x="200978" y="15240"/>
                  <a:pt x="224790" y="45720"/>
                </a:cubicBezTo>
                <a:lnTo>
                  <a:pt x="181928" y="86678"/>
                </a:lnTo>
                <a:cubicBezTo>
                  <a:pt x="165735" y="66675"/>
                  <a:pt x="149542" y="57150"/>
                  <a:pt x="128588" y="57150"/>
                </a:cubicBezTo>
                <a:cubicBezTo>
                  <a:pt x="89535" y="57150"/>
                  <a:pt x="62865" y="89535"/>
                  <a:pt x="62865" y="140017"/>
                </a:cubicBezTo>
                <a:cubicBezTo>
                  <a:pt x="62865" y="189548"/>
                  <a:pt x="89535" y="222885"/>
                  <a:pt x="128588" y="222885"/>
                </a:cubicBezTo>
                <a:cubicBezTo>
                  <a:pt x="149542" y="222885"/>
                  <a:pt x="166688" y="213360"/>
                  <a:pt x="183832" y="193358"/>
                </a:cubicBezTo>
                <a:lnTo>
                  <a:pt x="222885" y="237173"/>
                </a:lnTo>
                <a:close/>
              </a:path>
            </a:pathLst>
          </a:custGeom>
          <a:solidFill xmlns:a="http://schemas.openxmlformats.org/drawingml/2006/main">
            <a:schemeClr val="tx1"/>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81" name="Freihandform: Form 180">
            <a:extLst xmlns:a="http://schemas.openxmlformats.org/drawingml/2006/main">
              <a:ext uri="{FF2B5EF4-FFF2-40B4-BE49-F238E27FC236}">
                <a16:creationId xmlns:a16="http://schemas.microsoft.com/office/drawing/2014/main" id="{6ECA4213-C333-492A-8271-46DBC688C852}"/>
              </a:ext>
            </a:extLst>
          </p:cNvPr>
          <p:cNvSpPr>
            <a:spLocks xmlns:a="http://schemas.openxmlformats.org/drawingml/2006/main" noGrp="1"/>
          </p:cNvSpPr>
          <p:nvPr/>
        </p:nvSpPr>
        <p:spPr>
          <a:xfrm xmlns:a="http://schemas.openxmlformats.org/drawingml/2006/main" rot="0" flipH="0" flipV="0">
            <a:off x="1168582" y="471596"/>
            <a:ext cx="70809" cy="120670"/>
          </a:xfrm>
          <a:custGeom xmlns:a="http://schemas.openxmlformats.org/drawingml/2006/main">
            <a:gdLst>
              <a:gd name="connsiteX0" fmla="*/ 228600 w 228600"/>
              <a:gd name="connsiteY0" fmla="*/ 388620 h 389572"/>
              <a:gd name="connsiteX1" fmla="*/ 166688 w 228600"/>
              <a:gd name="connsiteY1" fmla="*/ 388620 h 389572"/>
              <a:gd name="connsiteX2" fmla="*/ 166688 w 228600"/>
              <a:gd name="connsiteY2" fmla="*/ 236220 h 389572"/>
              <a:gd name="connsiteX3" fmla="*/ 117158 w 228600"/>
              <a:gd name="connsiteY3" fmla="*/ 171450 h 389572"/>
              <a:gd name="connsiteX4" fmla="*/ 61913 w 228600"/>
              <a:gd name="connsiteY4" fmla="*/ 236220 h 389572"/>
              <a:gd name="connsiteX5" fmla="*/ 61913 w 228600"/>
              <a:gd name="connsiteY5" fmla="*/ 389573 h 389572"/>
              <a:gd name="connsiteX6" fmla="*/ 0 w 228600"/>
              <a:gd name="connsiteY6" fmla="*/ 389573 h 389572"/>
              <a:gd name="connsiteX7" fmla="*/ 0 w 228600"/>
              <a:gd name="connsiteY7" fmla="*/ 15240 h 389572"/>
              <a:gd name="connsiteX8" fmla="*/ 61913 w 228600"/>
              <a:gd name="connsiteY8" fmla="*/ 0 h 389572"/>
              <a:gd name="connsiteX9" fmla="*/ 61913 w 228600"/>
              <a:gd name="connsiteY9" fmla="*/ 155258 h 389572"/>
              <a:gd name="connsiteX10" fmla="*/ 62865 w 228600"/>
              <a:gd name="connsiteY10" fmla="*/ 155258 h 389572"/>
              <a:gd name="connsiteX11" fmla="*/ 140970 w 228600"/>
              <a:gd name="connsiteY11" fmla="*/ 116205 h 389572"/>
              <a:gd name="connsiteX12" fmla="*/ 228600 w 228600"/>
              <a:gd name="connsiteY12" fmla="*/ 223838 h 389572"/>
              <a:gd name="connsiteX13" fmla="*/ 228600 w 228600"/>
              <a:gd name="connsiteY13" fmla="*/ 388620 h 389572"/>
            </a:gdLst>
            <a:rect l="l" t="t" r="r" b="b"/>
            <a:pathLst>
              <a:path w="228600" h="389572">
                <a:moveTo>
                  <a:pt x="228600" y="388620"/>
                </a:moveTo>
                <a:lnTo>
                  <a:pt x="166688" y="388620"/>
                </a:lnTo>
                <a:lnTo>
                  <a:pt x="166688" y="236220"/>
                </a:lnTo>
                <a:cubicBezTo>
                  <a:pt x="166688" y="197168"/>
                  <a:pt x="154305" y="171450"/>
                  <a:pt x="117158" y="171450"/>
                </a:cubicBezTo>
                <a:cubicBezTo>
                  <a:pt x="74295" y="171450"/>
                  <a:pt x="61913" y="205740"/>
                  <a:pt x="61913" y="236220"/>
                </a:cubicBezTo>
                <a:lnTo>
                  <a:pt x="61913" y="389573"/>
                </a:lnTo>
                <a:lnTo>
                  <a:pt x="0" y="389573"/>
                </a:lnTo>
                <a:lnTo>
                  <a:pt x="0" y="15240"/>
                </a:lnTo>
                <a:lnTo>
                  <a:pt x="61913" y="0"/>
                </a:lnTo>
                <a:lnTo>
                  <a:pt x="61913" y="155258"/>
                </a:lnTo>
                <a:lnTo>
                  <a:pt x="62865" y="155258"/>
                </a:lnTo>
                <a:cubicBezTo>
                  <a:pt x="78105" y="131445"/>
                  <a:pt x="105728" y="116205"/>
                  <a:pt x="140970" y="116205"/>
                </a:cubicBezTo>
                <a:cubicBezTo>
                  <a:pt x="202883" y="116205"/>
                  <a:pt x="228600" y="161925"/>
                  <a:pt x="228600" y="223838"/>
                </a:cubicBezTo>
                <a:lnTo>
                  <a:pt x="228600" y="388620"/>
                </a:lnTo>
                <a:close/>
              </a:path>
            </a:pathLst>
          </a:custGeom>
          <a:solidFill xmlns:a="http://schemas.openxmlformats.org/drawingml/2006/main">
            <a:schemeClr val="tx1"/>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82" name="Freihandform: Form 181">
            <a:extLst xmlns:a="http://schemas.openxmlformats.org/drawingml/2006/main">
              <a:ext uri="{FF2B5EF4-FFF2-40B4-BE49-F238E27FC236}">
                <a16:creationId xmlns:a16="http://schemas.microsoft.com/office/drawing/2014/main" id="{CA31CA87-30A7-4449-9783-8DC969F2EACE}"/>
              </a:ext>
            </a:extLst>
          </p:cNvPr>
          <p:cNvSpPr>
            <a:spLocks xmlns:a="http://schemas.openxmlformats.org/drawingml/2006/main" noGrp="1"/>
          </p:cNvSpPr>
          <p:nvPr/>
        </p:nvSpPr>
        <p:spPr>
          <a:xfrm xmlns:a="http://schemas.openxmlformats.org/drawingml/2006/main" rot="0" flipH="0" flipV="0">
            <a:off x="1259455" y="507591"/>
            <a:ext cx="75235" cy="86446"/>
          </a:xfrm>
          <a:custGeom xmlns:a="http://schemas.openxmlformats.org/drawingml/2006/main">
            <a:gdLst>
              <a:gd name="connsiteX0" fmla="*/ 132397 w 242887"/>
              <a:gd name="connsiteY0" fmla="*/ 279083 h 279082"/>
              <a:gd name="connsiteX1" fmla="*/ 0 w 242887"/>
              <a:gd name="connsiteY1" fmla="*/ 139065 h 279082"/>
              <a:gd name="connsiteX2" fmla="*/ 124777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7 w 242887"/>
              <a:gd name="connsiteY6" fmla="*/ 225742 h 279082"/>
              <a:gd name="connsiteX7" fmla="*/ 198120 w 242887"/>
              <a:gd name="connsiteY7" fmla="*/ 194310 h 279082"/>
              <a:gd name="connsiteX8" fmla="*/ 237172 w 242887"/>
              <a:gd name="connsiteY8" fmla="*/ 235267 h 279082"/>
              <a:gd name="connsiteX9" fmla="*/ 132397 w 242887"/>
              <a:gd name="connsiteY9" fmla="*/ 279083 h 279082"/>
              <a:gd name="connsiteX10" fmla="*/ 62865 w 242887"/>
              <a:gd name="connsiteY10" fmla="*/ 115252 h 279082"/>
              <a:gd name="connsiteX11" fmla="*/ 183832 w 242887"/>
              <a:gd name="connsiteY11" fmla="*/ 115252 h 279082"/>
              <a:gd name="connsiteX12" fmla="*/ 124777 w 242887"/>
              <a:gd name="connsiteY12" fmla="*/ 50482 h 279082"/>
              <a:gd name="connsiteX13" fmla="*/ 62865 w 242887"/>
              <a:gd name="connsiteY13" fmla="*/ 115252 h 279082"/>
            </a:gdLst>
            <a:rect l="l" t="t" r="r" b="b"/>
            <a:pathLst>
              <a:path w="242887" h="279082">
                <a:moveTo>
                  <a:pt x="132397" y="279083"/>
                </a:moveTo>
                <a:cubicBezTo>
                  <a:pt x="53340" y="279083"/>
                  <a:pt x="0" y="222885"/>
                  <a:pt x="0" y="139065"/>
                </a:cubicBezTo>
                <a:cubicBezTo>
                  <a:pt x="0" y="56197"/>
                  <a:pt x="50482" y="0"/>
                  <a:pt x="124777" y="0"/>
                </a:cubicBezTo>
                <a:cubicBezTo>
                  <a:pt x="196215" y="0"/>
                  <a:pt x="242888" y="53340"/>
                  <a:pt x="242888" y="135255"/>
                </a:cubicBezTo>
                <a:cubicBezTo>
                  <a:pt x="242888" y="143827"/>
                  <a:pt x="241935" y="153352"/>
                  <a:pt x="241935" y="160972"/>
                </a:cubicBezTo>
                <a:lnTo>
                  <a:pt x="62865" y="160972"/>
                </a:lnTo>
                <a:cubicBezTo>
                  <a:pt x="69532" y="201930"/>
                  <a:pt x="94297" y="225742"/>
                  <a:pt x="132397" y="225742"/>
                </a:cubicBezTo>
                <a:cubicBezTo>
                  <a:pt x="157163" y="225742"/>
                  <a:pt x="177165" y="216217"/>
                  <a:pt x="198120" y="194310"/>
                </a:cubicBezTo>
                <a:lnTo>
                  <a:pt x="237172" y="235267"/>
                </a:lnTo>
                <a:cubicBezTo>
                  <a:pt x="206692" y="264795"/>
                  <a:pt x="172402" y="279083"/>
                  <a:pt x="132397" y="279083"/>
                </a:cubicBezTo>
                <a:close/>
                <a:moveTo>
                  <a:pt x="62865" y="115252"/>
                </a:moveTo>
                <a:lnTo>
                  <a:pt x="183832" y="115252"/>
                </a:lnTo>
                <a:cubicBezTo>
                  <a:pt x="180975" y="74295"/>
                  <a:pt x="160020" y="50482"/>
                  <a:pt x="124777" y="50482"/>
                </a:cubicBezTo>
                <a:cubicBezTo>
                  <a:pt x="89535" y="50482"/>
                  <a:pt x="67627" y="74295"/>
                  <a:pt x="62865" y="115252"/>
                </a:cubicBezTo>
                <a:close/>
              </a:path>
            </a:pathLst>
          </a:custGeom>
          <a:solidFill xmlns:a="http://schemas.openxmlformats.org/drawingml/2006/main">
            <a:schemeClr val="tx1"/>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83" name="Freihandform: Form 182">
            <a:extLst xmlns:a="http://schemas.openxmlformats.org/drawingml/2006/main">
              <a:ext uri="{FF2B5EF4-FFF2-40B4-BE49-F238E27FC236}">
                <a16:creationId xmlns:a16="http://schemas.microsoft.com/office/drawing/2014/main" id="{7C37FD0D-D89F-431F-9478-9D2638DB850F}"/>
              </a:ext>
            </a:extLst>
          </p:cNvPr>
          <p:cNvSpPr>
            <a:spLocks xmlns:a="http://schemas.openxmlformats.org/drawingml/2006/main" noGrp="1"/>
          </p:cNvSpPr>
          <p:nvPr/>
        </p:nvSpPr>
        <p:spPr>
          <a:xfrm xmlns:a="http://schemas.openxmlformats.org/drawingml/2006/main" rot="0" flipH="0" flipV="0">
            <a:off x="1405205" y="478087"/>
            <a:ext cx="71695" cy="114180"/>
          </a:xfrm>
          <a:custGeom xmlns:a="http://schemas.openxmlformats.org/drawingml/2006/main">
            <a:gdLst>
              <a:gd name="connsiteX0" fmla="*/ 231457 w 231457"/>
              <a:gd name="connsiteY0" fmla="*/ 60007 h 368617"/>
              <a:gd name="connsiteX1" fmla="*/ 65722 w 231457"/>
              <a:gd name="connsiteY1" fmla="*/ 60007 h 368617"/>
              <a:gd name="connsiteX2" fmla="*/ 65722 w 231457"/>
              <a:gd name="connsiteY2" fmla="*/ 151447 h 368617"/>
              <a:gd name="connsiteX3" fmla="*/ 189547 w 231457"/>
              <a:gd name="connsiteY3" fmla="*/ 151447 h 368617"/>
              <a:gd name="connsiteX4" fmla="*/ 189547 w 231457"/>
              <a:gd name="connsiteY4" fmla="*/ 211455 h 368617"/>
              <a:gd name="connsiteX5" fmla="*/ 65722 w 231457"/>
              <a:gd name="connsiteY5" fmla="*/ 211455 h 368617"/>
              <a:gd name="connsiteX6" fmla="*/ 65722 w 231457"/>
              <a:gd name="connsiteY6" fmla="*/ 368617 h 368617"/>
              <a:gd name="connsiteX7" fmla="*/ 0 w 231457"/>
              <a:gd name="connsiteY7" fmla="*/ 368617 h 368617"/>
              <a:gd name="connsiteX8" fmla="*/ 0 w 231457"/>
              <a:gd name="connsiteY8" fmla="*/ 0 h 368617"/>
              <a:gd name="connsiteX9" fmla="*/ 231457 w 231457"/>
              <a:gd name="connsiteY9" fmla="*/ 0 h 368617"/>
              <a:gd name="connsiteX10" fmla="*/ 231457 w 231457"/>
              <a:gd name="connsiteY10" fmla="*/ 60007 h 368617"/>
            </a:gdLst>
            <a:rect l="l" t="t" r="r" b="b"/>
            <a:pathLst>
              <a:path w="231457" h="368617">
                <a:moveTo>
                  <a:pt x="231457" y="60007"/>
                </a:moveTo>
                <a:lnTo>
                  <a:pt x="65722" y="60007"/>
                </a:lnTo>
                <a:lnTo>
                  <a:pt x="65722" y="151447"/>
                </a:lnTo>
                <a:lnTo>
                  <a:pt x="189547" y="151447"/>
                </a:lnTo>
                <a:lnTo>
                  <a:pt x="189547" y="211455"/>
                </a:lnTo>
                <a:lnTo>
                  <a:pt x="65722" y="211455"/>
                </a:lnTo>
                <a:lnTo>
                  <a:pt x="65722" y="368617"/>
                </a:lnTo>
                <a:lnTo>
                  <a:pt x="0" y="368617"/>
                </a:lnTo>
                <a:lnTo>
                  <a:pt x="0" y="0"/>
                </a:lnTo>
                <a:lnTo>
                  <a:pt x="231457" y="0"/>
                </a:lnTo>
                <a:lnTo>
                  <a:pt x="231457" y="60007"/>
                </a:lnTo>
                <a:close/>
              </a:path>
            </a:pathLst>
          </a:custGeom>
          <a:solidFill xmlns:a="http://schemas.openxmlformats.org/drawingml/2006/main">
            <a:schemeClr val="tx1"/>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84" name="Freihandform: Form 183">
            <a:extLst xmlns:a="http://schemas.openxmlformats.org/drawingml/2006/main">
              <a:ext uri="{FF2B5EF4-FFF2-40B4-BE49-F238E27FC236}">
                <a16:creationId xmlns:a16="http://schemas.microsoft.com/office/drawing/2014/main" id="{9A1255C6-12A9-459B-843F-7294ADDC1C1B}"/>
              </a:ext>
            </a:extLst>
          </p:cNvPr>
          <p:cNvSpPr>
            <a:spLocks xmlns:a="http://schemas.openxmlformats.org/drawingml/2006/main" noGrp="1"/>
          </p:cNvSpPr>
          <p:nvPr/>
        </p:nvSpPr>
        <p:spPr>
          <a:xfrm xmlns:a="http://schemas.openxmlformats.org/drawingml/2006/main" rot="0" flipH="0" flipV="0">
            <a:off x="1480441" y="507591"/>
            <a:ext cx="70219" cy="86446"/>
          </a:xfrm>
          <a:custGeom xmlns:a="http://schemas.openxmlformats.org/drawingml/2006/main">
            <a:gdLst>
              <a:gd name="connsiteX0" fmla="*/ 115253 w 226694"/>
              <a:gd name="connsiteY0" fmla="*/ 107633 h 279082"/>
              <a:gd name="connsiteX1" fmla="*/ 165735 w 226694"/>
              <a:gd name="connsiteY1" fmla="*/ 113347 h 279082"/>
              <a:gd name="connsiteX2" fmla="*/ 165735 w 226694"/>
              <a:gd name="connsiteY2" fmla="*/ 103822 h 279082"/>
              <a:gd name="connsiteX3" fmla="*/ 106680 w 226694"/>
              <a:gd name="connsiteY3" fmla="*/ 52388 h 279082"/>
              <a:gd name="connsiteX4" fmla="*/ 39053 w 226694"/>
              <a:gd name="connsiteY4" fmla="*/ 67627 h 279082"/>
              <a:gd name="connsiteX5" fmla="*/ 25717 w 226694"/>
              <a:gd name="connsiteY5" fmla="*/ 15240 h 279082"/>
              <a:gd name="connsiteX6" fmla="*/ 113347 w 226694"/>
              <a:gd name="connsiteY6" fmla="*/ 0 h 279082"/>
              <a:gd name="connsiteX7" fmla="*/ 226695 w 226694"/>
              <a:gd name="connsiteY7" fmla="*/ 102870 h 279082"/>
              <a:gd name="connsiteX8" fmla="*/ 226695 w 226694"/>
              <a:gd name="connsiteY8" fmla="*/ 273367 h 279082"/>
              <a:gd name="connsiteX9" fmla="*/ 167640 w 226694"/>
              <a:gd name="connsiteY9" fmla="*/ 273367 h 279082"/>
              <a:gd name="connsiteX10" fmla="*/ 167640 w 226694"/>
              <a:gd name="connsiteY10" fmla="*/ 244792 h 279082"/>
              <a:gd name="connsiteX11" fmla="*/ 165735 w 226694"/>
              <a:gd name="connsiteY11" fmla="*/ 244792 h 279082"/>
              <a:gd name="connsiteX12" fmla="*/ 87630 w 226694"/>
              <a:gd name="connsiteY12" fmla="*/ 279083 h 279082"/>
              <a:gd name="connsiteX13" fmla="*/ 0 w 226694"/>
              <a:gd name="connsiteY13" fmla="*/ 194310 h 279082"/>
              <a:gd name="connsiteX14" fmla="*/ 115253 w 226694"/>
              <a:gd name="connsiteY14" fmla="*/ 107633 h 279082"/>
              <a:gd name="connsiteX15" fmla="*/ 104775 w 226694"/>
              <a:gd name="connsiteY15" fmla="*/ 232410 h 279082"/>
              <a:gd name="connsiteX16" fmla="*/ 165735 w 226694"/>
              <a:gd name="connsiteY16" fmla="*/ 200025 h 279082"/>
              <a:gd name="connsiteX17" fmla="*/ 165735 w 226694"/>
              <a:gd name="connsiteY17" fmla="*/ 153352 h 279082"/>
              <a:gd name="connsiteX18" fmla="*/ 121920 w 226694"/>
              <a:gd name="connsiteY18" fmla="*/ 148590 h 279082"/>
              <a:gd name="connsiteX19" fmla="*/ 60007 w 226694"/>
              <a:gd name="connsiteY19" fmla="*/ 192405 h 279082"/>
              <a:gd name="connsiteX20" fmla="*/ 104775 w 226694"/>
              <a:gd name="connsiteY20" fmla="*/ 232410 h 279082"/>
            </a:gdLst>
            <a:rect l="l" t="t" r="r" b="b"/>
            <a:pathLst>
              <a:path w="226694" h="279082">
                <a:moveTo>
                  <a:pt x="115253" y="107633"/>
                </a:moveTo>
                <a:cubicBezTo>
                  <a:pt x="132397" y="107633"/>
                  <a:pt x="148590" y="108585"/>
                  <a:pt x="165735" y="113347"/>
                </a:cubicBezTo>
                <a:lnTo>
                  <a:pt x="165735" y="103822"/>
                </a:lnTo>
                <a:cubicBezTo>
                  <a:pt x="165735" y="69532"/>
                  <a:pt x="145732" y="52388"/>
                  <a:pt x="106680" y="52388"/>
                </a:cubicBezTo>
                <a:cubicBezTo>
                  <a:pt x="84772" y="52388"/>
                  <a:pt x="60960" y="57150"/>
                  <a:pt x="39053" y="67627"/>
                </a:cubicBezTo>
                <a:lnTo>
                  <a:pt x="25717" y="15240"/>
                </a:lnTo>
                <a:cubicBezTo>
                  <a:pt x="50482" y="5715"/>
                  <a:pt x="82867" y="0"/>
                  <a:pt x="113347" y="0"/>
                </a:cubicBezTo>
                <a:cubicBezTo>
                  <a:pt x="188595" y="0"/>
                  <a:pt x="226695" y="35242"/>
                  <a:pt x="226695" y="102870"/>
                </a:cubicBezTo>
                <a:lnTo>
                  <a:pt x="226695" y="273367"/>
                </a:lnTo>
                <a:lnTo>
                  <a:pt x="167640" y="273367"/>
                </a:lnTo>
                <a:lnTo>
                  <a:pt x="167640" y="244792"/>
                </a:lnTo>
                <a:lnTo>
                  <a:pt x="165735" y="244792"/>
                </a:lnTo>
                <a:cubicBezTo>
                  <a:pt x="142875" y="268605"/>
                  <a:pt x="119063" y="279083"/>
                  <a:pt x="87630" y="279083"/>
                </a:cubicBezTo>
                <a:cubicBezTo>
                  <a:pt x="34290" y="279083"/>
                  <a:pt x="0" y="245745"/>
                  <a:pt x="0" y="194310"/>
                </a:cubicBezTo>
                <a:cubicBezTo>
                  <a:pt x="0" y="138113"/>
                  <a:pt x="40005" y="107633"/>
                  <a:pt x="115253" y="107633"/>
                </a:cubicBezTo>
                <a:close/>
                <a:moveTo>
                  <a:pt x="104775" y="232410"/>
                </a:moveTo>
                <a:cubicBezTo>
                  <a:pt x="127635" y="232410"/>
                  <a:pt x="148590" y="220980"/>
                  <a:pt x="165735" y="200025"/>
                </a:cubicBezTo>
                <a:lnTo>
                  <a:pt x="165735" y="153352"/>
                </a:lnTo>
                <a:cubicBezTo>
                  <a:pt x="151447" y="149542"/>
                  <a:pt x="136207" y="148590"/>
                  <a:pt x="121920" y="148590"/>
                </a:cubicBezTo>
                <a:cubicBezTo>
                  <a:pt x="82867" y="148590"/>
                  <a:pt x="60007" y="163830"/>
                  <a:pt x="60007" y="192405"/>
                </a:cubicBezTo>
                <a:cubicBezTo>
                  <a:pt x="60007" y="217170"/>
                  <a:pt x="77153" y="232410"/>
                  <a:pt x="104775" y="232410"/>
                </a:cubicBezTo>
                <a:close/>
              </a:path>
            </a:pathLst>
          </a:custGeom>
          <a:solidFill xmlns:a="http://schemas.openxmlformats.org/drawingml/2006/main">
            <a:schemeClr val="tx1"/>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85" name="Freihandform: Form 184">
            <a:extLst xmlns:a="http://schemas.openxmlformats.org/drawingml/2006/main">
              <a:ext uri="{FF2B5EF4-FFF2-40B4-BE49-F238E27FC236}">
                <a16:creationId xmlns:a16="http://schemas.microsoft.com/office/drawing/2014/main" id="{BD88DE7C-655E-4731-99FA-B7E34983ECB8}"/>
              </a:ext>
            </a:extLst>
          </p:cNvPr>
          <p:cNvSpPr>
            <a:spLocks xmlns:a="http://schemas.openxmlformats.org/drawingml/2006/main" noGrp="1"/>
          </p:cNvSpPr>
          <p:nvPr/>
        </p:nvSpPr>
        <p:spPr>
          <a:xfrm xmlns:a="http://schemas.openxmlformats.org/drawingml/2006/main" rot="0" flipH="0" flipV="0">
            <a:off x="1575150" y="471596"/>
            <a:ext cx="72579" cy="120670"/>
          </a:xfrm>
          <a:custGeom xmlns:a="http://schemas.openxmlformats.org/drawingml/2006/main">
            <a:gdLst>
              <a:gd name="connsiteX0" fmla="*/ 0 w 234314"/>
              <a:gd name="connsiteY0" fmla="*/ 15240 h 389572"/>
              <a:gd name="connsiteX1" fmla="*/ 61913 w 234314"/>
              <a:gd name="connsiteY1" fmla="*/ 0 h 389572"/>
              <a:gd name="connsiteX2" fmla="*/ 61913 w 234314"/>
              <a:gd name="connsiteY2" fmla="*/ 234315 h 389572"/>
              <a:gd name="connsiteX3" fmla="*/ 62865 w 234314"/>
              <a:gd name="connsiteY3" fmla="*/ 234315 h 389572"/>
              <a:gd name="connsiteX4" fmla="*/ 150495 w 234314"/>
              <a:gd name="connsiteY4" fmla="*/ 122873 h 389572"/>
              <a:gd name="connsiteX5" fmla="*/ 224790 w 234314"/>
              <a:gd name="connsiteY5" fmla="*/ 122873 h 389572"/>
              <a:gd name="connsiteX6" fmla="*/ 137160 w 234314"/>
              <a:gd name="connsiteY6" fmla="*/ 227648 h 389572"/>
              <a:gd name="connsiteX7" fmla="*/ 234315 w 234314"/>
              <a:gd name="connsiteY7" fmla="*/ 389573 h 389572"/>
              <a:gd name="connsiteX8" fmla="*/ 160020 w 234314"/>
              <a:gd name="connsiteY8" fmla="*/ 389573 h 389572"/>
              <a:gd name="connsiteX9" fmla="*/ 93345 w 234314"/>
              <a:gd name="connsiteY9" fmla="*/ 274320 h 389572"/>
              <a:gd name="connsiteX10" fmla="*/ 62865 w 234314"/>
              <a:gd name="connsiteY10" fmla="*/ 308610 h 389572"/>
              <a:gd name="connsiteX11" fmla="*/ 62865 w 234314"/>
              <a:gd name="connsiteY11" fmla="*/ 389573 h 389572"/>
              <a:gd name="connsiteX12" fmla="*/ 952 w 234314"/>
              <a:gd name="connsiteY12" fmla="*/ 389573 h 389572"/>
              <a:gd name="connsiteX13" fmla="*/ 952 w 234314"/>
              <a:gd name="connsiteY13" fmla="*/ 15240 h 389572"/>
            </a:gdLst>
            <a:rect l="l" t="t" r="r" b="b"/>
            <a:pathLst>
              <a:path w="234314" h="389572">
                <a:moveTo>
                  <a:pt x="0" y="15240"/>
                </a:moveTo>
                <a:lnTo>
                  <a:pt x="61913" y="0"/>
                </a:lnTo>
                <a:lnTo>
                  <a:pt x="61913" y="234315"/>
                </a:lnTo>
                <a:lnTo>
                  <a:pt x="62865" y="234315"/>
                </a:lnTo>
                <a:lnTo>
                  <a:pt x="150495" y="122873"/>
                </a:lnTo>
                <a:lnTo>
                  <a:pt x="224790" y="122873"/>
                </a:lnTo>
                <a:lnTo>
                  <a:pt x="137160" y="227648"/>
                </a:lnTo>
                <a:lnTo>
                  <a:pt x="234315" y="389573"/>
                </a:lnTo>
                <a:lnTo>
                  <a:pt x="160020" y="389573"/>
                </a:lnTo>
                <a:lnTo>
                  <a:pt x="93345" y="274320"/>
                </a:lnTo>
                <a:lnTo>
                  <a:pt x="62865" y="308610"/>
                </a:lnTo>
                <a:lnTo>
                  <a:pt x="62865" y="389573"/>
                </a:lnTo>
                <a:lnTo>
                  <a:pt x="952" y="389573"/>
                </a:lnTo>
                <a:lnTo>
                  <a:pt x="952" y="15240"/>
                </a:lnTo>
                <a:close/>
              </a:path>
            </a:pathLst>
          </a:custGeom>
          <a:solidFill xmlns:a="http://schemas.openxmlformats.org/drawingml/2006/main">
            <a:schemeClr val="tx1"/>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86" name="Freihandform: Form 185">
            <a:extLst xmlns:a="http://schemas.openxmlformats.org/drawingml/2006/main">
              <a:ext uri="{FF2B5EF4-FFF2-40B4-BE49-F238E27FC236}">
                <a16:creationId xmlns:a16="http://schemas.microsoft.com/office/drawing/2014/main" id="{F31C4EAF-8B93-4132-872E-D12B732A4099}"/>
              </a:ext>
            </a:extLst>
          </p:cNvPr>
          <p:cNvSpPr>
            <a:spLocks xmlns:a="http://schemas.openxmlformats.org/drawingml/2006/main" noGrp="1"/>
          </p:cNvSpPr>
          <p:nvPr/>
        </p:nvSpPr>
        <p:spPr>
          <a:xfrm xmlns:a="http://schemas.openxmlformats.org/drawingml/2006/main" rot="0" flipH="0" flipV="0">
            <a:off x="1661892" y="509657"/>
            <a:ext cx="71105" cy="84676"/>
          </a:xfrm>
          <a:custGeom xmlns:a="http://schemas.openxmlformats.org/drawingml/2006/main">
            <a:gdLst>
              <a:gd name="connsiteX0" fmla="*/ 62865 w 229552"/>
              <a:gd name="connsiteY0" fmla="*/ 160020 h 273367"/>
              <a:gd name="connsiteX1" fmla="*/ 116205 w 229552"/>
              <a:gd name="connsiteY1" fmla="*/ 216217 h 273367"/>
              <a:gd name="connsiteX2" fmla="*/ 167640 w 229552"/>
              <a:gd name="connsiteY2" fmla="*/ 160020 h 273367"/>
              <a:gd name="connsiteX3" fmla="*/ 167640 w 229552"/>
              <a:gd name="connsiteY3" fmla="*/ 0 h 273367"/>
              <a:gd name="connsiteX4" fmla="*/ 229553 w 229552"/>
              <a:gd name="connsiteY4" fmla="*/ 0 h 273367"/>
              <a:gd name="connsiteX5" fmla="*/ 229553 w 229552"/>
              <a:gd name="connsiteY5" fmla="*/ 161925 h 273367"/>
              <a:gd name="connsiteX6" fmla="*/ 117157 w 229552"/>
              <a:gd name="connsiteY6" fmla="*/ 273367 h 273367"/>
              <a:gd name="connsiteX7" fmla="*/ 0 w 229552"/>
              <a:gd name="connsiteY7" fmla="*/ 162878 h 273367"/>
              <a:gd name="connsiteX8" fmla="*/ 0 w 229552"/>
              <a:gd name="connsiteY8" fmla="*/ 952 h 273367"/>
              <a:gd name="connsiteX9" fmla="*/ 61913 w 229552"/>
              <a:gd name="connsiteY9" fmla="*/ 952 h 273367"/>
              <a:gd name="connsiteX10" fmla="*/ 61913 w 229552"/>
              <a:gd name="connsiteY10" fmla="*/ 160020 h 273367"/>
            </a:gdLst>
            <a:rect l="l" t="t" r="r" b="b"/>
            <a:pathLst>
              <a:path w="229552" h="273367">
                <a:moveTo>
                  <a:pt x="62865" y="160020"/>
                </a:moveTo>
                <a:cubicBezTo>
                  <a:pt x="62865" y="196215"/>
                  <a:pt x="80963" y="216217"/>
                  <a:pt x="116205" y="216217"/>
                </a:cubicBezTo>
                <a:cubicBezTo>
                  <a:pt x="150495" y="216217"/>
                  <a:pt x="167640" y="197167"/>
                  <a:pt x="167640" y="160020"/>
                </a:cubicBezTo>
                <a:lnTo>
                  <a:pt x="167640" y="0"/>
                </a:lnTo>
                <a:lnTo>
                  <a:pt x="229553" y="0"/>
                </a:lnTo>
                <a:lnTo>
                  <a:pt x="229553" y="161925"/>
                </a:lnTo>
                <a:cubicBezTo>
                  <a:pt x="229553" y="232410"/>
                  <a:pt x="190500" y="273367"/>
                  <a:pt x="117157" y="273367"/>
                </a:cubicBezTo>
                <a:cubicBezTo>
                  <a:pt x="44767" y="273367"/>
                  <a:pt x="0" y="232410"/>
                  <a:pt x="0" y="162878"/>
                </a:cubicBezTo>
                <a:lnTo>
                  <a:pt x="0" y="952"/>
                </a:lnTo>
                <a:lnTo>
                  <a:pt x="61913" y="952"/>
                </a:lnTo>
                <a:lnTo>
                  <a:pt x="61913" y="160020"/>
                </a:lnTo>
                <a:close/>
              </a:path>
            </a:pathLst>
          </a:custGeom>
          <a:solidFill xmlns:a="http://schemas.openxmlformats.org/drawingml/2006/main">
            <a:schemeClr val="tx1"/>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87" name="Freihandform: Form 186">
            <a:extLst xmlns:a="http://schemas.openxmlformats.org/drawingml/2006/main">
              <a:ext uri="{FF2B5EF4-FFF2-40B4-BE49-F238E27FC236}">
                <a16:creationId xmlns:a16="http://schemas.microsoft.com/office/drawing/2014/main" id="{02DF8183-C86A-43FA-8D36-ACC72C3197B3}"/>
              </a:ext>
            </a:extLst>
          </p:cNvPr>
          <p:cNvSpPr>
            <a:spLocks xmlns:a="http://schemas.openxmlformats.org/drawingml/2006/main" noGrp="1"/>
          </p:cNvSpPr>
          <p:nvPr/>
        </p:nvSpPr>
        <p:spPr>
          <a:xfrm xmlns:a="http://schemas.openxmlformats.org/drawingml/2006/main" rot="0" flipH="0" flipV="0">
            <a:off x="1757780" y="471302"/>
            <a:ext cx="19177" cy="120670"/>
          </a:xfrm>
          <a:custGeom xmlns:a="http://schemas.openxmlformats.org/drawingml/2006/main">
            <a:gdLst>
              <a:gd name="connsiteX0" fmla="*/ 61913 w 61912"/>
              <a:gd name="connsiteY0" fmla="*/ 389572 h 389572"/>
              <a:gd name="connsiteX1" fmla="*/ 0 w 61912"/>
              <a:gd name="connsiteY1" fmla="*/ 389572 h 389572"/>
              <a:gd name="connsiteX2" fmla="*/ 0 w 61912"/>
              <a:gd name="connsiteY2" fmla="*/ 14288 h 389572"/>
              <a:gd name="connsiteX3" fmla="*/ 61913 w 61912"/>
              <a:gd name="connsiteY3" fmla="*/ 0 h 389572"/>
              <a:gd name="connsiteX4" fmla="*/ 61913 w 61912"/>
              <a:gd name="connsiteY4" fmla="*/ 389572 h 389572"/>
            </a:gdLst>
            <a:rect l="l" t="t" r="r" b="b"/>
            <a:pathLst>
              <a:path w="61912" h="389572">
                <a:moveTo>
                  <a:pt x="61913" y="389572"/>
                </a:moveTo>
                <a:lnTo>
                  <a:pt x="0" y="389572"/>
                </a:lnTo>
                <a:lnTo>
                  <a:pt x="0" y="14288"/>
                </a:lnTo>
                <a:lnTo>
                  <a:pt x="61913" y="0"/>
                </a:lnTo>
                <a:lnTo>
                  <a:pt x="61913" y="389572"/>
                </a:lnTo>
                <a:close/>
              </a:path>
            </a:pathLst>
          </a:custGeom>
          <a:solidFill xmlns:a="http://schemas.openxmlformats.org/drawingml/2006/main">
            <a:schemeClr val="tx1"/>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88" name="Freihandform: Form 187">
            <a:extLst xmlns:a="http://schemas.openxmlformats.org/drawingml/2006/main">
              <a:ext uri="{FF2B5EF4-FFF2-40B4-BE49-F238E27FC236}">
                <a16:creationId xmlns:a16="http://schemas.microsoft.com/office/drawing/2014/main" id="{E6503672-A51F-4F6C-A4CF-65F4050E558B}"/>
              </a:ext>
            </a:extLst>
          </p:cNvPr>
          <p:cNvSpPr>
            <a:spLocks xmlns:a="http://schemas.openxmlformats.org/drawingml/2006/main" noGrp="1"/>
          </p:cNvSpPr>
          <p:nvPr/>
        </p:nvSpPr>
        <p:spPr>
          <a:xfrm xmlns:a="http://schemas.openxmlformats.org/drawingml/2006/main" rot="0" flipH="0" flipV="0">
            <a:off x="1794070" y="483102"/>
            <a:ext cx="51336" cy="110935"/>
          </a:xfrm>
          <a:custGeom xmlns:a="http://schemas.openxmlformats.org/drawingml/2006/main">
            <a:gdLst>
              <a:gd name="connsiteX0" fmla="*/ 165735 w 165734"/>
              <a:gd name="connsiteY0" fmla="*/ 295275 h 358140"/>
              <a:gd name="connsiteX1" fmla="*/ 165735 w 165734"/>
              <a:gd name="connsiteY1" fmla="*/ 348615 h 358140"/>
              <a:gd name="connsiteX2" fmla="*/ 113347 w 165734"/>
              <a:gd name="connsiteY2" fmla="*/ 358140 h 358140"/>
              <a:gd name="connsiteX3" fmla="*/ 40958 w 165734"/>
              <a:gd name="connsiteY3" fmla="*/ 282892 h 358140"/>
              <a:gd name="connsiteX4" fmla="*/ 40958 w 165734"/>
              <a:gd name="connsiteY4" fmla="*/ 137160 h 358140"/>
              <a:gd name="connsiteX5" fmla="*/ 0 w 165734"/>
              <a:gd name="connsiteY5" fmla="*/ 137160 h 358140"/>
              <a:gd name="connsiteX6" fmla="*/ 0 w 165734"/>
              <a:gd name="connsiteY6" fmla="*/ 85725 h 358140"/>
              <a:gd name="connsiteX7" fmla="*/ 40005 w 165734"/>
              <a:gd name="connsiteY7" fmla="*/ 85725 h 358140"/>
              <a:gd name="connsiteX8" fmla="*/ 40005 w 165734"/>
              <a:gd name="connsiteY8" fmla="*/ 13335 h 358140"/>
              <a:gd name="connsiteX9" fmla="*/ 101918 w 165734"/>
              <a:gd name="connsiteY9" fmla="*/ 0 h 358140"/>
              <a:gd name="connsiteX10" fmla="*/ 101918 w 165734"/>
              <a:gd name="connsiteY10" fmla="*/ 86677 h 358140"/>
              <a:gd name="connsiteX11" fmla="*/ 165735 w 165734"/>
              <a:gd name="connsiteY11" fmla="*/ 86677 h 358140"/>
              <a:gd name="connsiteX12" fmla="*/ 165735 w 165734"/>
              <a:gd name="connsiteY12" fmla="*/ 138113 h 358140"/>
              <a:gd name="connsiteX13" fmla="*/ 101918 w 165734"/>
              <a:gd name="connsiteY13" fmla="*/ 138113 h 358140"/>
              <a:gd name="connsiteX14" fmla="*/ 101918 w 165734"/>
              <a:gd name="connsiteY14" fmla="*/ 269558 h 358140"/>
              <a:gd name="connsiteX15" fmla="*/ 130493 w 165734"/>
              <a:gd name="connsiteY15" fmla="*/ 304800 h 358140"/>
              <a:gd name="connsiteX16" fmla="*/ 165735 w 165734"/>
              <a:gd name="connsiteY16" fmla="*/ 295275 h 358140"/>
            </a:gdLst>
            <a:rect l="l" t="t" r="r" b="b"/>
            <a:pathLst>
              <a:path w="165734" h="358140">
                <a:moveTo>
                  <a:pt x="165735" y="295275"/>
                </a:moveTo>
                <a:lnTo>
                  <a:pt x="165735" y="348615"/>
                </a:lnTo>
                <a:cubicBezTo>
                  <a:pt x="152400" y="355283"/>
                  <a:pt x="131445" y="358140"/>
                  <a:pt x="113347" y="358140"/>
                </a:cubicBezTo>
                <a:cubicBezTo>
                  <a:pt x="66675" y="358140"/>
                  <a:pt x="40958" y="331470"/>
                  <a:pt x="40958" y="282892"/>
                </a:cubicBezTo>
                <a:lnTo>
                  <a:pt x="40958" y="137160"/>
                </a:lnTo>
                <a:lnTo>
                  <a:pt x="0" y="137160"/>
                </a:lnTo>
                <a:lnTo>
                  <a:pt x="0" y="85725"/>
                </a:lnTo>
                <a:lnTo>
                  <a:pt x="40005" y="85725"/>
                </a:lnTo>
                <a:lnTo>
                  <a:pt x="40005" y="13335"/>
                </a:lnTo>
                <a:lnTo>
                  <a:pt x="101918" y="0"/>
                </a:lnTo>
                <a:lnTo>
                  <a:pt x="101918" y="86677"/>
                </a:lnTo>
                <a:lnTo>
                  <a:pt x="165735" y="86677"/>
                </a:lnTo>
                <a:lnTo>
                  <a:pt x="165735" y="138113"/>
                </a:lnTo>
                <a:lnTo>
                  <a:pt x="101918" y="138113"/>
                </a:lnTo>
                <a:lnTo>
                  <a:pt x="101918" y="269558"/>
                </a:lnTo>
                <a:cubicBezTo>
                  <a:pt x="101918" y="294322"/>
                  <a:pt x="110490" y="304800"/>
                  <a:pt x="130493" y="304800"/>
                </a:cubicBezTo>
                <a:cubicBezTo>
                  <a:pt x="141922" y="303847"/>
                  <a:pt x="155258" y="300038"/>
                  <a:pt x="165735" y="295275"/>
                </a:cubicBezTo>
                <a:close/>
              </a:path>
            </a:pathLst>
          </a:custGeom>
          <a:solidFill xmlns:a="http://schemas.openxmlformats.org/drawingml/2006/main">
            <a:schemeClr val="tx1"/>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89" name="Freihandform: Form 188">
            <a:extLst xmlns:a="http://schemas.openxmlformats.org/drawingml/2006/main">
              <a:ext uri="{FF2B5EF4-FFF2-40B4-BE49-F238E27FC236}">
                <a16:creationId xmlns:a16="http://schemas.microsoft.com/office/drawing/2014/main" id="{96BAB337-D064-4F11-8A5E-31DBC2E4704B}"/>
              </a:ext>
            </a:extLst>
          </p:cNvPr>
          <p:cNvSpPr>
            <a:spLocks xmlns:a="http://schemas.openxmlformats.org/drawingml/2006/main" noGrp="1"/>
          </p:cNvSpPr>
          <p:nvPr/>
        </p:nvSpPr>
        <p:spPr>
          <a:xfrm xmlns:a="http://schemas.openxmlformats.org/drawingml/2006/main" rot="0" flipH="0" flipV="0">
            <a:off x="1860454" y="474251"/>
            <a:ext cx="69925" cy="119786"/>
          </a:xfrm>
          <a:custGeom xmlns:a="http://schemas.openxmlformats.org/drawingml/2006/main">
            <a:gdLst>
              <a:gd name="connsiteX0" fmla="*/ 114300 w 225742"/>
              <a:gd name="connsiteY0" fmla="*/ 215265 h 386715"/>
              <a:gd name="connsiteX1" fmla="*/ 164783 w 225742"/>
              <a:gd name="connsiteY1" fmla="*/ 220980 h 386715"/>
              <a:gd name="connsiteX2" fmla="*/ 164783 w 225742"/>
              <a:gd name="connsiteY2" fmla="*/ 211455 h 386715"/>
              <a:gd name="connsiteX3" fmla="*/ 105728 w 225742"/>
              <a:gd name="connsiteY3" fmla="*/ 160020 h 386715"/>
              <a:gd name="connsiteX4" fmla="*/ 38100 w 225742"/>
              <a:gd name="connsiteY4" fmla="*/ 175260 h 386715"/>
              <a:gd name="connsiteX5" fmla="*/ 24765 w 225742"/>
              <a:gd name="connsiteY5" fmla="*/ 122873 h 386715"/>
              <a:gd name="connsiteX6" fmla="*/ 112395 w 225742"/>
              <a:gd name="connsiteY6" fmla="*/ 107633 h 386715"/>
              <a:gd name="connsiteX7" fmla="*/ 225742 w 225742"/>
              <a:gd name="connsiteY7" fmla="*/ 210503 h 386715"/>
              <a:gd name="connsiteX8" fmla="*/ 225742 w 225742"/>
              <a:gd name="connsiteY8" fmla="*/ 381000 h 386715"/>
              <a:gd name="connsiteX9" fmla="*/ 166688 w 225742"/>
              <a:gd name="connsiteY9" fmla="*/ 381000 h 386715"/>
              <a:gd name="connsiteX10" fmla="*/ 166688 w 225742"/>
              <a:gd name="connsiteY10" fmla="*/ 352425 h 386715"/>
              <a:gd name="connsiteX11" fmla="*/ 165735 w 225742"/>
              <a:gd name="connsiteY11" fmla="*/ 352425 h 386715"/>
              <a:gd name="connsiteX12" fmla="*/ 87630 w 225742"/>
              <a:gd name="connsiteY12" fmla="*/ 386715 h 386715"/>
              <a:gd name="connsiteX13" fmla="*/ 0 w 225742"/>
              <a:gd name="connsiteY13" fmla="*/ 301942 h 386715"/>
              <a:gd name="connsiteX14" fmla="*/ 114300 w 225742"/>
              <a:gd name="connsiteY14" fmla="*/ 215265 h 386715"/>
              <a:gd name="connsiteX15" fmla="*/ 63817 w 225742"/>
              <a:gd name="connsiteY15" fmla="*/ 72390 h 386715"/>
              <a:gd name="connsiteX16" fmla="*/ 26670 w 225742"/>
              <a:gd name="connsiteY16" fmla="*/ 36195 h 386715"/>
              <a:gd name="connsiteX17" fmla="*/ 63817 w 225742"/>
              <a:gd name="connsiteY17" fmla="*/ 0 h 386715"/>
              <a:gd name="connsiteX18" fmla="*/ 100965 w 225742"/>
              <a:gd name="connsiteY18" fmla="*/ 36195 h 386715"/>
              <a:gd name="connsiteX19" fmla="*/ 63817 w 225742"/>
              <a:gd name="connsiteY19" fmla="*/ 72390 h 386715"/>
              <a:gd name="connsiteX20" fmla="*/ 103822 w 225742"/>
              <a:gd name="connsiteY20" fmla="*/ 340042 h 386715"/>
              <a:gd name="connsiteX21" fmla="*/ 164783 w 225742"/>
              <a:gd name="connsiteY21" fmla="*/ 307658 h 386715"/>
              <a:gd name="connsiteX22" fmla="*/ 164783 w 225742"/>
              <a:gd name="connsiteY22" fmla="*/ 260985 h 386715"/>
              <a:gd name="connsiteX23" fmla="*/ 120967 w 225742"/>
              <a:gd name="connsiteY23" fmla="*/ 256222 h 386715"/>
              <a:gd name="connsiteX24" fmla="*/ 59055 w 225742"/>
              <a:gd name="connsiteY24" fmla="*/ 300038 h 386715"/>
              <a:gd name="connsiteX25" fmla="*/ 103822 w 225742"/>
              <a:gd name="connsiteY25" fmla="*/ 340042 h 386715"/>
              <a:gd name="connsiteX26" fmla="*/ 172403 w 225742"/>
              <a:gd name="connsiteY26" fmla="*/ 72390 h 386715"/>
              <a:gd name="connsiteX27" fmla="*/ 135255 w 225742"/>
              <a:gd name="connsiteY27" fmla="*/ 36195 h 386715"/>
              <a:gd name="connsiteX28" fmla="*/ 172403 w 225742"/>
              <a:gd name="connsiteY28" fmla="*/ 0 h 386715"/>
              <a:gd name="connsiteX29" fmla="*/ 209550 w 225742"/>
              <a:gd name="connsiteY29" fmla="*/ 36195 h 386715"/>
              <a:gd name="connsiteX30" fmla="*/ 172403 w 225742"/>
              <a:gd name="connsiteY30" fmla="*/ 72390 h 386715"/>
            </a:gdLst>
            <a:rect l="l" t="t" r="r" b="b"/>
            <a:pathLst>
              <a:path w="225742" h="386715">
                <a:moveTo>
                  <a:pt x="114300" y="215265"/>
                </a:moveTo>
                <a:cubicBezTo>
                  <a:pt x="131445" y="215265"/>
                  <a:pt x="147638" y="216217"/>
                  <a:pt x="164783" y="220980"/>
                </a:cubicBezTo>
                <a:lnTo>
                  <a:pt x="164783" y="211455"/>
                </a:lnTo>
                <a:cubicBezTo>
                  <a:pt x="164783" y="177165"/>
                  <a:pt x="144780" y="160020"/>
                  <a:pt x="105728" y="160020"/>
                </a:cubicBezTo>
                <a:cubicBezTo>
                  <a:pt x="83820" y="160020"/>
                  <a:pt x="60008" y="164783"/>
                  <a:pt x="38100" y="175260"/>
                </a:cubicBezTo>
                <a:lnTo>
                  <a:pt x="24765" y="122873"/>
                </a:lnTo>
                <a:cubicBezTo>
                  <a:pt x="49530" y="113348"/>
                  <a:pt x="81915" y="107633"/>
                  <a:pt x="112395" y="107633"/>
                </a:cubicBezTo>
                <a:cubicBezTo>
                  <a:pt x="187642" y="107633"/>
                  <a:pt x="225742" y="142875"/>
                  <a:pt x="225742" y="210503"/>
                </a:cubicBezTo>
                <a:lnTo>
                  <a:pt x="225742" y="381000"/>
                </a:lnTo>
                <a:lnTo>
                  <a:pt x="166688" y="381000"/>
                </a:lnTo>
                <a:lnTo>
                  <a:pt x="166688" y="352425"/>
                </a:lnTo>
                <a:lnTo>
                  <a:pt x="165735" y="352425"/>
                </a:lnTo>
                <a:cubicBezTo>
                  <a:pt x="142875" y="376238"/>
                  <a:pt x="119063" y="386715"/>
                  <a:pt x="87630" y="386715"/>
                </a:cubicBezTo>
                <a:cubicBezTo>
                  <a:pt x="34290" y="386715"/>
                  <a:pt x="0" y="353378"/>
                  <a:pt x="0" y="301942"/>
                </a:cubicBezTo>
                <a:cubicBezTo>
                  <a:pt x="0" y="245745"/>
                  <a:pt x="40005" y="215265"/>
                  <a:pt x="114300" y="215265"/>
                </a:cubicBezTo>
                <a:close/>
                <a:moveTo>
                  <a:pt x="63817" y="72390"/>
                </a:moveTo>
                <a:cubicBezTo>
                  <a:pt x="43815" y="72390"/>
                  <a:pt x="26670" y="55245"/>
                  <a:pt x="26670" y="36195"/>
                </a:cubicBezTo>
                <a:cubicBezTo>
                  <a:pt x="26670" y="17145"/>
                  <a:pt x="43815" y="0"/>
                  <a:pt x="63817" y="0"/>
                </a:cubicBezTo>
                <a:cubicBezTo>
                  <a:pt x="83820" y="0"/>
                  <a:pt x="100965" y="17145"/>
                  <a:pt x="100965" y="36195"/>
                </a:cubicBezTo>
                <a:cubicBezTo>
                  <a:pt x="100965" y="56198"/>
                  <a:pt x="83820" y="72390"/>
                  <a:pt x="63817" y="72390"/>
                </a:cubicBezTo>
                <a:close/>
                <a:moveTo>
                  <a:pt x="103822" y="340042"/>
                </a:moveTo>
                <a:cubicBezTo>
                  <a:pt x="126683" y="340042"/>
                  <a:pt x="147638" y="328613"/>
                  <a:pt x="164783" y="307658"/>
                </a:cubicBezTo>
                <a:lnTo>
                  <a:pt x="164783" y="260985"/>
                </a:lnTo>
                <a:cubicBezTo>
                  <a:pt x="150495" y="257175"/>
                  <a:pt x="135255" y="256222"/>
                  <a:pt x="120967" y="256222"/>
                </a:cubicBezTo>
                <a:cubicBezTo>
                  <a:pt x="81915" y="256222"/>
                  <a:pt x="59055" y="271463"/>
                  <a:pt x="59055" y="300038"/>
                </a:cubicBezTo>
                <a:cubicBezTo>
                  <a:pt x="59055" y="324803"/>
                  <a:pt x="76200" y="340042"/>
                  <a:pt x="103822" y="340042"/>
                </a:cubicBezTo>
                <a:close/>
                <a:moveTo>
                  <a:pt x="172403" y="72390"/>
                </a:moveTo>
                <a:cubicBezTo>
                  <a:pt x="152400" y="72390"/>
                  <a:pt x="135255" y="55245"/>
                  <a:pt x="135255" y="36195"/>
                </a:cubicBezTo>
                <a:cubicBezTo>
                  <a:pt x="135255" y="17145"/>
                  <a:pt x="152400" y="0"/>
                  <a:pt x="172403" y="0"/>
                </a:cubicBezTo>
                <a:cubicBezTo>
                  <a:pt x="192405" y="0"/>
                  <a:pt x="209550" y="17145"/>
                  <a:pt x="209550" y="36195"/>
                </a:cubicBezTo>
                <a:cubicBezTo>
                  <a:pt x="209550" y="56198"/>
                  <a:pt x="192405" y="72390"/>
                  <a:pt x="172403" y="72390"/>
                </a:cubicBezTo>
                <a:close/>
              </a:path>
            </a:pathLst>
          </a:custGeom>
          <a:solidFill xmlns:a="http://schemas.openxmlformats.org/drawingml/2006/main">
            <a:schemeClr val="tx1"/>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90" name="Freihandform: Form 189">
            <a:extLst xmlns:a="http://schemas.openxmlformats.org/drawingml/2006/main">
              <a:ext uri="{FF2B5EF4-FFF2-40B4-BE49-F238E27FC236}">
                <a16:creationId xmlns:a16="http://schemas.microsoft.com/office/drawing/2014/main" id="{1AE128CD-EB21-4D9D-BBA0-37A4055A2285}"/>
              </a:ext>
            </a:extLst>
          </p:cNvPr>
          <p:cNvSpPr>
            <a:spLocks xmlns:a="http://schemas.openxmlformats.org/drawingml/2006/main" noGrp="1"/>
          </p:cNvSpPr>
          <p:nvPr/>
        </p:nvSpPr>
        <p:spPr>
          <a:xfrm xmlns:a="http://schemas.openxmlformats.org/drawingml/2006/main" rot="0" flipH="0" flipV="0">
            <a:off x="1945427" y="483102"/>
            <a:ext cx="51336" cy="110935"/>
          </a:xfrm>
          <a:custGeom xmlns:a="http://schemas.openxmlformats.org/drawingml/2006/main">
            <a:gdLst>
              <a:gd name="connsiteX0" fmla="*/ 165735 w 165734"/>
              <a:gd name="connsiteY0" fmla="*/ 295275 h 358140"/>
              <a:gd name="connsiteX1" fmla="*/ 165735 w 165734"/>
              <a:gd name="connsiteY1" fmla="*/ 348615 h 358140"/>
              <a:gd name="connsiteX2" fmla="*/ 113347 w 165734"/>
              <a:gd name="connsiteY2" fmla="*/ 358140 h 358140"/>
              <a:gd name="connsiteX3" fmla="*/ 40957 w 165734"/>
              <a:gd name="connsiteY3" fmla="*/ 282892 h 358140"/>
              <a:gd name="connsiteX4" fmla="*/ 40957 w 165734"/>
              <a:gd name="connsiteY4" fmla="*/ 137160 h 358140"/>
              <a:gd name="connsiteX5" fmla="*/ 0 w 165734"/>
              <a:gd name="connsiteY5" fmla="*/ 137160 h 358140"/>
              <a:gd name="connsiteX6" fmla="*/ 0 w 165734"/>
              <a:gd name="connsiteY6" fmla="*/ 85725 h 358140"/>
              <a:gd name="connsiteX7" fmla="*/ 40005 w 165734"/>
              <a:gd name="connsiteY7" fmla="*/ 85725 h 358140"/>
              <a:gd name="connsiteX8" fmla="*/ 40005 w 165734"/>
              <a:gd name="connsiteY8" fmla="*/ 13335 h 358140"/>
              <a:gd name="connsiteX9" fmla="*/ 101918 w 165734"/>
              <a:gd name="connsiteY9" fmla="*/ 0 h 358140"/>
              <a:gd name="connsiteX10" fmla="*/ 101918 w 165734"/>
              <a:gd name="connsiteY10" fmla="*/ 86677 h 358140"/>
              <a:gd name="connsiteX11" fmla="*/ 165735 w 165734"/>
              <a:gd name="connsiteY11" fmla="*/ 86677 h 358140"/>
              <a:gd name="connsiteX12" fmla="*/ 165735 w 165734"/>
              <a:gd name="connsiteY12" fmla="*/ 138113 h 358140"/>
              <a:gd name="connsiteX13" fmla="*/ 102870 w 165734"/>
              <a:gd name="connsiteY13" fmla="*/ 138113 h 358140"/>
              <a:gd name="connsiteX14" fmla="*/ 102870 w 165734"/>
              <a:gd name="connsiteY14" fmla="*/ 269558 h 358140"/>
              <a:gd name="connsiteX15" fmla="*/ 131445 w 165734"/>
              <a:gd name="connsiteY15" fmla="*/ 304800 h 358140"/>
              <a:gd name="connsiteX16" fmla="*/ 165735 w 165734"/>
              <a:gd name="connsiteY16" fmla="*/ 295275 h 358140"/>
            </a:gdLst>
            <a:rect l="l" t="t" r="r" b="b"/>
            <a:pathLst>
              <a:path w="165734" h="358140">
                <a:moveTo>
                  <a:pt x="165735" y="295275"/>
                </a:moveTo>
                <a:lnTo>
                  <a:pt x="165735" y="348615"/>
                </a:lnTo>
                <a:cubicBezTo>
                  <a:pt x="152400" y="355283"/>
                  <a:pt x="131445" y="358140"/>
                  <a:pt x="113347" y="358140"/>
                </a:cubicBezTo>
                <a:cubicBezTo>
                  <a:pt x="66675" y="358140"/>
                  <a:pt x="40957" y="331470"/>
                  <a:pt x="40957" y="282892"/>
                </a:cubicBezTo>
                <a:lnTo>
                  <a:pt x="40957" y="137160"/>
                </a:lnTo>
                <a:lnTo>
                  <a:pt x="0" y="137160"/>
                </a:lnTo>
                <a:lnTo>
                  <a:pt x="0" y="85725"/>
                </a:lnTo>
                <a:lnTo>
                  <a:pt x="40005" y="85725"/>
                </a:lnTo>
                <a:lnTo>
                  <a:pt x="40005" y="13335"/>
                </a:lnTo>
                <a:lnTo>
                  <a:pt x="101918" y="0"/>
                </a:lnTo>
                <a:lnTo>
                  <a:pt x="101918" y="86677"/>
                </a:lnTo>
                <a:lnTo>
                  <a:pt x="165735" y="86677"/>
                </a:lnTo>
                <a:lnTo>
                  <a:pt x="165735" y="138113"/>
                </a:lnTo>
                <a:lnTo>
                  <a:pt x="102870" y="138113"/>
                </a:lnTo>
                <a:lnTo>
                  <a:pt x="102870" y="269558"/>
                </a:lnTo>
                <a:cubicBezTo>
                  <a:pt x="102870" y="294322"/>
                  <a:pt x="111443" y="304800"/>
                  <a:pt x="131445" y="304800"/>
                </a:cubicBezTo>
                <a:cubicBezTo>
                  <a:pt x="142875" y="303847"/>
                  <a:pt x="155257" y="300038"/>
                  <a:pt x="165735" y="295275"/>
                </a:cubicBezTo>
                <a:close/>
              </a:path>
            </a:pathLst>
          </a:custGeom>
          <a:solidFill xmlns:a="http://schemas.openxmlformats.org/drawingml/2006/main">
            <a:schemeClr val="tx1"/>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200" name="Freihandform: Form 87">
            <a:extLst xmlns:a="http://schemas.openxmlformats.org/drawingml/2006/main">
              <a:ext uri="{FF2B5EF4-FFF2-40B4-BE49-F238E27FC236}">
                <a16:creationId xmlns:a16="http://schemas.microsoft.com/office/drawing/2014/main" id="{FEE9A2C3-D2A4-EF45-896D-DC8FC14D6C80}"/>
              </a:ext>
            </a:extLst>
          </p:cNvPr>
          <p:cNvSpPr>
            <a:spLocks xmlns:a="http://schemas.openxmlformats.org/drawingml/2006/main" noGrp="1"/>
          </p:cNvSpPr>
          <p:nvPr/>
        </p:nvSpPr>
        <p:spPr>
          <a:xfrm xmlns:a="http://schemas.openxmlformats.org/drawingml/2006/main">
            <a:off x="10337736" y="300704"/>
            <a:ext cx="1403903" cy="535987"/>
          </a:xfrm>
          <a:custGeom xmlns:a="http://schemas.openxmlformats.org/drawingml/2006/main">
            <a:gdLst>
              <a:gd name="connsiteX0" fmla="*/ 0 w 1456912"/>
              <a:gd name="connsiteY0" fmla="*/ 51854 h 556225"/>
              <a:gd name="connsiteX1" fmla="*/ 28188 w 1456912"/>
              <a:gd name="connsiteY1" fmla="*/ 23666 h 556225"/>
              <a:gd name="connsiteX2" fmla="*/ 28188 w 1456912"/>
              <a:gd name="connsiteY2" fmla="*/ 535557 h 556225"/>
              <a:gd name="connsiteX3" fmla="*/ 0 w 1456912"/>
              <a:gd name="connsiteY3" fmla="*/ 535557 h 556225"/>
              <a:gd name="connsiteX4" fmla="*/ 0 w 1456912"/>
              <a:gd name="connsiteY4" fmla="*/ 51854 h 556225"/>
              <a:gd name="connsiteX5" fmla="*/ 84564 w 1456912"/>
              <a:gd name="connsiteY5" fmla="*/ 28188 h 556225"/>
              <a:gd name="connsiteX6" fmla="*/ 422811 w 1456912"/>
              <a:gd name="connsiteY6" fmla="*/ 28188 h 556225"/>
              <a:gd name="connsiteX7" fmla="*/ 422811 w 1456912"/>
              <a:gd name="connsiteY7" fmla="*/ 0 h 556225"/>
              <a:gd name="connsiteX8" fmla="*/ 56376 w 1456912"/>
              <a:gd name="connsiteY8" fmla="*/ 0 h 556225"/>
              <a:gd name="connsiteX9" fmla="*/ 56376 w 1456912"/>
              <a:gd name="connsiteY9" fmla="*/ 338244 h 556225"/>
              <a:gd name="connsiteX10" fmla="*/ 367711 w 1456912"/>
              <a:gd name="connsiteY10" fmla="*/ 338244 h 556225"/>
              <a:gd name="connsiteX11" fmla="*/ 367711 w 1456912"/>
              <a:gd name="connsiteY11" fmla="*/ 310062 h 556225"/>
              <a:gd name="connsiteX12" fmla="*/ 84564 w 1456912"/>
              <a:gd name="connsiteY12" fmla="*/ 310062 h 556225"/>
              <a:gd name="connsiteX13" fmla="*/ 84564 w 1456912"/>
              <a:gd name="connsiteY13" fmla="*/ 28188 h 556225"/>
              <a:gd name="connsiteX14" fmla="*/ 410152 w 1456912"/>
              <a:gd name="connsiteY14" fmla="*/ 253686 h 556225"/>
              <a:gd name="connsiteX15" fmla="*/ 140937 w 1456912"/>
              <a:gd name="connsiteY15" fmla="*/ 253686 h 556225"/>
              <a:gd name="connsiteX16" fmla="*/ 140937 w 1456912"/>
              <a:gd name="connsiteY16" fmla="*/ 140940 h 556225"/>
              <a:gd name="connsiteX17" fmla="*/ 371171 w 1456912"/>
              <a:gd name="connsiteY17" fmla="*/ 140940 h 556225"/>
              <a:gd name="connsiteX18" fmla="*/ 399359 w 1456912"/>
              <a:gd name="connsiteY18" fmla="*/ 112752 h 556225"/>
              <a:gd name="connsiteX19" fmla="*/ 140937 w 1456912"/>
              <a:gd name="connsiteY19" fmla="*/ 112752 h 556225"/>
              <a:gd name="connsiteX20" fmla="*/ 140937 w 1456912"/>
              <a:gd name="connsiteY20" fmla="*/ 84564 h 556225"/>
              <a:gd name="connsiteX21" fmla="*/ 422811 w 1456912"/>
              <a:gd name="connsiteY21" fmla="*/ 84564 h 556225"/>
              <a:gd name="connsiteX22" fmla="*/ 422811 w 1456912"/>
              <a:gd name="connsiteY22" fmla="*/ 56376 h 556225"/>
              <a:gd name="connsiteX23" fmla="*/ 112749 w 1456912"/>
              <a:gd name="connsiteY23" fmla="*/ 56376 h 556225"/>
              <a:gd name="connsiteX24" fmla="*/ 112749 w 1456912"/>
              <a:gd name="connsiteY24" fmla="*/ 281874 h 556225"/>
              <a:gd name="connsiteX25" fmla="*/ 382334 w 1456912"/>
              <a:gd name="connsiteY25" fmla="*/ 281874 h 556225"/>
              <a:gd name="connsiteX26" fmla="*/ 410152 w 1456912"/>
              <a:gd name="connsiteY26" fmla="*/ 253686 h 556225"/>
              <a:gd name="connsiteX27" fmla="*/ 56376 w 1456912"/>
              <a:gd name="connsiteY27" fmla="*/ 535557 h 556225"/>
              <a:gd name="connsiteX28" fmla="*/ 84564 w 1456912"/>
              <a:gd name="connsiteY28" fmla="*/ 535557 h 556225"/>
              <a:gd name="connsiteX29" fmla="*/ 84564 w 1456912"/>
              <a:gd name="connsiteY29" fmla="*/ 394620 h 556225"/>
              <a:gd name="connsiteX30" fmla="*/ 112752 w 1456912"/>
              <a:gd name="connsiteY30" fmla="*/ 394620 h 556225"/>
              <a:gd name="connsiteX31" fmla="*/ 112752 w 1456912"/>
              <a:gd name="connsiteY31" fmla="*/ 511890 h 556225"/>
              <a:gd name="connsiteX32" fmla="*/ 140940 w 1456912"/>
              <a:gd name="connsiteY32" fmla="*/ 483705 h 556225"/>
              <a:gd name="connsiteX33" fmla="*/ 140940 w 1456912"/>
              <a:gd name="connsiteY33" fmla="*/ 394620 h 556225"/>
              <a:gd name="connsiteX34" fmla="*/ 367714 w 1456912"/>
              <a:gd name="connsiteY34" fmla="*/ 394620 h 556225"/>
              <a:gd name="connsiteX35" fmla="*/ 367714 w 1456912"/>
              <a:gd name="connsiteY35" fmla="*/ 366435 h 556225"/>
              <a:gd name="connsiteX36" fmla="*/ 56376 w 1456912"/>
              <a:gd name="connsiteY36" fmla="*/ 366435 h 556225"/>
              <a:gd name="connsiteX37" fmla="*/ 56376 w 1456912"/>
              <a:gd name="connsiteY37" fmla="*/ 535557 h 556225"/>
              <a:gd name="connsiteX38" fmla="*/ 1428724 w 1456912"/>
              <a:gd name="connsiteY38" fmla="*/ 0 h 556225"/>
              <a:gd name="connsiteX39" fmla="*/ 1428724 w 1456912"/>
              <a:gd name="connsiteY39" fmla="*/ 324156 h 556225"/>
              <a:gd name="connsiteX40" fmla="*/ 1316539 w 1456912"/>
              <a:gd name="connsiteY40" fmla="*/ 514089 h 556225"/>
              <a:gd name="connsiteX41" fmla="*/ 1315903 w 1456912"/>
              <a:gd name="connsiteY41" fmla="*/ 513258 h 556225"/>
              <a:gd name="connsiteX42" fmla="*/ 1400536 w 1456912"/>
              <a:gd name="connsiteY42" fmla="*/ 351869 h 556225"/>
              <a:gd name="connsiteX43" fmla="*/ 1400536 w 1456912"/>
              <a:gd name="connsiteY43" fmla="*/ 3 h 556225"/>
              <a:gd name="connsiteX44" fmla="*/ 1372348 w 1456912"/>
              <a:gd name="connsiteY44" fmla="*/ 3 h 556225"/>
              <a:gd name="connsiteX45" fmla="*/ 1372348 w 1456912"/>
              <a:gd name="connsiteY45" fmla="*/ 351400 h 556225"/>
              <a:gd name="connsiteX46" fmla="*/ 1189132 w 1456912"/>
              <a:gd name="connsiteY46" fmla="*/ 528510 h 556225"/>
              <a:gd name="connsiteX47" fmla="*/ 1005916 w 1456912"/>
              <a:gd name="connsiteY47" fmla="*/ 351400 h 556225"/>
              <a:gd name="connsiteX48" fmla="*/ 1005916 w 1456912"/>
              <a:gd name="connsiteY48" fmla="*/ 23666 h 556225"/>
              <a:gd name="connsiteX49" fmla="*/ 977728 w 1456912"/>
              <a:gd name="connsiteY49" fmla="*/ 51854 h 556225"/>
              <a:gd name="connsiteX50" fmla="*/ 977728 w 1456912"/>
              <a:gd name="connsiteY50" fmla="*/ 351869 h 556225"/>
              <a:gd name="connsiteX51" fmla="*/ 1189132 w 1456912"/>
              <a:gd name="connsiteY51" fmla="*/ 556226 h 556225"/>
              <a:gd name="connsiteX52" fmla="*/ 1217320 w 1456912"/>
              <a:gd name="connsiteY52" fmla="*/ 556226 h 556225"/>
              <a:gd name="connsiteX53" fmla="*/ 1456912 w 1456912"/>
              <a:gd name="connsiteY53" fmla="*/ 324566 h 556225"/>
              <a:gd name="connsiteX54" fmla="*/ 1456912 w 1456912"/>
              <a:gd name="connsiteY54" fmla="*/ 0 h 556225"/>
              <a:gd name="connsiteX55" fmla="*/ 1428724 w 1456912"/>
              <a:gd name="connsiteY55" fmla="*/ 0 h 556225"/>
              <a:gd name="connsiteX56" fmla="*/ 1189132 w 1456912"/>
              <a:gd name="connsiteY56" fmla="*/ 500322 h 556225"/>
              <a:gd name="connsiteX57" fmla="*/ 1344160 w 1456912"/>
              <a:gd name="connsiteY57" fmla="*/ 351400 h 556225"/>
              <a:gd name="connsiteX58" fmla="*/ 1344160 w 1456912"/>
              <a:gd name="connsiteY58" fmla="*/ 351400 h 556225"/>
              <a:gd name="connsiteX59" fmla="*/ 1344160 w 1456912"/>
              <a:gd name="connsiteY59" fmla="*/ 23666 h 556225"/>
              <a:gd name="connsiteX60" fmla="*/ 1315972 w 1456912"/>
              <a:gd name="connsiteY60" fmla="*/ 51854 h 556225"/>
              <a:gd name="connsiteX61" fmla="*/ 1315972 w 1456912"/>
              <a:gd name="connsiteY61" fmla="*/ 324153 h 556225"/>
              <a:gd name="connsiteX62" fmla="*/ 1217317 w 1456912"/>
              <a:gd name="connsiteY62" fmla="*/ 415761 h 556225"/>
              <a:gd name="connsiteX63" fmla="*/ 1118662 w 1456912"/>
              <a:gd name="connsiteY63" fmla="*/ 324153 h 556225"/>
              <a:gd name="connsiteX64" fmla="*/ 1118662 w 1456912"/>
              <a:gd name="connsiteY64" fmla="*/ 3 h 556225"/>
              <a:gd name="connsiteX65" fmla="*/ 1090474 w 1456912"/>
              <a:gd name="connsiteY65" fmla="*/ 3 h 556225"/>
              <a:gd name="connsiteX66" fmla="*/ 1090474 w 1456912"/>
              <a:gd name="connsiteY66" fmla="*/ 324156 h 556225"/>
              <a:gd name="connsiteX67" fmla="*/ 1217317 w 1456912"/>
              <a:gd name="connsiteY67" fmla="*/ 443951 h 556225"/>
              <a:gd name="connsiteX68" fmla="*/ 1304349 w 1456912"/>
              <a:gd name="connsiteY68" fmla="*/ 404889 h 556225"/>
              <a:gd name="connsiteX69" fmla="*/ 1304982 w 1456912"/>
              <a:gd name="connsiteY69" fmla="*/ 405720 h 556225"/>
              <a:gd name="connsiteX70" fmla="*/ 1189129 w 1456912"/>
              <a:gd name="connsiteY70" fmla="*/ 472139 h 556225"/>
              <a:gd name="connsiteX71" fmla="*/ 1062303 w 1456912"/>
              <a:gd name="connsiteY71" fmla="*/ 352344 h 556225"/>
              <a:gd name="connsiteX72" fmla="*/ 1062286 w 1456912"/>
              <a:gd name="connsiteY72" fmla="*/ 352344 h 556225"/>
              <a:gd name="connsiteX73" fmla="*/ 1062286 w 1456912"/>
              <a:gd name="connsiteY73" fmla="*/ 3 h 556225"/>
              <a:gd name="connsiteX74" fmla="*/ 1034098 w 1456912"/>
              <a:gd name="connsiteY74" fmla="*/ 3 h 556225"/>
              <a:gd name="connsiteX75" fmla="*/ 1034098 w 1456912"/>
              <a:gd name="connsiteY75" fmla="*/ 352341 h 556225"/>
              <a:gd name="connsiteX76" fmla="*/ 1034113 w 1456912"/>
              <a:gd name="connsiteY76" fmla="*/ 352341 h 556225"/>
              <a:gd name="connsiteX77" fmla="*/ 1189132 w 1456912"/>
              <a:gd name="connsiteY77" fmla="*/ 500322 h 556225"/>
              <a:gd name="connsiteX78" fmla="*/ 562774 w 1456912"/>
              <a:gd name="connsiteY78" fmla="*/ 366435 h 556225"/>
              <a:gd name="connsiteX79" fmla="*/ 491494 w 1456912"/>
              <a:gd name="connsiteY79" fmla="*/ 535557 h 556225"/>
              <a:gd name="connsiteX80" fmla="*/ 519684 w 1456912"/>
              <a:gd name="connsiteY80" fmla="*/ 535554 h 556225"/>
              <a:gd name="connsiteX81" fmla="*/ 519682 w 1456912"/>
              <a:gd name="connsiteY81" fmla="*/ 535557 h 556225"/>
              <a:gd name="connsiteX82" fmla="*/ 519684 w 1456912"/>
              <a:gd name="connsiteY82" fmla="*/ 535557 h 556225"/>
              <a:gd name="connsiteX83" fmla="*/ 555322 w 1456912"/>
              <a:gd name="connsiteY83" fmla="*/ 450996 h 556225"/>
              <a:gd name="connsiteX84" fmla="*/ 794138 w 1456912"/>
              <a:gd name="connsiteY84" fmla="*/ 450996 h 556225"/>
              <a:gd name="connsiteX85" fmla="*/ 829744 w 1456912"/>
              <a:gd name="connsiteY85" fmla="*/ 535557 h 556225"/>
              <a:gd name="connsiteX86" fmla="*/ 857932 w 1456912"/>
              <a:gd name="connsiteY86" fmla="*/ 535557 h 556225"/>
              <a:gd name="connsiteX87" fmla="*/ 810457 w 1456912"/>
              <a:gd name="connsiteY87" fmla="*/ 422808 h 556225"/>
              <a:gd name="connsiteX88" fmla="*/ 567200 w 1456912"/>
              <a:gd name="connsiteY88" fmla="*/ 422808 h 556225"/>
              <a:gd name="connsiteX89" fmla="*/ 579078 w 1456912"/>
              <a:gd name="connsiteY89" fmla="*/ 394620 h 556225"/>
              <a:gd name="connsiteX90" fmla="*/ 826776 w 1456912"/>
              <a:gd name="connsiteY90" fmla="*/ 394620 h 556225"/>
              <a:gd name="connsiteX91" fmla="*/ 886120 w 1456912"/>
              <a:gd name="connsiteY91" fmla="*/ 535557 h 556225"/>
              <a:gd name="connsiteX92" fmla="*/ 914308 w 1456912"/>
              <a:gd name="connsiteY92" fmla="*/ 535557 h 556225"/>
              <a:gd name="connsiteX93" fmla="*/ 843097 w 1456912"/>
              <a:gd name="connsiteY93" fmla="*/ 366435 h 556225"/>
              <a:gd name="connsiteX94" fmla="*/ 562774 w 1456912"/>
              <a:gd name="connsiteY94" fmla="*/ 366435 h 556225"/>
              <a:gd name="connsiteX95" fmla="*/ 604248 w 1456912"/>
              <a:gd name="connsiteY95" fmla="*/ 0 h 556225"/>
              <a:gd name="connsiteX96" fmla="*/ 397091 w 1456912"/>
              <a:gd name="connsiteY96" fmla="*/ 491374 h 556225"/>
              <a:gd name="connsiteX97" fmla="*/ 415032 w 1456912"/>
              <a:gd name="connsiteY97" fmla="*/ 515732 h 556225"/>
              <a:gd name="connsiteX98" fmla="*/ 632437 w 1456912"/>
              <a:gd name="connsiteY98" fmla="*/ 0 h 556225"/>
              <a:gd name="connsiteX99" fmla="*/ 604248 w 1456912"/>
              <a:gd name="connsiteY99" fmla="*/ 0 h 556225"/>
              <a:gd name="connsiteX100" fmla="*/ 716998 w 1456912"/>
              <a:gd name="connsiteY100" fmla="*/ 3 h 556225"/>
              <a:gd name="connsiteX101" fmla="*/ 934130 w 1456912"/>
              <a:gd name="connsiteY101" fmla="*/ 515735 h 556225"/>
              <a:gd name="connsiteX102" fmla="*/ 952028 w 1456912"/>
              <a:gd name="connsiteY102" fmla="*/ 491377 h 556225"/>
              <a:gd name="connsiteX103" fmla="*/ 745186 w 1456912"/>
              <a:gd name="connsiteY103" fmla="*/ 3 h 556225"/>
              <a:gd name="connsiteX104" fmla="*/ 716998 w 1456912"/>
              <a:gd name="connsiteY104" fmla="*/ 3 h 556225"/>
              <a:gd name="connsiteX105" fmla="*/ 546409 w 1456912"/>
              <a:gd name="connsiteY105" fmla="*/ 338247 h 556225"/>
              <a:gd name="connsiteX106" fmla="*/ 463042 w 1456912"/>
              <a:gd name="connsiteY106" fmla="*/ 535557 h 556225"/>
              <a:gd name="connsiteX107" fmla="*/ 434854 w 1456912"/>
              <a:gd name="connsiteY107" fmla="*/ 535557 h 556225"/>
              <a:gd name="connsiteX108" fmla="*/ 646528 w 1456912"/>
              <a:gd name="connsiteY108" fmla="*/ 33467 h 556225"/>
              <a:gd name="connsiteX109" fmla="*/ 762988 w 1456912"/>
              <a:gd name="connsiteY109" fmla="*/ 310059 h 556225"/>
              <a:gd name="connsiteX110" fmla="*/ 791176 w 1456912"/>
              <a:gd name="connsiteY110" fmla="*/ 310059 h 556225"/>
              <a:gd name="connsiteX111" fmla="*/ 660624 w 1456912"/>
              <a:gd name="connsiteY111" fmla="*/ 3 h 556225"/>
              <a:gd name="connsiteX112" fmla="*/ 688812 w 1456912"/>
              <a:gd name="connsiteY112" fmla="*/ 3 h 556225"/>
              <a:gd name="connsiteX113" fmla="*/ 831231 w 1456912"/>
              <a:gd name="connsiteY113" fmla="*/ 338247 h 556225"/>
              <a:gd name="connsiteX114" fmla="*/ 546409 w 1456912"/>
              <a:gd name="connsiteY114" fmla="*/ 338247 h 556225"/>
              <a:gd name="connsiteX115" fmla="*/ 674788 w 1456912"/>
              <a:gd name="connsiteY115" fmla="*/ 167531 h 556225"/>
              <a:gd name="connsiteX116" fmla="*/ 614721 w 1456912"/>
              <a:gd name="connsiteY116" fmla="*/ 310062 h 556225"/>
              <a:gd name="connsiteX117" fmla="*/ 734800 w 1456912"/>
              <a:gd name="connsiteY117" fmla="*/ 310062 h 556225"/>
              <a:gd name="connsiteX118" fmla="*/ 674788 w 1456912"/>
              <a:gd name="connsiteY118" fmla="*/ 167531 h 556225"/>
              <a:gd name="connsiteX119" fmla="*/ 558275 w 1456912"/>
              <a:gd name="connsiteY119" fmla="*/ 310062 h 556225"/>
              <a:gd name="connsiteX120" fmla="*/ 586535 w 1456912"/>
              <a:gd name="connsiteY120" fmla="*/ 310062 h 556225"/>
              <a:gd name="connsiteX121" fmla="*/ 660703 w 1456912"/>
              <a:gd name="connsiteY121" fmla="*/ 134072 h 556225"/>
              <a:gd name="connsiteX122" fmla="*/ 646588 w 1456912"/>
              <a:gd name="connsiteY122" fmla="*/ 100553 h 556225"/>
              <a:gd name="connsiteX123" fmla="*/ 558275 w 1456912"/>
              <a:gd name="connsiteY123" fmla="*/ 310062 h 556225"/>
            </a:gdLst>
            <a:rect l="l" t="t" r="r" b="b"/>
            <a:pathLst>
              <a:path w="1456912" h="556225">
                <a:moveTo>
                  <a:pt x="0" y="51854"/>
                </a:moveTo>
                <a:lnTo>
                  <a:pt x="28188" y="23666"/>
                </a:lnTo>
                <a:lnTo>
                  <a:pt x="28188" y="535557"/>
                </a:lnTo>
                <a:lnTo>
                  <a:pt x="0" y="535557"/>
                </a:lnTo>
                <a:lnTo>
                  <a:pt x="0" y="51854"/>
                </a:lnTo>
                <a:close/>
                <a:moveTo>
                  <a:pt x="84564" y="28188"/>
                </a:moveTo>
                <a:lnTo>
                  <a:pt x="422811" y="28188"/>
                </a:lnTo>
                <a:lnTo>
                  <a:pt x="422811" y="0"/>
                </a:lnTo>
                <a:lnTo>
                  <a:pt x="56376" y="0"/>
                </a:lnTo>
                <a:lnTo>
                  <a:pt x="56376" y="338244"/>
                </a:lnTo>
                <a:lnTo>
                  <a:pt x="367711" y="338244"/>
                </a:lnTo>
                <a:lnTo>
                  <a:pt x="367711" y="310062"/>
                </a:lnTo>
                <a:lnTo>
                  <a:pt x="84564" y="310062"/>
                </a:lnTo>
                <a:lnTo>
                  <a:pt x="84564" y="28188"/>
                </a:lnTo>
                <a:close/>
                <a:moveTo>
                  <a:pt x="410152" y="253686"/>
                </a:moveTo>
                <a:lnTo>
                  <a:pt x="140937" y="253686"/>
                </a:lnTo>
                <a:lnTo>
                  <a:pt x="140937" y="140940"/>
                </a:lnTo>
                <a:lnTo>
                  <a:pt x="371171" y="140940"/>
                </a:lnTo>
                <a:lnTo>
                  <a:pt x="399359" y="112752"/>
                </a:lnTo>
                <a:lnTo>
                  <a:pt x="140937" y="112752"/>
                </a:lnTo>
                <a:lnTo>
                  <a:pt x="140937" y="84564"/>
                </a:lnTo>
                <a:lnTo>
                  <a:pt x="422811" y="84564"/>
                </a:lnTo>
                <a:lnTo>
                  <a:pt x="422811" y="56376"/>
                </a:lnTo>
                <a:lnTo>
                  <a:pt x="112749" y="56376"/>
                </a:lnTo>
                <a:lnTo>
                  <a:pt x="112749" y="281874"/>
                </a:lnTo>
                <a:lnTo>
                  <a:pt x="382334" y="281874"/>
                </a:lnTo>
                <a:lnTo>
                  <a:pt x="410152" y="253686"/>
                </a:lnTo>
                <a:close/>
                <a:moveTo>
                  <a:pt x="56376" y="535557"/>
                </a:moveTo>
                <a:lnTo>
                  <a:pt x="84564" y="535557"/>
                </a:lnTo>
                <a:lnTo>
                  <a:pt x="84564" y="394620"/>
                </a:lnTo>
                <a:lnTo>
                  <a:pt x="112752" y="394620"/>
                </a:lnTo>
                <a:lnTo>
                  <a:pt x="112752" y="511890"/>
                </a:lnTo>
                <a:lnTo>
                  <a:pt x="140940" y="483705"/>
                </a:lnTo>
                <a:lnTo>
                  <a:pt x="140940" y="394620"/>
                </a:lnTo>
                <a:lnTo>
                  <a:pt x="367714" y="394620"/>
                </a:lnTo>
                <a:lnTo>
                  <a:pt x="367714" y="366435"/>
                </a:lnTo>
                <a:lnTo>
                  <a:pt x="56376" y="366435"/>
                </a:lnTo>
                <a:lnTo>
                  <a:pt x="56376" y="535557"/>
                </a:lnTo>
                <a:close/>
                <a:moveTo>
                  <a:pt x="1428724" y="0"/>
                </a:moveTo>
                <a:lnTo>
                  <a:pt x="1428724" y="324156"/>
                </a:lnTo>
                <a:cubicBezTo>
                  <a:pt x="1428724" y="399584"/>
                  <a:pt x="1395069" y="464387"/>
                  <a:pt x="1316539" y="514089"/>
                </a:cubicBezTo>
                <a:lnTo>
                  <a:pt x="1315903" y="513258"/>
                </a:lnTo>
                <a:cubicBezTo>
                  <a:pt x="1367503" y="472336"/>
                  <a:pt x="1400536" y="419773"/>
                  <a:pt x="1400536" y="351869"/>
                </a:cubicBezTo>
                <a:lnTo>
                  <a:pt x="1400536" y="3"/>
                </a:lnTo>
                <a:lnTo>
                  <a:pt x="1372348" y="3"/>
                </a:lnTo>
                <a:lnTo>
                  <a:pt x="1372348" y="351400"/>
                </a:lnTo>
                <a:cubicBezTo>
                  <a:pt x="1372348" y="452590"/>
                  <a:pt x="1290318" y="528510"/>
                  <a:pt x="1189132" y="528510"/>
                </a:cubicBezTo>
                <a:cubicBezTo>
                  <a:pt x="1087946" y="528510"/>
                  <a:pt x="1005916" y="452587"/>
                  <a:pt x="1005916" y="351400"/>
                </a:cubicBezTo>
                <a:lnTo>
                  <a:pt x="1005916" y="23666"/>
                </a:lnTo>
                <a:lnTo>
                  <a:pt x="977728" y="51854"/>
                </a:lnTo>
                <a:lnTo>
                  <a:pt x="977728" y="351869"/>
                </a:lnTo>
                <a:cubicBezTo>
                  <a:pt x="977728" y="468625"/>
                  <a:pt x="1072376" y="556226"/>
                  <a:pt x="1189132" y="556226"/>
                </a:cubicBezTo>
                <a:cubicBezTo>
                  <a:pt x="1191834" y="556226"/>
                  <a:pt x="1217320" y="556226"/>
                  <a:pt x="1217320" y="556226"/>
                </a:cubicBezTo>
                <a:cubicBezTo>
                  <a:pt x="1332291" y="556226"/>
                  <a:pt x="1456912" y="471321"/>
                  <a:pt x="1456912" y="324566"/>
                </a:cubicBezTo>
                <a:cubicBezTo>
                  <a:pt x="1456912" y="324428"/>
                  <a:pt x="1456912" y="0"/>
                  <a:pt x="1456912" y="0"/>
                </a:cubicBezTo>
                <a:lnTo>
                  <a:pt x="1428724" y="0"/>
                </a:lnTo>
                <a:close/>
                <a:moveTo>
                  <a:pt x="1189132" y="500322"/>
                </a:moveTo>
                <a:cubicBezTo>
                  <a:pt x="1274706" y="500322"/>
                  <a:pt x="1344082" y="436948"/>
                  <a:pt x="1344160" y="351400"/>
                </a:cubicBezTo>
                <a:lnTo>
                  <a:pt x="1344160" y="351400"/>
                </a:lnTo>
                <a:lnTo>
                  <a:pt x="1344160" y="23666"/>
                </a:lnTo>
                <a:lnTo>
                  <a:pt x="1315972" y="51854"/>
                </a:lnTo>
                <a:lnTo>
                  <a:pt x="1315972" y="324153"/>
                </a:lnTo>
                <a:cubicBezTo>
                  <a:pt x="1315972" y="378637"/>
                  <a:pt x="1271801" y="415761"/>
                  <a:pt x="1217317" y="415761"/>
                </a:cubicBezTo>
                <a:cubicBezTo>
                  <a:pt x="1162833" y="415761"/>
                  <a:pt x="1118662" y="378637"/>
                  <a:pt x="1118662" y="324153"/>
                </a:cubicBezTo>
                <a:lnTo>
                  <a:pt x="1118662" y="3"/>
                </a:lnTo>
                <a:lnTo>
                  <a:pt x="1090474" y="3"/>
                </a:lnTo>
                <a:lnTo>
                  <a:pt x="1090474" y="324156"/>
                </a:lnTo>
                <a:cubicBezTo>
                  <a:pt x="1090474" y="394209"/>
                  <a:pt x="1147264" y="443951"/>
                  <a:pt x="1217317" y="443951"/>
                </a:cubicBezTo>
                <a:cubicBezTo>
                  <a:pt x="1245962" y="443951"/>
                  <a:pt x="1280732" y="429800"/>
                  <a:pt x="1304349" y="404889"/>
                </a:cubicBezTo>
                <a:lnTo>
                  <a:pt x="1304982" y="405720"/>
                </a:lnTo>
                <a:cubicBezTo>
                  <a:pt x="1282838" y="446784"/>
                  <a:pt x="1241907" y="472139"/>
                  <a:pt x="1189129" y="472139"/>
                </a:cubicBezTo>
                <a:cubicBezTo>
                  <a:pt x="1119507" y="472139"/>
                  <a:pt x="1062992" y="421734"/>
                  <a:pt x="1062303" y="352344"/>
                </a:cubicBezTo>
                <a:lnTo>
                  <a:pt x="1062286" y="352344"/>
                </a:lnTo>
                <a:lnTo>
                  <a:pt x="1062286" y="3"/>
                </a:lnTo>
                <a:lnTo>
                  <a:pt x="1034098" y="3"/>
                </a:lnTo>
                <a:lnTo>
                  <a:pt x="1034098" y="352341"/>
                </a:lnTo>
                <a:lnTo>
                  <a:pt x="1034113" y="352341"/>
                </a:lnTo>
                <a:cubicBezTo>
                  <a:pt x="1034703" y="437411"/>
                  <a:pt x="1103877" y="500322"/>
                  <a:pt x="1189132" y="500322"/>
                </a:cubicBezTo>
                <a:close/>
                <a:moveTo>
                  <a:pt x="562774" y="366435"/>
                </a:moveTo>
                <a:lnTo>
                  <a:pt x="491494" y="535557"/>
                </a:lnTo>
                <a:lnTo>
                  <a:pt x="519684" y="535554"/>
                </a:lnTo>
                <a:lnTo>
                  <a:pt x="519682" y="535557"/>
                </a:lnTo>
                <a:lnTo>
                  <a:pt x="519684" y="535557"/>
                </a:lnTo>
                <a:lnTo>
                  <a:pt x="555322" y="450996"/>
                </a:lnTo>
                <a:lnTo>
                  <a:pt x="794138" y="450996"/>
                </a:lnTo>
                <a:lnTo>
                  <a:pt x="829744" y="535557"/>
                </a:lnTo>
                <a:lnTo>
                  <a:pt x="857932" y="535557"/>
                </a:lnTo>
                <a:lnTo>
                  <a:pt x="810457" y="422808"/>
                </a:lnTo>
                <a:lnTo>
                  <a:pt x="567200" y="422808"/>
                </a:lnTo>
                <a:lnTo>
                  <a:pt x="579078" y="394620"/>
                </a:lnTo>
                <a:lnTo>
                  <a:pt x="826776" y="394620"/>
                </a:lnTo>
                <a:lnTo>
                  <a:pt x="886120" y="535557"/>
                </a:lnTo>
                <a:lnTo>
                  <a:pt x="914308" y="535557"/>
                </a:lnTo>
                <a:lnTo>
                  <a:pt x="843097" y="366435"/>
                </a:lnTo>
                <a:lnTo>
                  <a:pt x="562774" y="366435"/>
                </a:lnTo>
                <a:close/>
                <a:moveTo>
                  <a:pt x="604248" y="0"/>
                </a:moveTo>
                <a:lnTo>
                  <a:pt x="397091" y="491374"/>
                </a:lnTo>
                <a:lnTo>
                  <a:pt x="415032" y="515732"/>
                </a:lnTo>
                <a:lnTo>
                  <a:pt x="632437" y="0"/>
                </a:lnTo>
                <a:lnTo>
                  <a:pt x="604248" y="0"/>
                </a:lnTo>
                <a:close/>
                <a:moveTo>
                  <a:pt x="716998" y="3"/>
                </a:moveTo>
                <a:lnTo>
                  <a:pt x="934130" y="515735"/>
                </a:lnTo>
                <a:lnTo>
                  <a:pt x="952028" y="491377"/>
                </a:lnTo>
                <a:lnTo>
                  <a:pt x="745186" y="3"/>
                </a:lnTo>
                <a:lnTo>
                  <a:pt x="716998" y="3"/>
                </a:lnTo>
                <a:close/>
                <a:moveTo>
                  <a:pt x="546409" y="338247"/>
                </a:moveTo>
                <a:lnTo>
                  <a:pt x="463042" y="535557"/>
                </a:lnTo>
                <a:lnTo>
                  <a:pt x="434854" y="535557"/>
                </a:lnTo>
                <a:lnTo>
                  <a:pt x="646528" y="33467"/>
                </a:lnTo>
                <a:lnTo>
                  <a:pt x="762988" y="310059"/>
                </a:lnTo>
                <a:lnTo>
                  <a:pt x="791176" y="310059"/>
                </a:lnTo>
                <a:lnTo>
                  <a:pt x="660624" y="3"/>
                </a:lnTo>
                <a:lnTo>
                  <a:pt x="688812" y="3"/>
                </a:lnTo>
                <a:lnTo>
                  <a:pt x="831231" y="338247"/>
                </a:lnTo>
                <a:lnTo>
                  <a:pt x="546409" y="338247"/>
                </a:lnTo>
                <a:close/>
                <a:moveTo>
                  <a:pt x="674788" y="167531"/>
                </a:moveTo>
                <a:lnTo>
                  <a:pt x="614721" y="310062"/>
                </a:lnTo>
                <a:lnTo>
                  <a:pt x="734800" y="310062"/>
                </a:lnTo>
                <a:lnTo>
                  <a:pt x="674788" y="167531"/>
                </a:lnTo>
                <a:close/>
                <a:moveTo>
                  <a:pt x="558275" y="310062"/>
                </a:moveTo>
                <a:lnTo>
                  <a:pt x="586535" y="310062"/>
                </a:lnTo>
                <a:lnTo>
                  <a:pt x="660703" y="134072"/>
                </a:lnTo>
                <a:lnTo>
                  <a:pt x="646588" y="100553"/>
                </a:lnTo>
                <a:lnTo>
                  <a:pt x="558275" y="310062"/>
                </a:lnTo>
                <a:close/>
              </a:path>
            </a:pathLst>
          </a:custGeom>
          <a:solidFill xmlns:a="http://schemas.openxmlformats.org/drawingml/2006/main">
            <a:srgbClr val="041E42"/>
          </a:solidFill>
          <a:ln xmlns:a="http://schemas.openxmlformats.org/drawingml/2006/main" w="2892" cap="flat">
            <a:noFill/>
            <a:prstDash val="solid"/>
            <a:miter/>
          </a:ln>
        </p:spPr>
        <p:txBody>
          <a:bodyPr xmlns:a="http://schemas.openxmlformats.org/drawingml/2006/main" anchor="ctr"/>
          <a:lstStyle xmlns:a="http://schemas.openxmlformats.org/drawingml/2006/main"/>
          <a:p xmlns:a="http://schemas.openxmlformats.org/drawingml/2006/main">
            <a:endParaRPr/>
          </a:p>
        </p:txBody>
      </p:sp>
      <p:pic>
        <p:nvPicPr>
          <p:cNvPr id="4" name="Grafik 3">
            <a:extLst xmlns:a="http://schemas.openxmlformats.org/drawingml/2006/main">
              <a:ext uri="{FF2B5EF4-FFF2-40B4-BE49-F238E27FC236}">
                <a16:creationId xmlns:a16="http://schemas.microsoft.com/office/drawing/2014/main" id="{EDEE5A37-885B-40A1-B855-D6BCD4D3D759}"/>
              </a:ext>
            </a:extLst>
          </p:cNvPr>
          <p:cNvPicPr>
            <a:picLocks xmlns:a="http://schemas.openxmlformats.org/drawingml/2006/main" noChangeAspect="1"/>
          </p:cNvPicPr>
          <p:nvPr/>
        </p:nvPicPr>
        <p:blipFill>
          <a:blip xmlns:r="http://schemas.openxmlformats.org/officeDocument/2006/relationships" xmlns:a="http://schemas.openxmlformats.org/drawingml/2006/main" r:embed="R468ddd95afa34102"/>
          <a:stretch xmlns:a="http://schemas.openxmlformats.org/drawingml/2006/main">
            <a:fillRect l="0" t="0" r="0" b="0"/>
          </a:stretch>
        </p:blipFill>
        <p:spPr>
          <a:xfrm xmlns:a="http://schemas.openxmlformats.org/drawingml/2006/main">
            <a:off x="8581493" y="300704"/>
            <a:ext cx="1543659" cy="541185"/>
          </a:xfrm>
          <a:prstGeom xmlns:a="http://schemas.openxmlformats.org/drawingml/2006/main" prst="rect">
            <a:avLst/>
          </a:prstGeom>
        </p:spPr>
      </p:pic>
      <p:sp>
        <p:nvSpPr>
          <p:cNvPr id="6" name="Bildplatzhalter 5">
            <a:extLst xmlns:a="http://schemas.openxmlformats.org/drawingml/2006/main">
              <a:ext uri="{FF2B5EF4-FFF2-40B4-BE49-F238E27FC236}">
                <a16:creationId xmlns:a16="http://schemas.microsoft.com/office/drawing/2014/main" id="{B6631BCC-1B79-450F-81B3-56C60C917935}"/>
              </a:ext>
            </a:extLst>
          </p:cNvPr>
          <p:cNvSpPr>
            <a:spLocks xmlns:a="http://schemas.openxmlformats.org/drawingml/2006/main" noGrp="1"/>
          </p:cNvSpPr>
          <p:nvPr>
            <p:ph type="pic" idx="12"/>
          </p:nvPr>
        </p:nvSpPr>
        <p:spPr>
          <a:xfrm xmlns:a="http://schemas.openxmlformats.org/drawingml/2006/main">
            <a:off x="6524462" y="300704"/>
            <a:ext cx="1731896" cy="535987"/>
          </a:xfrm>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2.xml><?xml version="1.0" encoding="utf-8"?>
<p:sldLayout xmlns:p="http://schemas.openxmlformats.org/presentationml/2006/main" preserve="1" userDrawn="1">
  <p:cSld name="Agenda">
    <p:spTree>
      <p:nvGrpSpPr>
        <p:cNvPr id="1" name=""/>
        <p:cNvGrpSpPr/>
        <p:nvPr/>
      </p:nvGrpSpPr>
      <p:grpSpPr>
        <a:xfrm xmlns:a="http://schemas.openxmlformats.org/drawingml/2006/main"/>
      </p:grpSpPr>
      <p:sp>
        <p:nvSpPr>
          <p:cNvPr id="3" name="Datumsplatzhalter 2">
            <a:extLst xmlns:a="http://schemas.openxmlformats.org/drawingml/2006/main">
              <a:ext uri="{FF2B5EF4-FFF2-40B4-BE49-F238E27FC236}">
                <a16:creationId xmlns:a16="http://schemas.microsoft.com/office/drawing/2014/main" id="{75E0522E-4B59-4195-AD23-1DB4381AB66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F8D2C6F2-BFE9-4DA1-8335-8212BBEBDEDB}" type="datetime4">
              <a:t>26. November 2024</a:t>
            </a:fld>
            <a:endParaRPr/>
          </a:p>
        </p:txBody>
      </p:sp>
      <p:sp>
        <p:nvSpPr>
          <p:cNvPr id="4" name="Fußzeilenplatzhalter 3">
            <a:extLst xmlns:a="http://schemas.openxmlformats.org/drawingml/2006/main">
              <a:ext uri="{FF2B5EF4-FFF2-40B4-BE49-F238E27FC236}">
                <a16:creationId xmlns:a16="http://schemas.microsoft.com/office/drawing/2014/main" id="{E0F6FD0B-B0A5-4052-BAB6-95BD027E8CD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Technische Fakultät</a:t>
            </a:r>
            <a:endParaRPr/>
          </a:p>
        </p:txBody>
      </p:sp>
      <p:sp>
        <p:nvSpPr>
          <p:cNvPr id="5" name="Foliennummernplatzhalter 4">
            <a:extLst xmlns:a="http://schemas.openxmlformats.org/drawingml/2006/main">
              <a:ext uri="{FF2B5EF4-FFF2-40B4-BE49-F238E27FC236}">
                <a16:creationId xmlns:a16="http://schemas.microsoft.com/office/drawing/2014/main" id="{C0385CA6-0215-4C6D-9658-F37EA26CE83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949F9DF-37BD-4CD6-BF49-65BA579E1D7A}" type="slidenum">
              <a:t>‹#›</a:t>
            </a:fld>
            <a:endParaRPr/>
          </a:p>
        </p:txBody>
      </p:sp>
      <p:sp>
        <p:nvSpPr>
          <p:cNvPr id="10" name="Textplatzhalter 6">
            <a:extLst xmlns:a="http://schemas.openxmlformats.org/drawingml/2006/main">
              <a:ext uri="{FF2B5EF4-FFF2-40B4-BE49-F238E27FC236}">
                <a16:creationId xmlns:a16="http://schemas.microsoft.com/office/drawing/2014/main" id="{BF8056C4-F1A1-4860-B863-70A38CCE20DE}"/>
              </a:ext>
            </a:extLst>
          </p:cNvPr>
          <p:cNvSpPr>
            <a:spLocks xmlns:a="http://schemas.openxmlformats.org/drawingml/2006/main" noGrp="1"/>
          </p:cNvSpPr>
          <p:nvPr>
            <p:ph type="body" idx="15" hasCustomPrompt="1"/>
          </p:nvPr>
        </p:nvSpPr>
        <p:spPr>
          <a:xfrm xmlns:a="http://schemas.openxmlformats.org/drawingml/2006/main">
            <a:off x="948060" y="2354711"/>
            <a:ext cx="5039989" cy="281103"/>
          </a:xfrm>
        </p:spPr>
        <p:txBody>
          <a:bodyPr xmlns:a="http://schemas.openxmlformats.org/drawingml/2006/main" wrap="square">
            <a:noAutofit/>
          </a:bodyPr>
          <a:lstStyle xmlns:a="http://schemas.openxmlformats.org/drawingml/2006/main">
            <a:lvl1pPr>
              <a:buNone/>
              <a:defRPr sz="1800"/>
            </a:lvl1pPr>
          </a:lstStyle>
          <a:p xmlns:a="http://schemas.openxmlformats.org/drawingml/2006/main">
            <a:pPr lvl="0">
              <a:buNone/>
            </a:pPr>
            <a:r>
              <a:t>Agendapunkt / Kapitelthema</a:t>
            </a:r>
          </a:p>
        </p:txBody>
      </p:sp>
      <p:sp>
        <p:nvSpPr>
          <p:cNvPr id="11" name="Textplatzhalter 6">
            <a:extLst xmlns:a="http://schemas.openxmlformats.org/drawingml/2006/main">
              <a:ext uri="{FF2B5EF4-FFF2-40B4-BE49-F238E27FC236}">
                <a16:creationId xmlns:a16="http://schemas.microsoft.com/office/drawing/2014/main" id="{A4B92765-C038-4DB7-B6CF-33827BB87416}"/>
              </a:ext>
            </a:extLst>
          </p:cNvPr>
          <p:cNvSpPr>
            <a:spLocks xmlns:a="http://schemas.openxmlformats.org/drawingml/2006/main" noGrp="1"/>
          </p:cNvSpPr>
          <p:nvPr>
            <p:ph type="body" idx="16" hasCustomPrompt="1"/>
          </p:nvPr>
        </p:nvSpPr>
        <p:spPr>
          <a:xfrm xmlns:a="http://schemas.openxmlformats.org/drawingml/2006/main">
            <a:off x="518318" y="2354711"/>
            <a:ext cx="320601" cy="281103"/>
          </a:xfrm>
        </p:spPr>
        <p:txBody>
          <a:bodyPr xmlns:a="http://schemas.openxmlformats.org/drawingml/2006/main" wrap="none" rIns="0">
            <a:noAutofit/>
          </a:bodyPr>
          <a:lstStyle xmlns:a="http://schemas.openxmlformats.org/drawingml/2006/main">
            <a:lvl1pPr>
              <a:buNone/>
              <a:defRPr sz="1800" b="1">
                <a:solidFill>
                  <a:srgbClr val="8C9FB1"/>
                </a:solidFill>
              </a:defRPr>
            </a:lvl1pPr>
          </a:lstStyle>
          <a:p xmlns:a="http://schemas.openxmlformats.org/drawingml/2006/main">
            <a:pPr lvl="0">
              <a:buNone/>
            </a:pPr>
            <a:r>
              <a:t>02 </a:t>
            </a:r>
          </a:p>
        </p:txBody>
      </p:sp>
      <p:sp>
        <p:nvSpPr>
          <p:cNvPr id="12" name="Textplatzhalter 6">
            <a:extLst xmlns:a="http://schemas.openxmlformats.org/drawingml/2006/main">
              <a:ext uri="{FF2B5EF4-FFF2-40B4-BE49-F238E27FC236}">
                <a16:creationId xmlns:a16="http://schemas.microsoft.com/office/drawing/2014/main" id="{B48DD939-0764-4598-B8A8-5EF7FD589AF4}"/>
              </a:ext>
            </a:extLst>
          </p:cNvPr>
          <p:cNvSpPr>
            <a:spLocks xmlns:a="http://schemas.openxmlformats.org/drawingml/2006/main" noGrp="1"/>
          </p:cNvSpPr>
          <p:nvPr>
            <p:ph type="body" idx="17" hasCustomPrompt="1"/>
          </p:nvPr>
        </p:nvSpPr>
        <p:spPr>
          <a:xfrm xmlns:a="http://schemas.openxmlformats.org/drawingml/2006/main">
            <a:off x="948060" y="4525376"/>
            <a:ext cx="5039989" cy="281103"/>
          </a:xfrm>
        </p:spPr>
        <p:txBody>
          <a:bodyPr xmlns:a="http://schemas.openxmlformats.org/drawingml/2006/main" wrap="square">
            <a:noAutofit/>
          </a:bodyPr>
          <a:lstStyle xmlns:a="http://schemas.openxmlformats.org/drawingml/2006/main">
            <a:lvl1pPr>
              <a:buNone/>
              <a:defRPr sz="1800"/>
            </a:lvl1pPr>
          </a:lstStyle>
          <a:p xmlns:a="http://schemas.openxmlformats.org/drawingml/2006/main">
            <a:pPr lvl="0">
              <a:buNone/>
            </a:pPr>
            <a:r>
              <a:t>Agendapunkt / Kapitelthema</a:t>
            </a:r>
          </a:p>
        </p:txBody>
      </p:sp>
      <p:sp>
        <p:nvSpPr>
          <p:cNvPr id="13" name="Textplatzhalter 6">
            <a:extLst xmlns:a="http://schemas.openxmlformats.org/drawingml/2006/main">
              <a:ext uri="{FF2B5EF4-FFF2-40B4-BE49-F238E27FC236}">
                <a16:creationId xmlns:a16="http://schemas.microsoft.com/office/drawing/2014/main" id="{0169AC75-2D8F-414A-A2F5-470DEC8B533A}"/>
              </a:ext>
            </a:extLst>
          </p:cNvPr>
          <p:cNvSpPr>
            <a:spLocks xmlns:a="http://schemas.openxmlformats.org/drawingml/2006/main" noGrp="1"/>
          </p:cNvSpPr>
          <p:nvPr>
            <p:ph type="body" idx="18" hasCustomPrompt="1"/>
          </p:nvPr>
        </p:nvSpPr>
        <p:spPr>
          <a:xfrm xmlns:a="http://schemas.openxmlformats.org/drawingml/2006/main">
            <a:off x="518318" y="4525376"/>
            <a:ext cx="320601" cy="281103"/>
          </a:xfrm>
        </p:spPr>
        <p:txBody>
          <a:bodyPr xmlns:a="http://schemas.openxmlformats.org/drawingml/2006/main" wrap="none" rIns="0">
            <a:noAutofit/>
          </a:bodyPr>
          <a:lstStyle xmlns:a="http://schemas.openxmlformats.org/drawingml/2006/main">
            <a:lvl1pPr>
              <a:buNone/>
              <a:defRPr sz="1800" b="1">
                <a:solidFill>
                  <a:srgbClr val="8C9FB1"/>
                </a:solidFill>
              </a:defRPr>
            </a:lvl1pPr>
          </a:lstStyle>
          <a:p xmlns:a="http://schemas.openxmlformats.org/drawingml/2006/main">
            <a:pPr lvl="0">
              <a:buNone/>
            </a:pPr>
            <a:r>
              <a:t>05 </a:t>
            </a:r>
          </a:p>
        </p:txBody>
      </p:sp>
      <p:sp>
        <p:nvSpPr>
          <p:cNvPr id="17" name="Textplatzhalter 6">
            <a:extLst xmlns:a="http://schemas.openxmlformats.org/drawingml/2006/main">
              <a:ext uri="{FF2B5EF4-FFF2-40B4-BE49-F238E27FC236}">
                <a16:creationId xmlns:a16="http://schemas.microsoft.com/office/drawing/2014/main" id="{78F9E3F2-C660-4ABB-83AF-3F5B3E2F7700}"/>
              </a:ext>
            </a:extLst>
          </p:cNvPr>
          <p:cNvSpPr>
            <a:spLocks xmlns:a="http://schemas.openxmlformats.org/drawingml/2006/main" noGrp="1"/>
          </p:cNvSpPr>
          <p:nvPr>
            <p:ph type="body" idx="19" hasCustomPrompt="1"/>
          </p:nvPr>
        </p:nvSpPr>
        <p:spPr>
          <a:xfrm xmlns:a="http://schemas.openxmlformats.org/drawingml/2006/main">
            <a:off x="948060" y="3078266"/>
            <a:ext cx="5039989" cy="281103"/>
          </a:xfrm>
        </p:spPr>
        <p:txBody>
          <a:bodyPr xmlns:a="http://schemas.openxmlformats.org/drawingml/2006/main" wrap="square">
            <a:noAutofit/>
          </a:bodyPr>
          <a:lstStyle xmlns:a="http://schemas.openxmlformats.org/drawingml/2006/main">
            <a:lvl1pPr>
              <a:buNone/>
              <a:defRPr sz="1800"/>
            </a:lvl1pPr>
          </a:lstStyle>
          <a:p xmlns:a="http://schemas.openxmlformats.org/drawingml/2006/main">
            <a:pPr lvl="0">
              <a:buNone/>
            </a:pPr>
            <a:r>
              <a:t>Agendapunkt / Kapitelthema</a:t>
            </a:r>
          </a:p>
        </p:txBody>
      </p:sp>
      <p:sp>
        <p:nvSpPr>
          <p:cNvPr id="18" name="Textplatzhalter 6">
            <a:extLst xmlns:a="http://schemas.openxmlformats.org/drawingml/2006/main">
              <a:ext uri="{FF2B5EF4-FFF2-40B4-BE49-F238E27FC236}">
                <a16:creationId xmlns:a16="http://schemas.microsoft.com/office/drawing/2014/main" id="{CAB2683D-D5E7-45B9-9133-F4CFD483FA94}"/>
              </a:ext>
            </a:extLst>
          </p:cNvPr>
          <p:cNvSpPr>
            <a:spLocks xmlns:a="http://schemas.openxmlformats.org/drawingml/2006/main" noGrp="1"/>
          </p:cNvSpPr>
          <p:nvPr>
            <p:ph type="body" idx="20" hasCustomPrompt="1"/>
          </p:nvPr>
        </p:nvSpPr>
        <p:spPr>
          <a:xfrm xmlns:a="http://schemas.openxmlformats.org/drawingml/2006/main">
            <a:off x="518318" y="3078266"/>
            <a:ext cx="320601" cy="281103"/>
          </a:xfrm>
        </p:spPr>
        <p:txBody>
          <a:bodyPr xmlns:a="http://schemas.openxmlformats.org/drawingml/2006/main" wrap="none" rIns="0">
            <a:noAutofit/>
          </a:bodyPr>
          <a:lstStyle xmlns:a="http://schemas.openxmlformats.org/drawingml/2006/main">
            <a:lvl1pPr>
              <a:buNone/>
              <a:defRPr sz="1800" b="1">
                <a:solidFill>
                  <a:srgbClr val="8C9FB1"/>
                </a:solidFill>
              </a:defRPr>
            </a:lvl1pPr>
          </a:lstStyle>
          <a:p xmlns:a="http://schemas.openxmlformats.org/drawingml/2006/main">
            <a:pPr lvl="0">
              <a:buNone/>
            </a:pPr>
            <a:r>
              <a:t>03 </a:t>
            </a:r>
          </a:p>
        </p:txBody>
      </p:sp>
      <p:sp>
        <p:nvSpPr>
          <p:cNvPr id="20" name="Textplatzhalter 6">
            <a:extLst xmlns:a="http://schemas.openxmlformats.org/drawingml/2006/main">
              <a:ext uri="{FF2B5EF4-FFF2-40B4-BE49-F238E27FC236}">
                <a16:creationId xmlns:a16="http://schemas.microsoft.com/office/drawing/2014/main" id="{952E3AD3-9675-4713-A437-FEFA1B540023}"/>
              </a:ext>
            </a:extLst>
          </p:cNvPr>
          <p:cNvSpPr>
            <a:spLocks xmlns:a="http://schemas.openxmlformats.org/drawingml/2006/main" noGrp="1"/>
          </p:cNvSpPr>
          <p:nvPr>
            <p:ph type="body" idx="21" hasCustomPrompt="1"/>
          </p:nvPr>
        </p:nvSpPr>
        <p:spPr>
          <a:xfrm xmlns:a="http://schemas.openxmlformats.org/drawingml/2006/main">
            <a:off x="948060" y="3801821"/>
            <a:ext cx="5039989" cy="281103"/>
          </a:xfrm>
        </p:spPr>
        <p:txBody>
          <a:bodyPr xmlns:a="http://schemas.openxmlformats.org/drawingml/2006/main" wrap="square">
            <a:noAutofit/>
          </a:bodyPr>
          <a:lstStyle xmlns:a="http://schemas.openxmlformats.org/drawingml/2006/main">
            <a:lvl1pPr>
              <a:buNone/>
              <a:defRPr sz="1800"/>
            </a:lvl1pPr>
          </a:lstStyle>
          <a:p xmlns:a="http://schemas.openxmlformats.org/drawingml/2006/main">
            <a:pPr lvl="0">
              <a:buNone/>
            </a:pPr>
            <a:r>
              <a:t>Agendapunkt / Kapitelthema</a:t>
            </a:r>
          </a:p>
        </p:txBody>
      </p:sp>
      <p:sp>
        <p:nvSpPr>
          <p:cNvPr id="21" name="Textplatzhalter 6">
            <a:extLst xmlns:a="http://schemas.openxmlformats.org/drawingml/2006/main">
              <a:ext uri="{FF2B5EF4-FFF2-40B4-BE49-F238E27FC236}">
                <a16:creationId xmlns:a16="http://schemas.microsoft.com/office/drawing/2014/main" id="{1852432A-5FDF-42C2-BC07-F1752012B84C}"/>
              </a:ext>
            </a:extLst>
          </p:cNvPr>
          <p:cNvSpPr>
            <a:spLocks xmlns:a="http://schemas.openxmlformats.org/drawingml/2006/main" noGrp="1"/>
          </p:cNvSpPr>
          <p:nvPr>
            <p:ph type="body" idx="22" hasCustomPrompt="1"/>
          </p:nvPr>
        </p:nvSpPr>
        <p:spPr>
          <a:xfrm xmlns:a="http://schemas.openxmlformats.org/drawingml/2006/main">
            <a:off x="518318" y="3801821"/>
            <a:ext cx="320601" cy="281103"/>
          </a:xfrm>
        </p:spPr>
        <p:txBody>
          <a:bodyPr xmlns:a="http://schemas.openxmlformats.org/drawingml/2006/main" wrap="none" rIns="0">
            <a:noAutofit/>
          </a:bodyPr>
          <a:lstStyle xmlns:a="http://schemas.openxmlformats.org/drawingml/2006/main">
            <a:lvl1pPr>
              <a:buNone/>
              <a:defRPr sz="1800" b="1">
                <a:solidFill>
                  <a:srgbClr val="8C9FB1"/>
                </a:solidFill>
              </a:defRPr>
            </a:lvl1pPr>
          </a:lstStyle>
          <a:p xmlns:a="http://schemas.openxmlformats.org/drawingml/2006/main">
            <a:pPr lvl="0">
              <a:buNone/>
            </a:pPr>
            <a:r>
              <a:t>04 </a:t>
            </a:r>
          </a:p>
        </p:txBody>
      </p:sp>
      <p:sp>
        <p:nvSpPr>
          <p:cNvPr id="24" name="Textplatzhalter 6">
            <a:extLst xmlns:a="http://schemas.openxmlformats.org/drawingml/2006/main">
              <a:ext uri="{FF2B5EF4-FFF2-40B4-BE49-F238E27FC236}">
                <a16:creationId xmlns:a16="http://schemas.microsoft.com/office/drawing/2014/main" id="{B2468A8B-4816-458C-AEB6-53AB9CF88AF3}"/>
              </a:ext>
            </a:extLst>
          </p:cNvPr>
          <p:cNvSpPr>
            <a:spLocks xmlns:a="http://schemas.openxmlformats.org/drawingml/2006/main" noGrp="1"/>
          </p:cNvSpPr>
          <p:nvPr>
            <p:ph type="body" idx="23" hasCustomPrompt="1"/>
          </p:nvPr>
        </p:nvSpPr>
        <p:spPr>
          <a:xfrm xmlns:a="http://schemas.openxmlformats.org/drawingml/2006/main">
            <a:off x="948060" y="5248930"/>
            <a:ext cx="5039989" cy="281103"/>
          </a:xfrm>
        </p:spPr>
        <p:txBody>
          <a:bodyPr xmlns:a="http://schemas.openxmlformats.org/drawingml/2006/main" wrap="square">
            <a:noAutofit/>
          </a:bodyPr>
          <a:lstStyle xmlns:a="http://schemas.openxmlformats.org/drawingml/2006/main">
            <a:lvl1pPr>
              <a:buNone/>
              <a:defRPr sz="1800"/>
            </a:lvl1pPr>
          </a:lstStyle>
          <a:p xmlns:a="http://schemas.openxmlformats.org/drawingml/2006/main">
            <a:pPr lvl="0">
              <a:buNone/>
            </a:pPr>
            <a:r>
              <a:t>Agendapunkt / Kapitelthema</a:t>
            </a:r>
          </a:p>
        </p:txBody>
      </p:sp>
      <p:sp>
        <p:nvSpPr>
          <p:cNvPr id="25" name="Textplatzhalter 6">
            <a:extLst xmlns:a="http://schemas.openxmlformats.org/drawingml/2006/main">
              <a:ext uri="{FF2B5EF4-FFF2-40B4-BE49-F238E27FC236}">
                <a16:creationId xmlns:a16="http://schemas.microsoft.com/office/drawing/2014/main" id="{F92C0AC2-BCD1-47F5-99DB-35823E79AB94}"/>
              </a:ext>
            </a:extLst>
          </p:cNvPr>
          <p:cNvSpPr>
            <a:spLocks xmlns:a="http://schemas.openxmlformats.org/drawingml/2006/main" noGrp="1"/>
          </p:cNvSpPr>
          <p:nvPr>
            <p:ph type="body" idx="24" hasCustomPrompt="1"/>
          </p:nvPr>
        </p:nvSpPr>
        <p:spPr>
          <a:xfrm xmlns:a="http://schemas.openxmlformats.org/drawingml/2006/main">
            <a:off x="518318" y="5248930"/>
            <a:ext cx="320601" cy="281103"/>
          </a:xfrm>
        </p:spPr>
        <p:txBody>
          <a:bodyPr xmlns:a="http://schemas.openxmlformats.org/drawingml/2006/main" wrap="none" rIns="0">
            <a:noAutofit/>
          </a:bodyPr>
          <a:lstStyle xmlns:a="http://schemas.openxmlformats.org/drawingml/2006/main">
            <a:lvl1pPr>
              <a:buNone/>
              <a:defRPr sz="1800" b="1">
                <a:solidFill>
                  <a:srgbClr val="8C9FB1"/>
                </a:solidFill>
              </a:defRPr>
            </a:lvl1pPr>
          </a:lstStyle>
          <a:p xmlns:a="http://schemas.openxmlformats.org/drawingml/2006/main">
            <a:pPr lvl="0">
              <a:buNone/>
            </a:pPr>
            <a:r>
              <a:t>06 </a:t>
            </a:r>
          </a:p>
        </p:txBody>
      </p:sp>
      <p:sp>
        <p:nvSpPr>
          <p:cNvPr id="26" name="Textplatzhalter 6">
            <a:extLst xmlns:a="http://schemas.openxmlformats.org/drawingml/2006/main">
              <a:ext uri="{FF2B5EF4-FFF2-40B4-BE49-F238E27FC236}">
                <a16:creationId xmlns:a16="http://schemas.microsoft.com/office/drawing/2014/main" id="{6E5C8951-ED83-4B8D-A041-11DC6291DD84}"/>
              </a:ext>
            </a:extLst>
          </p:cNvPr>
          <p:cNvSpPr>
            <a:spLocks xmlns:a="http://schemas.openxmlformats.org/drawingml/2006/main" noGrp="1"/>
          </p:cNvSpPr>
          <p:nvPr>
            <p:ph type="body" idx="25" hasCustomPrompt="1"/>
          </p:nvPr>
        </p:nvSpPr>
        <p:spPr>
          <a:xfrm xmlns:a="http://schemas.openxmlformats.org/drawingml/2006/main">
            <a:off x="6636190" y="1632184"/>
            <a:ext cx="5039873" cy="281103"/>
          </a:xfrm>
        </p:spPr>
        <p:txBody>
          <a:bodyPr xmlns:a="http://schemas.openxmlformats.org/drawingml/2006/main" wrap="square">
            <a:noAutofit/>
          </a:bodyPr>
          <a:lstStyle xmlns:a="http://schemas.openxmlformats.org/drawingml/2006/main">
            <a:lvl1pPr>
              <a:buNone/>
              <a:defRPr sz="1800"/>
            </a:lvl1pPr>
          </a:lstStyle>
          <a:p xmlns:a="http://schemas.openxmlformats.org/drawingml/2006/main">
            <a:pPr lvl="0">
              <a:buNone/>
            </a:pPr>
            <a:r>
              <a:t>Agendapunkt / Kapitelthema</a:t>
            </a:r>
            <a:endParaRPr/>
          </a:p>
        </p:txBody>
      </p:sp>
      <p:sp>
        <p:nvSpPr>
          <p:cNvPr id="27" name="Textplatzhalter 6">
            <a:extLst xmlns:a="http://schemas.openxmlformats.org/drawingml/2006/main">
              <a:ext uri="{FF2B5EF4-FFF2-40B4-BE49-F238E27FC236}">
                <a16:creationId xmlns:a16="http://schemas.microsoft.com/office/drawing/2014/main" id="{7D6B79FA-8C76-4CA9-AF55-F7541503ECB2}"/>
              </a:ext>
            </a:extLst>
          </p:cNvPr>
          <p:cNvSpPr>
            <a:spLocks xmlns:a="http://schemas.openxmlformats.org/drawingml/2006/main" noGrp="1"/>
          </p:cNvSpPr>
          <p:nvPr>
            <p:ph type="body" idx="26" hasCustomPrompt="1"/>
          </p:nvPr>
        </p:nvSpPr>
        <p:spPr>
          <a:xfrm xmlns:a="http://schemas.openxmlformats.org/drawingml/2006/main">
            <a:off x="6206332" y="1632184"/>
            <a:ext cx="320601" cy="281103"/>
          </a:xfrm>
        </p:spPr>
        <p:txBody>
          <a:bodyPr xmlns:a="http://schemas.openxmlformats.org/drawingml/2006/main" wrap="none" rIns="0">
            <a:noAutofit/>
          </a:bodyPr>
          <a:lstStyle xmlns:a="http://schemas.openxmlformats.org/drawingml/2006/main">
            <a:lvl1pPr>
              <a:buNone/>
              <a:defRPr sz="1800" b="1">
                <a:solidFill>
                  <a:srgbClr val="8C9FB1"/>
                </a:solidFill>
              </a:defRPr>
            </a:lvl1pPr>
          </a:lstStyle>
          <a:p xmlns:a="http://schemas.openxmlformats.org/drawingml/2006/main">
            <a:pPr lvl="0">
              <a:buNone/>
            </a:pPr>
            <a:r>
              <a:t>07 </a:t>
            </a:r>
          </a:p>
        </p:txBody>
      </p:sp>
      <p:sp>
        <p:nvSpPr>
          <p:cNvPr id="28" name="Textplatzhalter 6">
            <a:extLst xmlns:a="http://schemas.openxmlformats.org/drawingml/2006/main">
              <a:ext uri="{FF2B5EF4-FFF2-40B4-BE49-F238E27FC236}">
                <a16:creationId xmlns:a16="http://schemas.microsoft.com/office/drawing/2014/main" id="{89249A36-CB58-4007-8E81-30FA75194BA0}"/>
              </a:ext>
            </a:extLst>
          </p:cNvPr>
          <p:cNvSpPr>
            <a:spLocks xmlns:a="http://schemas.openxmlformats.org/drawingml/2006/main" noGrp="1"/>
          </p:cNvSpPr>
          <p:nvPr>
            <p:ph type="body" idx="27" hasCustomPrompt="1"/>
          </p:nvPr>
        </p:nvSpPr>
        <p:spPr>
          <a:xfrm xmlns:a="http://schemas.openxmlformats.org/drawingml/2006/main">
            <a:off x="6636190" y="2355533"/>
            <a:ext cx="5039873" cy="281103"/>
          </a:xfrm>
        </p:spPr>
        <p:txBody>
          <a:bodyPr xmlns:a="http://schemas.openxmlformats.org/drawingml/2006/main" wrap="square">
            <a:noAutofit/>
          </a:bodyPr>
          <a:lstStyle xmlns:a="http://schemas.openxmlformats.org/drawingml/2006/main">
            <a:lvl1pPr>
              <a:buNone/>
              <a:defRPr sz="1800"/>
            </a:lvl1pPr>
          </a:lstStyle>
          <a:p xmlns:a="http://schemas.openxmlformats.org/drawingml/2006/main">
            <a:pPr lvl="0">
              <a:buNone/>
            </a:pPr>
            <a:r>
              <a:t>Agendapunkt / Kapitelthema</a:t>
            </a:r>
            <a:endParaRPr/>
          </a:p>
        </p:txBody>
      </p:sp>
      <p:sp>
        <p:nvSpPr>
          <p:cNvPr id="29" name="Textplatzhalter 6">
            <a:extLst xmlns:a="http://schemas.openxmlformats.org/drawingml/2006/main">
              <a:ext uri="{FF2B5EF4-FFF2-40B4-BE49-F238E27FC236}">
                <a16:creationId xmlns:a16="http://schemas.microsoft.com/office/drawing/2014/main" id="{953A9A61-99D0-44B5-89EB-1D1035F914BD}"/>
              </a:ext>
            </a:extLst>
          </p:cNvPr>
          <p:cNvSpPr>
            <a:spLocks xmlns:a="http://schemas.openxmlformats.org/drawingml/2006/main" noGrp="1"/>
          </p:cNvSpPr>
          <p:nvPr>
            <p:ph type="body" idx="28" hasCustomPrompt="1"/>
          </p:nvPr>
        </p:nvSpPr>
        <p:spPr>
          <a:xfrm xmlns:a="http://schemas.openxmlformats.org/drawingml/2006/main">
            <a:off x="6206332" y="2355533"/>
            <a:ext cx="320601" cy="281103"/>
          </a:xfrm>
        </p:spPr>
        <p:txBody>
          <a:bodyPr xmlns:a="http://schemas.openxmlformats.org/drawingml/2006/main" wrap="none" rIns="0">
            <a:noAutofit/>
          </a:bodyPr>
          <a:lstStyle xmlns:a="http://schemas.openxmlformats.org/drawingml/2006/main">
            <a:lvl1pPr>
              <a:buNone/>
              <a:defRPr sz="1800" b="1">
                <a:solidFill>
                  <a:srgbClr val="8C9FB1"/>
                </a:solidFill>
              </a:defRPr>
            </a:lvl1pPr>
          </a:lstStyle>
          <a:p xmlns:a="http://schemas.openxmlformats.org/drawingml/2006/main">
            <a:pPr lvl="0">
              <a:buNone/>
            </a:pPr>
            <a:r>
              <a:t>08 </a:t>
            </a:r>
          </a:p>
        </p:txBody>
      </p:sp>
      <p:sp>
        <p:nvSpPr>
          <p:cNvPr id="30" name="Textplatzhalter 6">
            <a:extLst xmlns:a="http://schemas.openxmlformats.org/drawingml/2006/main">
              <a:ext uri="{FF2B5EF4-FFF2-40B4-BE49-F238E27FC236}">
                <a16:creationId xmlns:a16="http://schemas.microsoft.com/office/drawing/2014/main" id="{E80B7F99-D2A6-486E-BB92-8192AB563EFC}"/>
              </a:ext>
            </a:extLst>
          </p:cNvPr>
          <p:cNvSpPr>
            <a:spLocks xmlns:a="http://schemas.openxmlformats.org/drawingml/2006/main" noGrp="1"/>
          </p:cNvSpPr>
          <p:nvPr>
            <p:ph type="body" idx="29" hasCustomPrompt="1"/>
          </p:nvPr>
        </p:nvSpPr>
        <p:spPr>
          <a:xfrm xmlns:a="http://schemas.openxmlformats.org/drawingml/2006/main">
            <a:off x="6636190" y="4525580"/>
            <a:ext cx="5039873" cy="281103"/>
          </a:xfrm>
        </p:spPr>
        <p:txBody>
          <a:bodyPr xmlns:a="http://schemas.openxmlformats.org/drawingml/2006/main" wrap="square">
            <a:noAutofit/>
          </a:bodyPr>
          <a:lstStyle xmlns:a="http://schemas.openxmlformats.org/drawingml/2006/main">
            <a:lvl1pPr>
              <a:buNone/>
              <a:defRPr sz="1800"/>
            </a:lvl1pPr>
          </a:lstStyle>
          <a:p xmlns:a="http://schemas.openxmlformats.org/drawingml/2006/main">
            <a:pPr lvl="0">
              <a:buNone/>
            </a:pPr>
            <a:r>
              <a:t>Agendapunkt / Kapitelthema</a:t>
            </a:r>
            <a:endParaRPr/>
          </a:p>
        </p:txBody>
      </p:sp>
      <p:sp>
        <p:nvSpPr>
          <p:cNvPr id="31" name="Textplatzhalter 6">
            <a:extLst xmlns:a="http://schemas.openxmlformats.org/drawingml/2006/main">
              <a:ext uri="{FF2B5EF4-FFF2-40B4-BE49-F238E27FC236}">
                <a16:creationId xmlns:a16="http://schemas.microsoft.com/office/drawing/2014/main" id="{C08D70F6-D151-42E1-8F5E-DD5ADD0927D9}"/>
              </a:ext>
            </a:extLst>
          </p:cNvPr>
          <p:cNvSpPr>
            <a:spLocks xmlns:a="http://schemas.openxmlformats.org/drawingml/2006/main" noGrp="1"/>
          </p:cNvSpPr>
          <p:nvPr>
            <p:ph type="body" idx="30" hasCustomPrompt="1"/>
          </p:nvPr>
        </p:nvSpPr>
        <p:spPr>
          <a:xfrm xmlns:a="http://schemas.openxmlformats.org/drawingml/2006/main">
            <a:off x="6206332" y="4525580"/>
            <a:ext cx="307841" cy="281103"/>
          </a:xfrm>
        </p:spPr>
        <p:txBody>
          <a:bodyPr xmlns:a="http://schemas.openxmlformats.org/drawingml/2006/main" wrap="none" rIns="0">
            <a:noAutofit/>
          </a:bodyPr>
          <a:lstStyle xmlns:a="http://schemas.openxmlformats.org/drawingml/2006/main">
            <a:lvl1pPr>
              <a:buNone/>
              <a:defRPr sz="1800" b="1">
                <a:solidFill>
                  <a:srgbClr val="8C9FB1"/>
                </a:solidFill>
              </a:defRPr>
            </a:lvl1pPr>
          </a:lstStyle>
          <a:p xmlns:a="http://schemas.openxmlformats.org/drawingml/2006/main">
            <a:pPr lvl="0">
              <a:buNone/>
            </a:pPr>
            <a:r>
              <a:t>11 </a:t>
            </a:r>
          </a:p>
        </p:txBody>
      </p:sp>
      <p:sp>
        <p:nvSpPr>
          <p:cNvPr id="32" name="Textplatzhalter 6">
            <a:extLst xmlns:a="http://schemas.openxmlformats.org/drawingml/2006/main">
              <a:ext uri="{FF2B5EF4-FFF2-40B4-BE49-F238E27FC236}">
                <a16:creationId xmlns:a16="http://schemas.microsoft.com/office/drawing/2014/main" id="{34991AD2-EBFD-4358-9611-2BE7F693C7FF}"/>
              </a:ext>
            </a:extLst>
          </p:cNvPr>
          <p:cNvSpPr>
            <a:spLocks xmlns:a="http://schemas.openxmlformats.org/drawingml/2006/main" noGrp="1"/>
          </p:cNvSpPr>
          <p:nvPr>
            <p:ph type="body" idx="31" hasCustomPrompt="1"/>
          </p:nvPr>
        </p:nvSpPr>
        <p:spPr>
          <a:xfrm xmlns:a="http://schemas.openxmlformats.org/drawingml/2006/main">
            <a:off x="6636190" y="3078882"/>
            <a:ext cx="5039873" cy="281103"/>
          </a:xfrm>
        </p:spPr>
        <p:txBody>
          <a:bodyPr xmlns:a="http://schemas.openxmlformats.org/drawingml/2006/main" wrap="square">
            <a:noAutofit/>
          </a:bodyPr>
          <a:lstStyle xmlns:a="http://schemas.openxmlformats.org/drawingml/2006/main">
            <a:lvl1pPr>
              <a:buNone/>
              <a:defRPr sz="1800"/>
            </a:lvl1pPr>
          </a:lstStyle>
          <a:p xmlns:a="http://schemas.openxmlformats.org/drawingml/2006/main">
            <a:pPr lvl="0">
              <a:buNone/>
            </a:pPr>
            <a:r>
              <a:t>Agendapunkt / Kapitelthema</a:t>
            </a:r>
            <a:endParaRPr/>
          </a:p>
        </p:txBody>
      </p:sp>
      <p:sp>
        <p:nvSpPr>
          <p:cNvPr id="33" name="Textplatzhalter 6">
            <a:extLst xmlns:a="http://schemas.openxmlformats.org/drawingml/2006/main">
              <a:ext uri="{FF2B5EF4-FFF2-40B4-BE49-F238E27FC236}">
                <a16:creationId xmlns:a16="http://schemas.microsoft.com/office/drawing/2014/main" id="{E6132B6E-46AD-4F19-ACEF-FC5E2EBEEE72}"/>
              </a:ext>
            </a:extLst>
          </p:cNvPr>
          <p:cNvSpPr>
            <a:spLocks xmlns:a="http://schemas.openxmlformats.org/drawingml/2006/main" noGrp="1"/>
          </p:cNvSpPr>
          <p:nvPr>
            <p:ph type="body" idx="32" hasCustomPrompt="1"/>
          </p:nvPr>
        </p:nvSpPr>
        <p:spPr>
          <a:xfrm xmlns:a="http://schemas.openxmlformats.org/drawingml/2006/main">
            <a:off x="6206332" y="3078882"/>
            <a:ext cx="320601" cy="281103"/>
          </a:xfrm>
        </p:spPr>
        <p:txBody>
          <a:bodyPr xmlns:a="http://schemas.openxmlformats.org/drawingml/2006/main" wrap="none" rIns="0">
            <a:noAutofit/>
          </a:bodyPr>
          <a:lstStyle xmlns:a="http://schemas.openxmlformats.org/drawingml/2006/main">
            <a:lvl1pPr>
              <a:buNone/>
              <a:defRPr sz="1800" b="1">
                <a:solidFill>
                  <a:srgbClr val="8C9FB1"/>
                </a:solidFill>
              </a:defRPr>
            </a:lvl1pPr>
          </a:lstStyle>
          <a:p xmlns:a="http://schemas.openxmlformats.org/drawingml/2006/main">
            <a:pPr lvl="0">
              <a:buNone/>
            </a:pPr>
            <a:r>
              <a:t>09 </a:t>
            </a:r>
          </a:p>
        </p:txBody>
      </p:sp>
      <p:sp>
        <p:nvSpPr>
          <p:cNvPr id="34" name="Textplatzhalter 6">
            <a:extLst xmlns:a="http://schemas.openxmlformats.org/drawingml/2006/main">
              <a:ext uri="{FF2B5EF4-FFF2-40B4-BE49-F238E27FC236}">
                <a16:creationId xmlns:a16="http://schemas.microsoft.com/office/drawing/2014/main" id="{5B29B58B-9C14-4145-95A8-C62AC51F1A6E}"/>
              </a:ext>
            </a:extLst>
          </p:cNvPr>
          <p:cNvSpPr>
            <a:spLocks xmlns:a="http://schemas.openxmlformats.org/drawingml/2006/main" noGrp="1"/>
          </p:cNvSpPr>
          <p:nvPr>
            <p:ph type="body" idx="33" hasCustomPrompt="1"/>
          </p:nvPr>
        </p:nvSpPr>
        <p:spPr>
          <a:xfrm xmlns:a="http://schemas.openxmlformats.org/drawingml/2006/main">
            <a:off x="6636190" y="3802231"/>
            <a:ext cx="5039873" cy="281103"/>
          </a:xfrm>
        </p:spPr>
        <p:txBody>
          <a:bodyPr xmlns:a="http://schemas.openxmlformats.org/drawingml/2006/main" wrap="square">
            <a:noAutofit/>
          </a:bodyPr>
          <a:lstStyle xmlns:a="http://schemas.openxmlformats.org/drawingml/2006/main">
            <a:lvl1pPr>
              <a:buNone/>
              <a:defRPr sz="1800"/>
            </a:lvl1pPr>
          </a:lstStyle>
          <a:p xmlns:a="http://schemas.openxmlformats.org/drawingml/2006/main">
            <a:pPr lvl="0">
              <a:buNone/>
            </a:pPr>
            <a:r>
              <a:t>Agendapunkt / Kapitelthema</a:t>
            </a:r>
            <a:endParaRPr/>
          </a:p>
        </p:txBody>
      </p:sp>
      <p:sp>
        <p:nvSpPr>
          <p:cNvPr id="35" name="Textplatzhalter 6">
            <a:extLst xmlns:a="http://schemas.openxmlformats.org/drawingml/2006/main">
              <a:ext uri="{FF2B5EF4-FFF2-40B4-BE49-F238E27FC236}">
                <a16:creationId xmlns:a16="http://schemas.microsoft.com/office/drawing/2014/main" id="{5E6DB4F9-1F61-4B1E-8694-CF32F6ABEB8F}"/>
              </a:ext>
            </a:extLst>
          </p:cNvPr>
          <p:cNvSpPr>
            <a:spLocks xmlns:a="http://schemas.openxmlformats.org/drawingml/2006/main" noGrp="1"/>
          </p:cNvSpPr>
          <p:nvPr>
            <p:ph type="body" idx="34" hasCustomPrompt="1"/>
          </p:nvPr>
        </p:nvSpPr>
        <p:spPr>
          <a:xfrm xmlns:a="http://schemas.openxmlformats.org/drawingml/2006/main">
            <a:off x="6206332" y="3802231"/>
            <a:ext cx="320601" cy="281103"/>
          </a:xfrm>
        </p:spPr>
        <p:txBody>
          <a:bodyPr xmlns:a="http://schemas.openxmlformats.org/drawingml/2006/main" wrap="none" rIns="0">
            <a:noAutofit/>
          </a:bodyPr>
          <a:lstStyle xmlns:a="http://schemas.openxmlformats.org/drawingml/2006/main">
            <a:lvl1pPr>
              <a:buNone/>
              <a:defRPr sz="1800" b="1">
                <a:solidFill>
                  <a:srgbClr val="8C9FB1"/>
                </a:solidFill>
              </a:defRPr>
            </a:lvl1pPr>
          </a:lstStyle>
          <a:p xmlns:a="http://schemas.openxmlformats.org/drawingml/2006/main">
            <a:pPr lvl="0">
              <a:buNone/>
            </a:pPr>
            <a:r>
              <a:t>10 </a:t>
            </a:r>
          </a:p>
        </p:txBody>
      </p:sp>
      <p:sp>
        <p:nvSpPr>
          <p:cNvPr id="36" name="Textplatzhalter 6">
            <a:extLst xmlns:a="http://schemas.openxmlformats.org/drawingml/2006/main">
              <a:ext uri="{FF2B5EF4-FFF2-40B4-BE49-F238E27FC236}">
                <a16:creationId xmlns:a16="http://schemas.microsoft.com/office/drawing/2014/main" id="{F139CCA6-FA40-4FAD-991E-8F0D932F40B0}"/>
              </a:ext>
            </a:extLst>
          </p:cNvPr>
          <p:cNvSpPr>
            <a:spLocks xmlns:a="http://schemas.openxmlformats.org/drawingml/2006/main" noGrp="1"/>
          </p:cNvSpPr>
          <p:nvPr>
            <p:ph type="body" idx="35" hasCustomPrompt="1"/>
          </p:nvPr>
        </p:nvSpPr>
        <p:spPr>
          <a:xfrm xmlns:a="http://schemas.openxmlformats.org/drawingml/2006/main">
            <a:off x="6636190" y="5248930"/>
            <a:ext cx="5039873" cy="281103"/>
          </a:xfrm>
        </p:spPr>
        <p:txBody>
          <a:bodyPr xmlns:a="http://schemas.openxmlformats.org/drawingml/2006/main" wrap="square">
            <a:noAutofit/>
          </a:bodyPr>
          <a:lstStyle xmlns:a="http://schemas.openxmlformats.org/drawingml/2006/main">
            <a:lvl1pPr>
              <a:buNone/>
              <a:defRPr sz="1800"/>
            </a:lvl1pPr>
          </a:lstStyle>
          <a:p xmlns:a="http://schemas.openxmlformats.org/drawingml/2006/main">
            <a:pPr lvl="0">
              <a:buNone/>
            </a:pPr>
            <a:r>
              <a:t>Agendapunkt / Kapitelthema</a:t>
            </a:r>
            <a:endParaRPr/>
          </a:p>
        </p:txBody>
      </p:sp>
      <p:sp>
        <p:nvSpPr>
          <p:cNvPr id="37" name="Textplatzhalter 6">
            <a:extLst xmlns:a="http://schemas.openxmlformats.org/drawingml/2006/main">
              <a:ext uri="{FF2B5EF4-FFF2-40B4-BE49-F238E27FC236}">
                <a16:creationId xmlns:a16="http://schemas.microsoft.com/office/drawing/2014/main" id="{4ABC58A4-2FF6-4DD6-B7CE-07D57A9854B7}"/>
              </a:ext>
            </a:extLst>
          </p:cNvPr>
          <p:cNvSpPr>
            <a:spLocks xmlns:a="http://schemas.openxmlformats.org/drawingml/2006/main" noGrp="1"/>
          </p:cNvSpPr>
          <p:nvPr>
            <p:ph type="body" idx="36" hasCustomPrompt="1"/>
          </p:nvPr>
        </p:nvSpPr>
        <p:spPr>
          <a:xfrm xmlns:a="http://schemas.openxmlformats.org/drawingml/2006/main">
            <a:off x="6206332" y="5248930"/>
            <a:ext cx="320601" cy="281103"/>
          </a:xfrm>
        </p:spPr>
        <p:txBody>
          <a:bodyPr xmlns:a="http://schemas.openxmlformats.org/drawingml/2006/main" wrap="none" rIns="0">
            <a:noAutofit/>
          </a:bodyPr>
          <a:lstStyle xmlns:a="http://schemas.openxmlformats.org/drawingml/2006/main">
            <a:lvl1pPr>
              <a:buNone/>
              <a:defRPr sz="1800" b="1">
                <a:solidFill>
                  <a:srgbClr val="8C9FB1"/>
                </a:solidFill>
              </a:defRPr>
            </a:lvl1pPr>
          </a:lstStyle>
          <a:p xmlns:a="http://schemas.openxmlformats.org/drawingml/2006/main">
            <a:pPr lvl="0">
              <a:buNone/>
            </a:pPr>
            <a:r>
              <a:t>12 </a:t>
            </a:r>
          </a:p>
        </p:txBody>
      </p:sp>
      <p:sp>
        <p:nvSpPr>
          <p:cNvPr id="6" name="Titel 5">
            <a:extLst xmlns:a="http://schemas.openxmlformats.org/drawingml/2006/main">
              <a:ext uri="{FF2B5EF4-FFF2-40B4-BE49-F238E27FC236}">
                <a16:creationId xmlns:a16="http://schemas.microsoft.com/office/drawing/2014/main" id="{B83D1D4D-3108-48AF-9002-E2787CA11C49}"/>
              </a:ext>
            </a:extLst>
          </p:cNvPr>
          <p:cNvSpPr>
            <a:spLocks xmlns:a="http://schemas.openxmlformats.org/drawingml/2006/main" noGrp="1"/>
          </p:cNvSpPr>
          <p:nvPr>
            <p:ph type="title" idx="0"/>
          </p:nvPr>
        </p:nvSpPr>
        <p:spPr>
          <a:xfrm xmlns:a="http://schemas.openxmlformats.org/drawingml/2006/main">
            <a:off x="518318" y="301185"/>
            <a:ext cx="6844385" cy="332399"/>
          </a:xfrm>
        </p:spPr>
        <p:txBody>
          <a:bodyPr xmlns:a="http://schemas.openxmlformats.org/drawingml/2006/main"/>
          <a:lstStyle xmlns:a="http://schemas.openxmlformats.org/drawingml/2006/main">
            <a:lvl1pPr>
              <a:buNone/>
              <a:defRPr>
                <a:solidFill>
                  <a:srgbClr val="041E42"/>
                </a:solidFill>
              </a:defRPr>
            </a:lvl1pPr>
          </a:lstStyle>
          <a:p xmlns:a="http://schemas.openxmlformats.org/drawingml/2006/main">
            <a:r>
              <a:t>Mastertitelformat bearbeiten</a:t>
            </a:r>
          </a:p>
        </p:txBody>
      </p:sp>
      <p:sp>
        <p:nvSpPr>
          <p:cNvPr id="38" name="Textplatzhalter 9">
            <a:extLst xmlns:a="http://schemas.openxmlformats.org/drawingml/2006/main">
              <a:ext uri="{FF2B5EF4-FFF2-40B4-BE49-F238E27FC236}">
                <a16:creationId xmlns:a16="http://schemas.microsoft.com/office/drawing/2014/main" id="{37A4DE60-6537-42AA-B80E-663634EF66B9}"/>
              </a:ext>
            </a:extLst>
          </p:cNvPr>
          <p:cNvSpPr>
            <a:spLocks xmlns:a="http://schemas.openxmlformats.org/drawingml/2006/main" noGrp="1"/>
          </p:cNvSpPr>
          <p:nvPr>
            <p:ph type="body" idx="37"/>
          </p:nvPr>
        </p:nvSpPr>
        <p:spPr>
          <a:xfrm xmlns:a="http://schemas.openxmlformats.org/drawingml/2006/main">
            <a:off x="518317" y="687598"/>
            <a:ext cx="6844385" cy="249812"/>
          </a:xfrm>
        </p:spPr>
        <p:txBody>
          <a:bodyPr xmlns:a="http://schemas.openxmlformats.org/drawingml/2006/main" wrap="square">
            <a:spAutoFit/>
          </a:bodyPr>
          <a:lstStyle xmlns:a="http://schemas.openxmlformats.org/drawingml/2006/main">
            <a:lvl1pPr>
              <a:buNone/>
              <a:defRPr sz="1600">
                <a:solidFill>
                  <a:srgbClr val="041E42"/>
                </a:solidFill>
              </a:defRPr>
            </a:lvl1pPr>
          </a:lstStyle>
          <a:p xmlns:a="http://schemas.openxmlformats.org/drawingml/2006/main">
            <a:pPr lvl="0">
              <a:buNone/>
            </a:pPr>
            <a:r>
              <a:t>Mastertextformat bearbeiten</a:t>
            </a:r>
          </a:p>
        </p:txBody>
      </p:sp>
      <p:sp>
        <p:nvSpPr>
          <p:cNvPr id="39" name="Textplatzhalter 6">
            <a:extLst xmlns:a="http://schemas.openxmlformats.org/drawingml/2006/main">
              <a:ext uri="{FF2B5EF4-FFF2-40B4-BE49-F238E27FC236}">
                <a16:creationId xmlns:a16="http://schemas.microsoft.com/office/drawing/2014/main" id="{D6F3326C-A71E-4096-84A9-CBF2623C8CD8}"/>
              </a:ext>
            </a:extLst>
          </p:cNvPr>
          <p:cNvSpPr>
            <a:spLocks xmlns:a="http://schemas.openxmlformats.org/drawingml/2006/main" noGrp="1"/>
          </p:cNvSpPr>
          <p:nvPr>
            <p:ph type="body" idx="13" hasCustomPrompt="1"/>
          </p:nvPr>
        </p:nvSpPr>
        <p:spPr>
          <a:xfrm xmlns:a="http://schemas.openxmlformats.org/drawingml/2006/main">
            <a:off x="948060" y="1631156"/>
            <a:ext cx="5039989" cy="281103"/>
          </a:xfrm>
        </p:spPr>
        <p:txBody>
          <a:bodyPr xmlns:a="http://schemas.openxmlformats.org/drawingml/2006/main" wrap="square">
            <a:noAutofit/>
          </a:bodyPr>
          <a:lstStyle xmlns:a="http://schemas.openxmlformats.org/drawingml/2006/main">
            <a:lvl1pPr>
              <a:buNone/>
              <a:defRPr sz="1800"/>
            </a:lvl1pPr>
          </a:lstStyle>
          <a:p xmlns:a="http://schemas.openxmlformats.org/drawingml/2006/main">
            <a:pPr lvl="0">
              <a:buNone/>
            </a:pPr>
            <a:r>
              <a:t>Agendapunkt / Kapitelthema</a:t>
            </a:r>
          </a:p>
        </p:txBody>
      </p:sp>
      <p:sp>
        <p:nvSpPr>
          <p:cNvPr id="40" name="Textplatzhalter 6">
            <a:extLst xmlns:a="http://schemas.openxmlformats.org/drawingml/2006/main">
              <a:ext uri="{FF2B5EF4-FFF2-40B4-BE49-F238E27FC236}">
                <a16:creationId xmlns:a16="http://schemas.microsoft.com/office/drawing/2014/main" id="{E6C7796D-6ED1-4B91-AD58-8FB5EA6F6F85}"/>
              </a:ext>
            </a:extLst>
          </p:cNvPr>
          <p:cNvSpPr>
            <a:spLocks xmlns:a="http://schemas.openxmlformats.org/drawingml/2006/main" noGrp="1"/>
          </p:cNvSpPr>
          <p:nvPr>
            <p:ph type="body" idx="14" hasCustomPrompt="1"/>
          </p:nvPr>
        </p:nvSpPr>
        <p:spPr>
          <a:xfrm xmlns:a="http://schemas.openxmlformats.org/drawingml/2006/main">
            <a:off x="518318" y="1631156"/>
            <a:ext cx="320601" cy="281103"/>
          </a:xfrm>
        </p:spPr>
        <p:txBody>
          <a:bodyPr xmlns:a="http://schemas.openxmlformats.org/drawingml/2006/main" wrap="none" rIns="0">
            <a:noAutofit/>
          </a:bodyPr>
          <a:lstStyle xmlns:a="http://schemas.openxmlformats.org/drawingml/2006/main">
            <a:lvl1pPr>
              <a:buNone/>
              <a:defRPr sz="1800" b="1">
                <a:solidFill>
                  <a:srgbClr val="8C9FB1"/>
                </a:solidFill>
              </a:defRPr>
            </a:lvl1pPr>
          </a:lstStyle>
          <a:p xmlns:a="http://schemas.openxmlformats.org/drawingml/2006/main">
            <a:pPr lvl="0">
              <a:buNone/>
            </a:pPr>
            <a:r>
              <a:t>01 </a:t>
            </a:r>
          </a:p>
        </p:txBody>
      </p:sp>
      <p:sp>
        <p:nvSpPr>
          <p:cNvPr id="41" name="Bildplatzhalter 6">
            <a:extLst xmlns:a="http://schemas.openxmlformats.org/drawingml/2006/main">
              <a:ext uri="{FF2B5EF4-FFF2-40B4-BE49-F238E27FC236}">
                <a16:creationId xmlns:a16="http://schemas.microsoft.com/office/drawing/2014/main" id="{86D31599-AF4C-4469-80F6-AA369A20BF0B}"/>
              </a:ext>
            </a:extLst>
          </p:cNvPr>
          <p:cNvSpPr>
            <a:spLocks xmlns:a="http://schemas.openxmlformats.org/drawingml/2006/main" noGrp="1"/>
          </p:cNvSpPr>
          <p:nvPr>
            <p:ph type="pic" idx="39" hasCustomPrompt="1"/>
          </p:nvPr>
        </p:nvSpPr>
        <p:spPr>
          <a:xfrm xmlns:a="http://schemas.openxmlformats.org/drawingml/2006/main">
            <a:off x="7900146" y="301185"/>
            <a:ext cx="1080000" cy="386413"/>
          </a:xfrm>
        </p:spPr>
        <p:txBody>
          <a:bodyPr xmlns:a="http://schemas.openxmlformats.org/drawingml/2006/main" rIns="0" anchor="ctr">
            <a:normAutofit/>
          </a:bodyPr>
          <a:lstStyle xmlns:a="http://schemas.openxmlformats.org/drawingml/2006/main">
            <a:lvl1pPr algn="ctr">
              <a:buNone/>
              <a:defRPr sz="800">
                <a:solidFill>
                  <a:schemeClr val="accent6"/>
                </a:solidFill>
              </a:defRPr>
            </a:lvl1pPr>
          </a:lstStyle>
          <a:p xmlns:a="http://schemas.openxmlformats.org/drawingml/2006/main">
            <a:r>
              <a:t>Optional Logo einfügen</a:t>
            </a:r>
          </a:p>
        </p:txBody>
      </p:sp>
      <p:pic>
        <p:nvPicPr>
          <p:cNvPr id="42" name="Grafik 41">
            <a:extLst xmlns:a="http://schemas.openxmlformats.org/drawingml/2006/main">
              <a:ext uri="{FF2B5EF4-FFF2-40B4-BE49-F238E27FC236}">
                <a16:creationId xmlns:a16="http://schemas.microsoft.com/office/drawing/2014/main" id="{9A3112F9-B48F-405C-A283-7ABDF3CC3BD0}"/>
              </a:ext>
            </a:extLst>
          </p:cNvPr>
          <p:cNvPicPr>
            <a:picLocks xmlns:a="http://schemas.openxmlformats.org/drawingml/2006/main" noChangeAspect="1"/>
          </p:cNvPicPr>
          <p:nvPr/>
        </p:nvPicPr>
        <p:blipFill>
          <a:blip xmlns:r="http://schemas.openxmlformats.org/officeDocument/2006/relationships" xmlns:a="http://schemas.openxmlformats.org/drawingml/2006/main" r:embed="R6f40bac3741e4e8e"/>
          <a:stretch xmlns:a="http://schemas.openxmlformats.org/drawingml/2006/main">
            <a:fillRect l="0" t="0" r="0" b="0"/>
          </a:stretch>
        </p:blipFill>
        <p:spPr>
          <a:xfrm xmlns:a="http://schemas.openxmlformats.org/drawingml/2006/main">
            <a:off x="9341829" y="301184"/>
            <a:ext cx="1102192" cy="386413"/>
          </a:xfrm>
          <a:prstGeom xmlns:a="http://schemas.openxmlformats.org/drawingml/2006/main" prst="rect">
            <a:avLst/>
          </a:prstGeom>
        </p:spPr>
      </p:pic>
    </p:spTree>
  </p:cSld>
</p:sldLayout>
</file>

<file path=ppt/slideLayouts/slideLayout3.xml><?xml version="1.0" encoding="utf-8"?>
<p:sldLayout xmlns:p="http://schemas.openxmlformats.org/presentationml/2006/main" preserve="1" userDrawn="1">
  <p:cSld name="Agenda | mit Bild">
    <p:spTree>
      <p:nvGrpSpPr>
        <p:cNvPr id="1" name=""/>
        <p:cNvGrpSpPr/>
        <p:nvPr/>
      </p:nvGrpSpPr>
      <p:grpSpPr>
        <a:xfrm xmlns:a="http://schemas.openxmlformats.org/drawingml/2006/main"/>
      </p:grpSpPr>
      <p:sp>
        <p:nvSpPr>
          <p:cNvPr id="3" name="Datumsplatzhalter 2">
            <a:extLst xmlns:a="http://schemas.openxmlformats.org/drawingml/2006/main">
              <a:ext uri="{FF2B5EF4-FFF2-40B4-BE49-F238E27FC236}">
                <a16:creationId xmlns:a16="http://schemas.microsoft.com/office/drawing/2014/main" id="{75E0522E-4B59-4195-AD23-1DB4381AB66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48180691-36C4-442B-801E-F5F906A331D4}" type="datetime4">
              <a:t>26. November 2024</a:t>
            </a:fld>
            <a:endParaRPr/>
          </a:p>
        </p:txBody>
      </p:sp>
      <p:sp>
        <p:nvSpPr>
          <p:cNvPr id="4" name="Fußzeilenplatzhalter 3">
            <a:extLst xmlns:a="http://schemas.openxmlformats.org/drawingml/2006/main">
              <a:ext uri="{FF2B5EF4-FFF2-40B4-BE49-F238E27FC236}">
                <a16:creationId xmlns:a16="http://schemas.microsoft.com/office/drawing/2014/main" id="{E0F6FD0B-B0A5-4052-BAB6-95BD027E8CD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Technische Fakultät</a:t>
            </a:r>
            <a:endParaRPr/>
          </a:p>
        </p:txBody>
      </p:sp>
      <p:sp>
        <p:nvSpPr>
          <p:cNvPr id="5" name="Foliennummernplatzhalter 4">
            <a:extLst xmlns:a="http://schemas.openxmlformats.org/drawingml/2006/main">
              <a:ext uri="{FF2B5EF4-FFF2-40B4-BE49-F238E27FC236}">
                <a16:creationId xmlns:a16="http://schemas.microsoft.com/office/drawing/2014/main" id="{C0385CA6-0215-4C6D-9658-F37EA26CE83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949F9DF-37BD-4CD6-BF49-65BA579E1D7A}" type="slidenum">
              <a:t>‹#›</a:t>
            </a:fld>
            <a:endParaRPr/>
          </a:p>
        </p:txBody>
      </p:sp>
      <p:sp>
        <p:nvSpPr>
          <p:cNvPr id="39" name="Bildplatzhalter 8">
            <a:extLst xmlns:a="http://schemas.openxmlformats.org/drawingml/2006/main">
              <a:ext uri="{FF2B5EF4-FFF2-40B4-BE49-F238E27FC236}">
                <a16:creationId xmlns:a16="http://schemas.microsoft.com/office/drawing/2014/main" id="{C307E1A8-BB91-4A01-9481-49FD8B5663F9}"/>
              </a:ext>
            </a:extLst>
          </p:cNvPr>
          <p:cNvSpPr>
            <a:spLocks xmlns:a="http://schemas.openxmlformats.org/drawingml/2006/main" noGrp="1"/>
          </p:cNvSpPr>
          <p:nvPr>
            <p:ph type="pic" idx="25" hasCustomPrompt="1"/>
          </p:nvPr>
        </p:nvSpPr>
        <p:spPr>
          <a:xfrm xmlns:a="http://schemas.openxmlformats.org/drawingml/2006/main">
            <a:off x="6206329" y="1631156"/>
            <a:ext cx="5469732" cy="3951164"/>
          </a:xfrm>
          <a:prstGeom xmlns:a="http://schemas.openxmlformats.org/drawingml/2006/main" prst="rect">
            <a:avLst/>
          </a:prstGeom>
          <a:solidFill xmlns:a="http://schemas.openxmlformats.org/drawingml/2006/main">
            <a:schemeClr val="bg1">
              <a:lumMod val="95000"/>
            </a:schemeClr>
          </a:solidFill>
        </p:spPr>
        <p:txBody>
          <a:bodyPr xmlns:a="http://schemas.openxmlformats.org/drawingml/2006/main"/>
          <a:lstStyle xmlns:a="http://schemas.openxmlformats.org/drawingml/2006/main"/>
          <a:p xmlns:a="http://schemas.openxmlformats.org/drawingml/2006/main">
            <a:r>
              <a:t> </a:t>
            </a:r>
          </a:p>
        </p:txBody>
      </p:sp>
      <p:sp>
        <p:nvSpPr>
          <p:cNvPr id="40" name="Textplatzhalter 10">
            <a:extLst xmlns:a="http://schemas.openxmlformats.org/drawingml/2006/main">
              <a:ext uri="{FF2B5EF4-FFF2-40B4-BE49-F238E27FC236}">
                <a16:creationId xmlns:a16="http://schemas.microsoft.com/office/drawing/2014/main" id="{7ADEC47A-086D-40D0-ACA4-691359338125}"/>
              </a:ext>
            </a:extLst>
          </p:cNvPr>
          <p:cNvSpPr>
            <a:spLocks xmlns:a="http://schemas.openxmlformats.org/drawingml/2006/main" noGrp="1"/>
          </p:cNvSpPr>
          <p:nvPr>
            <p:ph type="body" idx="26"/>
          </p:nvPr>
        </p:nvSpPr>
        <p:spPr>
          <a:xfrm xmlns:a="http://schemas.openxmlformats.org/drawingml/2006/main">
            <a:off x="6206329" y="5690271"/>
            <a:ext cx="5469732" cy="511084"/>
          </a:xfrm>
        </p:spPr>
        <p:txBody>
          <a:bodyPr xmlns:a="http://schemas.openxmlformats.org/drawingml/2006/main" wrap="square">
            <a:noAutofit/>
          </a:bodyPr>
          <a:lstStyle xmlns:a="http://schemas.openxmlformats.org/drawingml/2006/main">
            <a:lvl1pPr>
              <a:lnSpc>
                <a:spcPct val="110000"/>
              </a:lnSpc>
              <a:spcAft>
                <a:spcPts val="0"/>
              </a:spcAft>
              <a:buNone/>
              <a:defRPr sz="1400"/>
            </a:lvl1pPr>
          </a:lstStyle>
          <a:p xmlns:a="http://schemas.openxmlformats.org/drawingml/2006/main">
            <a:pPr lvl="0">
              <a:buNone/>
            </a:pPr>
            <a:r>
              <a:t>Mastertextformat bearbeiten</a:t>
            </a:r>
          </a:p>
        </p:txBody>
      </p:sp>
      <p:sp>
        <p:nvSpPr>
          <p:cNvPr id="23" name="Textplatzhalter 6">
            <a:extLst xmlns:a="http://schemas.openxmlformats.org/drawingml/2006/main">
              <a:ext uri="{FF2B5EF4-FFF2-40B4-BE49-F238E27FC236}">
                <a16:creationId xmlns:a16="http://schemas.microsoft.com/office/drawing/2014/main" id="{814385D7-3CBE-40E3-B67F-C8C515F3C0EF}"/>
              </a:ext>
            </a:extLst>
          </p:cNvPr>
          <p:cNvSpPr>
            <a:spLocks xmlns:a="http://schemas.openxmlformats.org/drawingml/2006/main" noGrp="1"/>
          </p:cNvSpPr>
          <p:nvPr>
            <p:ph type="body" idx="15" hasCustomPrompt="1"/>
          </p:nvPr>
        </p:nvSpPr>
        <p:spPr>
          <a:xfrm xmlns:a="http://schemas.openxmlformats.org/drawingml/2006/main">
            <a:off x="948060" y="2354711"/>
            <a:ext cx="5039989" cy="281103"/>
          </a:xfrm>
        </p:spPr>
        <p:txBody>
          <a:bodyPr xmlns:a="http://schemas.openxmlformats.org/drawingml/2006/main" wrap="square">
            <a:noAutofit/>
          </a:bodyPr>
          <a:lstStyle xmlns:a="http://schemas.openxmlformats.org/drawingml/2006/main">
            <a:lvl1pPr>
              <a:buNone/>
              <a:defRPr sz="1800"/>
            </a:lvl1pPr>
          </a:lstStyle>
          <a:p xmlns:a="http://schemas.openxmlformats.org/drawingml/2006/main">
            <a:pPr lvl="0">
              <a:buNone/>
            </a:pPr>
            <a:r>
              <a:t>Agendapunkt / Kapitelthema</a:t>
            </a:r>
          </a:p>
        </p:txBody>
      </p:sp>
      <p:sp>
        <p:nvSpPr>
          <p:cNvPr id="26" name="Textplatzhalter 6">
            <a:extLst xmlns:a="http://schemas.openxmlformats.org/drawingml/2006/main">
              <a:ext uri="{FF2B5EF4-FFF2-40B4-BE49-F238E27FC236}">
                <a16:creationId xmlns:a16="http://schemas.microsoft.com/office/drawing/2014/main" id="{BF0108A6-83E5-4EB1-9FFE-599D1B8CC324}"/>
              </a:ext>
            </a:extLst>
          </p:cNvPr>
          <p:cNvSpPr>
            <a:spLocks xmlns:a="http://schemas.openxmlformats.org/drawingml/2006/main" noGrp="1"/>
          </p:cNvSpPr>
          <p:nvPr>
            <p:ph type="body" idx="16" hasCustomPrompt="1"/>
          </p:nvPr>
        </p:nvSpPr>
        <p:spPr>
          <a:xfrm xmlns:a="http://schemas.openxmlformats.org/drawingml/2006/main">
            <a:off x="518318" y="2354711"/>
            <a:ext cx="320601" cy="281103"/>
          </a:xfrm>
        </p:spPr>
        <p:txBody>
          <a:bodyPr xmlns:a="http://schemas.openxmlformats.org/drawingml/2006/main" wrap="none" rIns="0">
            <a:noAutofit/>
          </a:bodyPr>
          <a:lstStyle xmlns:a="http://schemas.openxmlformats.org/drawingml/2006/main">
            <a:lvl1pPr>
              <a:buNone/>
              <a:defRPr sz="1800" b="1">
                <a:solidFill>
                  <a:srgbClr val="8C9FB1"/>
                </a:solidFill>
              </a:defRPr>
            </a:lvl1pPr>
          </a:lstStyle>
          <a:p xmlns:a="http://schemas.openxmlformats.org/drawingml/2006/main">
            <a:pPr lvl="0">
              <a:buNone/>
            </a:pPr>
            <a:r>
              <a:t>02 </a:t>
            </a:r>
          </a:p>
        </p:txBody>
      </p:sp>
      <p:sp>
        <p:nvSpPr>
          <p:cNvPr id="27" name="Textplatzhalter 6">
            <a:extLst xmlns:a="http://schemas.openxmlformats.org/drawingml/2006/main">
              <a:ext uri="{FF2B5EF4-FFF2-40B4-BE49-F238E27FC236}">
                <a16:creationId xmlns:a16="http://schemas.microsoft.com/office/drawing/2014/main" id="{267C2477-3228-475F-AFD7-A441A08AAE52}"/>
              </a:ext>
            </a:extLst>
          </p:cNvPr>
          <p:cNvSpPr>
            <a:spLocks xmlns:a="http://schemas.openxmlformats.org/drawingml/2006/main" noGrp="1"/>
          </p:cNvSpPr>
          <p:nvPr>
            <p:ph type="body" idx="17" hasCustomPrompt="1"/>
          </p:nvPr>
        </p:nvSpPr>
        <p:spPr>
          <a:xfrm xmlns:a="http://schemas.openxmlformats.org/drawingml/2006/main">
            <a:off x="948060" y="4525376"/>
            <a:ext cx="5039989" cy="281103"/>
          </a:xfrm>
        </p:spPr>
        <p:txBody>
          <a:bodyPr xmlns:a="http://schemas.openxmlformats.org/drawingml/2006/main" wrap="square">
            <a:noAutofit/>
          </a:bodyPr>
          <a:lstStyle xmlns:a="http://schemas.openxmlformats.org/drawingml/2006/main">
            <a:lvl1pPr>
              <a:buNone/>
              <a:defRPr sz="1800"/>
            </a:lvl1pPr>
          </a:lstStyle>
          <a:p xmlns:a="http://schemas.openxmlformats.org/drawingml/2006/main">
            <a:pPr lvl="0">
              <a:buNone/>
            </a:pPr>
            <a:r>
              <a:t>Agendapunkt / Kapitelthema</a:t>
            </a:r>
          </a:p>
        </p:txBody>
      </p:sp>
      <p:sp>
        <p:nvSpPr>
          <p:cNvPr id="28" name="Textplatzhalter 6">
            <a:extLst xmlns:a="http://schemas.openxmlformats.org/drawingml/2006/main">
              <a:ext uri="{FF2B5EF4-FFF2-40B4-BE49-F238E27FC236}">
                <a16:creationId xmlns:a16="http://schemas.microsoft.com/office/drawing/2014/main" id="{372EDABB-0CB3-495E-B38E-EBB187C3F00C}"/>
              </a:ext>
            </a:extLst>
          </p:cNvPr>
          <p:cNvSpPr>
            <a:spLocks xmlns:a="http://schemas.openxmlformats.org/drawingml/2006/main" noGrp="1"/>
          </p:cNvSpPr>
          <p:nvPr>
            <p:ph type="body" idx="18" hasCustomPrompt="1"/>
          </p:nvPr>
        </p:nvSpPr>
        <p:spPr>
          <a:xfrm xmlns:a="http://schemas.openxmlformats.org/drawingml/2006/main">
            <a:off x="518318" y="4525376"/>
            <a:ext cx="320601" cy="281103"/>
          </a:xfrm>
        </p:spPr>
        <p:txBody>
          <a:bodyPr xmlns:a="http://schemas.openxmlformats.org/drawingml/2006/main" wrap="none" rIns="0">
            <a:noAutofit/>
          </a:bodyPr>
          <a:lstStyle xmlns:a="http://schemas.openxmlformats.org/drawingml/2006/main">
            <a:lvl1pPr>
              <a:buNone/>
              <a:defRPr sz="1800" b="1">
                <a:solidFill>
                  <a:srgbClr val="8C9FB1"/>
                </a:solidFill>
              </a:defRPr>
            </a:lvl1pPr>
          </a:lstStyle>
          <a:p xmlns:a="http://schemas.openxmlformats.org/drawingml/2006/main">
            <a:pPr lvl="0">
              <a:buNone/>
            </a:pPr>
            <a:r>
              <a:t>05 </a:t>
            </a:r>
          </a:p>
        </p:txBody>
      </p:sp>
      <p:sp>
        <p:nvSpPr>
          <p:cNvPr id="29" name="Textplatzhalter 6">
            <a:extLst xmlns:a="http://schemas.openxmlformats.org/drawingml/2006/main">
              <a:ext uri="{FF2B5EF4-FFF2-40B4-BE49-F238E27FC236}">
                <a16:creationId xmlns:a16="http://schemas.microsoft.com/office/drawing/2014/main" id="{F8DE391A-D3CD-46A0-9DA6-BE18B632C972}"/>
              </a:ext>
            </a:extLst>
          </p:cNvPr>
          <p:cNvSpPr>
            <a:spLocks xmlns:a="http://schemas.openxmlformats.org/drawingml/2006/main" noGrp="1"/>
          </p:cNvSpPr>
          <p:nvPr>
            <p:ph type="body" idx="19" hasCustomPrompt="1"/>
          </p:nvPr>
        </p:nvSpPr>
        <p:spPr>
          <a:xfrm xmlns:a="http://schemas.openxmlformats.org/drawingml/2006/main">
            <a:off x="948060" y="3078266"/>
            <a:ext cx="5039989" cy="281103"/>
          </a:xfrm>
        </p:spPr>
        <p:txBody>
          <a:bodyPr xmlns:a="http://schemas.openxmlformats.org/drawingml/2006/main" wrap="square">
            <a:noAutofit/>
          </a:bodyPr>
          <a:lstStyle xmlns:a="http://schemas.openxmlformats.org/drawingml/2006/main">
            <a:lvl1pPr>
              <a:buNone/>
              <a:defRPr sz="1800"/>
            </a:lvl1pPr>
          </a:lstStyle>
          <a:p xmlns:a="http://schemas.openxmlformats.org/drawingml/2006/main">
            <a:pPr lvl="0">
              <a:buNone/>
            </a:pPr>
            <a:r>
              <a:t>Agendapunkt / Kapitelthema</a:t>
            </a:r>
          </a:p>
        </p:txBody>
      </p:sp>
      <p:sp>
        <p:nvSpPr>
          <p:cNvPr id="30" name="Textplatzhalter 6">
            <a:extLst xmlns:a="http://schemas.openxmlformats.org/drawingml/2006/main">
              <a:ext uri="{FF2B5EF4-FFF2-40B4-BE49-F238E27FC236}">
                <a16:creationId xmlns:a16="http://schemas.microsoft.com/office/drawing/2014/main" id="{6D22FFA5-3E37-4F35-A696-49186B6B1118}"/>
              </a:ext>
            </a:extLst>
          </p:cNvPr>
          <p:cNvSpPr>
            <a:spLocks xmlns:a="http://schemas.openxmlformats.org/drawingml/2006/main" noGrp="1"/>
          </p:cNvSpPr>
          <p:nvPr>
            <p:ph type="body" idx="20" hasCustomPrompt="1"/>
          </p:nvPr>
        </p:nvSpPr>
        <p:spPr>
          <a:xfrm xmlns:a="http://schemas.openxmlformats.org/drawingml/2006/main">
            <a:off x="518318" y="3078266"/>
            <a:ext cx="320601" cy="281103"/>
          </a:xfrm>
        </p:spPr>
        <p:txBody>
          <a:bodyPr xmlns:a="http://schemas.openxmlformats.org/drawingml/2006/main" wrap="none" rIns="0">
            <a:noAutofit/>
          </a:bodyPr>
          <a:lstStyle xmlns:a="http://schemas.openxmlformats.org/drawingml/2006/main">
            <a:lvl1pPr>
              <a:buNone/>
              <a:defRPr sz="1800" b="1">
                <a:solidFill>
                  <a:srgbClr val="8C9FB1"/>
                </a:solidFill>
              </a:defRPr>
            </a:lvl1pPr>
          </a:lstStyle>
          <a:p xmlns:a="http://schemas.openxmlformats.org/drawingml/2006/main">
            <a:pPr lvl="0">
              <a:buNone/>
            </a:pPr>
            <a:r>
              <a:t>03 </a:t>
            </a:r>
          </a:p>
        </p:txBody>
      </p:sp>
      <p:sp>
        <p:nvSpPr>
          <p:cNvPr id="31" name="Textplatzhalter 6">
            <a:extLst xmlns:a="http://schemas.openxmlformats.org/drawingml/2006/main">
              <a:ext uri="{FF2B5EF4-FFF2-40B4-BE49-F238E27FC236}">
                <a16:creationId xmlns:a16="http://schemas.microsoft.com/office/drawing/2014/main" id="{BFD50D54-7BD1-4F76-8C9C-C2D77E59243A}"/>
              </a:ext>
            </a:extLst>
          </p:cNvPr>
          <p:cNvSpPr>
            <a:spLocks xmlns:a="http://schemas.openxmlformats.org/drawingml/2006/main" noGrp="1"/>
          </p:cNvSpPr>
          <p:nvPr>
            <p:ph type="body" idx="21" hasCustomPrompt="1"/>
          </p:nvPr>
        </p:nvSpPr>
        <p:spPr>
          <a:xfrm xmlns:a="http://schemas.openxmlformats.org/drawingml/2006/main">
            <a:off x="948060" y="3801821"/>
            <a:ext cx="5039989" cy="281103"/>
          </a:xfrm>
        </p:spPr>
        <p:txBody>
          <a:bodyPr xmlns:a="http://schemas.openxmlformats.org/drawingml/2006/main" wrap="square">
            <a:noAutofit/>
          </a:bodyPr>
          <a:lstStyle xmlns:a="http://schemas.openxmlformats.org/drawingml/2006/main">
            <a:lvl1pPr>
              <a:buNone/>
              <a:defRPr sz="1800"/>
            </a:lvl1pPr>
          </a:lstStyle>
          <a:p xmlns:a="http://schemas.openxmlformats.org/drawingml/2006/main">
            <a:pPr lvl="0">
              <a:buNone/>
            </a:pPr>
            <a:r>
              <a:t>Agendapunkt / Kapitelthema</a:t>
            </a:r>
          </a:p>
        </p:txBody>
      </p:sp>
      <p:sp>
        <p:nvSpPr>
          <p:cNvPr id="32" name="Textplatzhalter 6">
            <a:extLst xmlns:a="http://schemas.openxmlformats.org/drawingml/2006/main">
              <a:ext uri="{FF2B5EF4-FFF2-40B4-BE49-F238E27FC236}">
                <a16:creationId xmlns:a16="http://schemas.microsoft.com/office/drawing/2014/main" id="{1CB17604-E112-4197-B54C-292891529DF6}"/>
              </a:ext>
            </a:extLst>
          </p:cNvPr>
          <p:cNvSpPr>
            <a:spLocks xmlns:a="http://schemas.openxmlformats.org/drawingml/2006/main" noGrp="1"/>
          </p:cNvSpPr>
          <p:nvPr>
            <p:ph type="body" idx="22" hasCustomPrompt="1"/>
          </p:nvPr>
        </p:nvSpPr>
        <p:spPr>
          <a:xfrm xmlns:a="http://schemas.openxmlformats.org/drawingml/2006/main">
            <a:off x="518318" y="3801821"/>
            <a:ext cx="320601" cy="281103"/>
          </a:xfrm>
        </p:spPr>
        <p:txBody>
          <a:bodyPr xmlns:a="http://schemas.openxmlformats.org/drawingml/2006/main" wrap="none" rIns="0">
            <a:noAutofit/>
          </a:bodyPr>
          <a:lstStyle xmlns:a="http://schemas.openxmlformats.org/drawingml/2006/main">
            <a:lvl1pPr>
              <a:buNone/>
              <a:defRPr sz="1800" b="1">
                <a:solidFill>
                  <a:srgbClr val="8C9FB1"/>
                </a:solidFill>
              </a:defRPr>
            </a:lvl1pPr>
          </a:lstStyle>
          <a:p xmlns:a="http://schemas.openxmlformats.org/drawingml/2006/main">
            <a:pPr lvl="0">
              <a:buNone/>
            </a:pPr>
            <a:r>
              <a:t>04 </a:t>
            </a:r>
          </a:p>
        </p:txBody>
      </p:sp>
      <p:sp>
        <p:nvSpPr>
          <p:cNvPr id="33" name="Textplatzhalter 6">
            <a:extLst xmlns:a="http://schemas.openxmlformats.org/drawingml/2006/main">
              <a:ext uri="{FF2B5EF4-FFF2-40B4-BE49-F238E27FC236}">
                <a16:creationId xmlns:a16="http://schemas.microsoft.com/office/drawing/2014/main" id="{D30B4D90-1B5E-403E-AD31-C32004032091}"/>
              </a:ext>
            </a:extLst>
          </p:cNvPr>
          <p:cNvSpPr>
            <a:spLocks xmlns:a="http://schemas.openxmlformats.org/drawingml/2006/main" noGrp="1"/>
          </p:cNvSpPr>
          <p:nvPr>
            <p:ph type="body" idx="23" hasCustomPrompt="1"/>
          </p:nvPr>
        </p:nvSpPr>
        <p:spPr>
          <a:xfrm xmlns:a="http://schemas.openxmlformats.org/drawingml/2006/main">
            <a:off x="948060" y="5248930"/>
            <a:ext cx="5039989" cy="281103"/>
          </a:xfrm>
        </p:spPr>
        <p:txBody>
          <a:bodyPr xmlns:a="http://schemas.openxmlformats.org/drawingml/2006/main" wrap="square">
            <a:noAutofit/>
          </a:bodyPr>
          <a:lstStyle xmlns:a="http://schemas.openxmlformats.org/drawingml/2006/main">
            <a:lvl1pPr>
              <a:buNone/>
              <a:defRPr sz="1800"/>
            </a:lvl1pPr>
          </a:lstStyle>
          <a:p xmlns:a="http://schemas.openxmlformats.org/drawingml/2006/main">
            <a:pPr lvl="0">
              <a:buNone/>
            </a:pPr>
            <a:r>
              <a:t>Agendapunkt / Kapitelthema</a:t>
            </a:r>
          </a:p>
        </p:txBody>
      </p:sp>
      <p:sp>
        <p:nvSpPr>
          <p:cNvPr id="34" name="Textplatzhalter 6">
            <a:extLst xmlns:a="http://schemas.openxmlformats.org/drawingml/2006/main">
              <a:ext uri="{FF2B5EF4-FFF2-40B4-BE49-F238E27FC236}">
                <a16:creationId xmlns:a16="http://schemas.microsoft.com/office/drawing/2014/main" id="{72B1944A-640B-4200-A785-CFA163F71818}"/>
              </a:ext>
            </a:extLst>
          </p:cNvPr>
          <p:cNvSpPr>
            <a:spLocks xmlns:a="http://schemas.openxmlformats.org/drawingml/2006/main" noGrp="1"/>
          </p:cNvSpPr>
          <p:nvPr>
            <p:ph type="body" idx="24" hasCustomPrompt="1"/>
          </p:nvPr>
        </p:nvSpPr>
        <p:spPr>
          <a:xfrm xmlns:a="http://schemas.openxmlformats.org/drawingml/2006/main">
            <a:off x="518318" y="5248930"/>
            <a:ext cx="320601" cy="281103"/>
          </a:xfrm>
        </p:spPr>
        <p:txBody>
          <a:bodyPr xmlns:a="http://schemas.openxmlformats.org/drawingml/2006/main" wrap="none" rIns="0">
            <a:noAutofit/>
          </a:bodyPr>
          <a:lstStyle xmlns:a="http://schemas.openxmlformats.org/drawingml/2006/main">
            <a:lvl1pPr>
              <a:buNone/>
              <a:defRPr sz="1800" b="1">
                <a:solidFill>
                  <a:srgbClr val="8C9FB1"/>
                </a:solidFill>
              </a:defRPr>
            </a:lvl1pPr>
          </a:lstStyle>
          <a:p xmlns:a="http://schemas.openxmlformats.org/drawingml/2006/main">
            <a:pPr lvl="0">
              <a:buNone/>
            </a:pPr>
            <a:r>
              <a:t>06 </a:t>
            </a:r>
          </a:p>
        </p:txBody>
      </p:sp>
      <p:sp>
        <p:nvSpPr>
          <p:cNvPr id="35" name="Textplatzhalter 6">
            <a:extLst xmlns:a="http://schemas.openxmlformats.org/drawingml/2006/main">
              <a:ext uri="{FF2B5EF4-FFF2-40B4-BE49-F238E27FC236}">
                <a16:creationId xmlns:a16="http://schemas.microsoft.com/office/drawing/2014/main" id="{5ECB7BBA-6A53-45DD-882E-1DF6A99780C0}"/>
              </a:ext>
            </a:extLst>
          </p:cNvPr>
          <p:cNvSpPr>
            <a:spLocks xmlns:a="http://schemas.openxmlformats.org/drawingml/2006/main" noGrp="1"/>
          </p:cNvSpPr>
          <p:nvPr>
            <p:ph type="body" idx="13" hasCustomPrompt="1"/>
          </p:nvPr>
        </p:nvSpPr>
        <p:spPr>
          <a:xfrm xmlns:a="http://schemas.openxmlformats.org/drawingml/2006/main">
            <a:off x="948060" y="1631156"/>
            <a:ext cx="5039989" cy="281103"/>
          </a:xfrm>
        </p:spPr>
        <p:txBody>
          <a:bodyPr xmlns:a="http://schemas.openxmlformats.org/drawingml/2006/main" wrap="square">
            <a:noAutofit/>
          </a:bodyPr>
          <a:lstStyle xmlns:a="http://schemas.openxmlformats.org/drawingml/2006/main">
            <a:lvl1pPr>
              <a:buNone/>
              <a:defRPr sz="1800"/>
            </a:lvl1pPr>
          </a:lstStyle>
          <a:p xmlns:a="http://schemas.openxmlformats.org/drawingml/2006/main">
            <a:pPr lvl="0">
              <a:buNone/>
            </a:pPr>
            <a:r>
              <a:t>Agendapunkt / Kapitelthema</a:t>
            </a:r>
          </a:p>
        </p:txBody>
      </p:sp>
      <p:sp>
        <p:nvSpPr>
          <p:cNvPr id="36" name="Textplatzhalter 6">
            <a:extLst xmlns:a="http://schemas.openxmlformats.org/drawingml/2006/main">
              <a:ext uri="{FF2B5EF4-FFF2-40B4-BE49-F238E27FC236}">
                <a16:creationId xmlns:a16="http://schemas.microsoft.com/office/drawing/2014/main" id="{FE56B6C1-047C-44D7-B1DD-8B723581E084}"/>
              </a:ext>
            </a:extLst>
          </p:cNvPr>
          <p:cNvSpPr>
            <a:spLocks xmlns:a="http://schemas.openxmlformats.org/drawingml/2006/main" noGrp="1"/>
          </p:cNvSpPr>
          <p:nvPr>
            <p:ph type="body" idx="14" hasCustomPrompt="1"/>
          </p:nvPr>
        </p:nvSpPr>
        <p:spPr>
          <a:xfrm xmlns:a="http://schemas.openxmlformats.org/drawingml/2006/main">
            <a:off x="518318" y="1631156"/>
            <a:ext cx="320601" cy="281103"/>
          </a:xfrm>
        </p:spPr>
        <p:txBody>
          <a:bodyPr xmlns:a="http://schemas.openxmlformats.org/drawingml/2006/main" wrap="none" rIns="0">
            <a:noAutofit/>
          </a:bodyPr>
          <a:lstStyle xmlns:a="http://schemas.openxmlformats.org/drawingml/2006/main">
            <a:lvl1pPr>
              <a:buNone/>
              <a:defRPr sz="1800" b="1">
                <a:solidFill>
                  <a:srgbClr val="8C9FB1"/>
                </a:solidFill>
              </a:defRPr>
            </a:lvl1pPr>
          </a:lstStyle>
          <a:p xmlns:a="http://schemas.openxmlformats.org/drawingml/2006/main">
            <a:pPr lvl="0">
              <a:buNone/>
            </a:pPr>
            <a:r>
              <a:t>01 </a:t>
            </a:r>
          </a:p>
        </p:txBody>
      </p:sp>
      <p:sp>
        <p:nvSpPr>
          <p:cNvPr id="2" name="Titel 1">
            <a:extLst xmlns:a="http://schemas.openxmlformats.org/drawingml/2006/main">
              <a:ext uri="{FF2B5EF4-FFF2-40B4-BE49-F238E27FC236}">
                <a16:creationId xmlns:a16="http://schemas.microsoft.com/office/drawing/2014/main" id="{365D3C98-AF8F-400F-858D-1D6CD4B95DD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solidFill>
                  <a:srgbClr val="041E42"/>
                </a:solidFill>
              </a:defRPr>
            </a:lvl1pPr>
          </a:lstStyle>
          <a:p xmlns:a="http://schemas.openxmlformats.org/drawingml/2006/main">
            <a:r>
              <a:t>Mastertitelformat bearbeiten</a:t>
            </a:r>
          </a:p>
        </p:txBody>
      </p:sp>
      <p:sp>
        <p:nvSpPr>
          <p:cNvPr id="24" name="Textplatzhalter 9">
            <a:extLst xmlns:a="http://schemas.openxmlformats.org/drawingml/2006/main">
              <a:ext uri="{FF2B5EF4-FFF2-40B4-BE49-F238E27FC236}">
                <a16:creationId xmlns:a16="http://schemas.microsoft.com/office/drawing/2014/main" id="{E94ED47E-AE0F-46CF-A861-AA42DCC1736C}"/>
              </a:ext>
            </a:extLst>
          </p:cNvPr>
          <p:cNvSpPr>
            <a:spLocks xmlns:a="http://schemas.openxmlformats.org/drawingml/2006/main" noGrp="1"/>
          </p:cNvSpPr>
          <p:nvPr>
            <p:ph type="body" idx="37"/>
          </p:nvPr>
        </p:nvSpPr>
        <p:spPr>
          <a:xfrm xmlns:a="http://schemas.openxmlformats.org/drawingml/2006/main">
            <a:off x="518317" y="687598"/>
            <a:ext cx="6844385" cy="249812"/>
          </a:xfrm>
        </p:spPr>
        <p:txBody>
          <a:bodyPr xmlns:a="http://schemas.openxmlformats.org/drawingml/2006/main" wrap="square">
            <a:spAutoFit/>
          </a:bodyPr>
          <a:lstStyle xmlns:a="http://schemas.openxmlformats.org/drawingml/2006/main">
            <a:lvl1pPr>
              <a:buNone/>
              <a:defRPr sz="1600">
                <a:solidFill>
                  <a:srgbClr val="041E42"/>
                </a:solidFill>
              </a:defRPr>
            </a:lvl1pPr>
          </a:lstStyle>
          <a:p xmlns:a="http://schemas.openxmlformats.org/drawingml/2006/main">
            <a:pPr lvl="0">
              <a:buNone/>
            </a:pPr>
            <a:r>
              <a:t>Mastertextformat bearbeiten</a:t>
            </a:r>
          </a:p>
        </p:txBody>
      </p:sp>
      <p:sp>
        <p:nvSpPr>
          <p:cNvPr id="22" name="Bildplatzhalter 6">
            <a:extLst xmlns:a="http://schemas.openxmlformats.org/drawingml/2006/main">
              <a:ext uri="{FF2B5EF4-FFF2-40B4-BE49-F238E27FC236}">
                <a16:creationId xmlns:a16="http://schemas.microsoft.com/office/drawing/2014/main" id="{86D31599-AF4C-4469-80F6-AA369A20BF0B}"/>
              </a:ext>
            </a:extLst>
          </p:cNvPr>
          <p:cNvSpPr>
            <a:spLocks xmlns:a="http://schemas.openxmlformats.org/drawingml/2006/main" noGrp="1"/>
          </p:cNvSpPr>
          <p:nvPr>
            <p:ph type="pic" idx="39" hasCustomPrompt="1"/>
          </p:nvPr>
        </p:nvSpPr>
        <p:spPr>
          <a:xfrm xmlns:a="http://schemas.openxmlformats.org/drawingml/2006/main">
            <a:off x="7900146" y="301185"/>
            <a:ext cx="1080000" cy="386413"/>
          </a:xfrm>
        </p:spPr>
        <p:txBody>
          <a:bodyPr xmlns:a="http://schemas.openxmlformats.org/drawingml/2006/main" rIns="0" anchor="ctr">
            <a:normAutofit/>
          </a:bodyPr>
          <a:lstStyle xmlns:a="http://schemas.openxmlformats.org/drawingml/2006/main">
            <a:lvl1pPr algn="ctr">
              <a:buNone/>
              <a:defRPr sz="800">
                <a:solidFill>
                  <a:schemeClr val="accent6"/>
                </a:solidFill>
              </a:defRPr>
            </a:lvl1pPr>
          </a:lstStyle>
          <a:p xmlns:a="http://schemas.openxmlformats.org/drawingml/2006/main">
            <a:r>
              <a:t>Optional Logo einfügen</a:t>
            </a:r>
          </a:p>
        </p:txBody>
      </p:sp>
      <p:pic>
        <p:nvPicPr>
          <p:cNvPr id="25" name="Grafik 24">
            <a:extLst xmlns:a="http://schemas.openxmlformats.org/drawingml/2006/main">
              <a:ext uri="{FF2B5EF4-FFF2-40B4-BE49-F238E27FC236}">
                <a16:creationId xmlns:a16="http://schemas.microsoft.com/office/drawing/2014/main" id="{8522809A-CCE7-4C58-B1DB-E7C2F8AF786B}"/>
              </a:ext>
            </a:extLst>
          </p:cNvPr>
          <p:cNvPicPr>
            <a:picLocks xmlns:a="http://schemas.openxmlformats.org/drawingml/2006/main" noChangeAspect="1"/>
          </p:cNvPicPr>
          <p:nvPr/>
        </p:nvPicPr>
        <p:blipFill>
          <a:blip xmlns:r="http://schemas.openxmlformats.org/officeDocument/2006/relationships" xmlns:a="http://schemas.openxmlformats.org/drawingml/2006/main" r:embed="R97d010319b1d4f91"/>
          <a:stretch xmlns:a="http://schemas.openxmlformats.org/drawingml/2006/main">
            <a:fillRect l="0" t="0" r="0" b="0"/>
          </a:stretch>
        </p:blipFill>
        <p:spPr>
          <a:xfrm xmlns:a="http://schemas.openxmlformats.org/drawingml/2006/main">
            <a:off x="9341829" y="301184"/>
            <a:ext cx="1102192" cy="386413"/>
          </a:xfrm>
          <a:prstGeom xmlns:a="http://schemas.openxmlformats.org/drawingml/2006/main" prst="rect">
            <a:avLst/>
          </a:prstGeom>
        </p:spPr>
      </p:pic>
    </p:spTree>
  </p:cSld>
</p:sldLayout>
</file>

<file path=ppt/slideLayouts/slideLayout4.xml><?xml version="1.0" encoding="utf-8"?>
<p:sldLayout xmlns:p="http://schemas.openxmlformats.org/presentationml/2006/main" showMasterSp="0" preserve="1" userDrawn="1">
  <p:cSld name="Kapiteltrenner">
    <p:bg>
      <p:bgRef idx="1001">
        <a:schemeClr xmlns:a="http://schemas.openxmlformats.org/drawingml/2006/main" val="bg2"/>
      </p:bgRef>
    </p:bg>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77E4048C-0B54-437F-B99C-D1780047466D}"/>
              </a:ext>
            </a:extLst>
          </p:cNvPr>
          <p:cNvSpPr>
            <a:spLocks xmlns:a="http://schemas.openxmlformats.org/drawingml/2006/main" noGrp="1"/>
          </p:cNvSpPr>
          <p:nvPr>
            <p:ph type="title" idx="0" hasCustomPrompt="1"/>
          </p:nvPr>
        </p:nvSpPr>
        <p:spPr>
          <a:xfrm xmlns:a="http://schemas.openxmlformats.org/drawingml/2006/main">
            <a:off x="518318" y="2875002"/>
            <a:ext cx="11157743" cy="1107996"/>
          </a:xfrm>
        </p:spPr>
        <p:txBody>
          <a:bodyPr xmlns:a="http://schemas.openxmlformats.org/drawingml/2006/main" anchor="ctr"/>
          <a:lstStyle xmlns:a="http://schemas.openxmlformats.org/drawingml/2006/main">
            <a:lvl1pPr>
              <a:buNone/>
              <a:defRPr sz="4000">
                <a:solidFill>
                  <a:schemeClr val="tx1"/>
                </a:solidFill>
              </a:defRPr>
            </a:lvl1pPr>
          </a:lstStyle>
          <a:p xmlns:a="http://schemas.openxmlformats.org/drawingml/2006/main">
            <a:r>
              <a:t>Kapiteltrenner</a:t>
            </a:r>
            <a:br/>
            <a:r>
              <a:t>Mehrzeilig möglich</a:t>
            </a:r>
          </a:p>
        </p:txBody>
      </p:sp>
      <p:sp>
        <p:nvSpPr>
          <p:cNvPr id="3" name="Datumsplatzhalter 2">
            <a:extLst xmlns:a="http://schemas.openxmlformats.org/drawingml/2006/main">
              <a:ext uri="{FF2B5EF4-FFF2-40B4-BE49-F238E27FC236}">
                <a16:creationId xmlns:a16="http://schemas.microsoft.com/office/drawing/2014/main" id="{75E0522E-4B59-4195-AD23-1DB4381AB66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25DBE663-8CF8-4EA4-AF83-5C771F9A06FE}" type="datetime4">
              <a:t>26. November 2024</a:t>
            </a:fld>
            <a:endParaRPr/>
          </a:p>
        </p:txBody>
      </p:sp>
      <p:sp>
        <p:nvSpPr>
          <p:cNvPr id="4" name="Fußzeilenplatzhalter 3">
            <a:extLst xmlns:a="http://schemas.openxmlformats.org/drawingml/2006/main">
              <a:ext uri="{FF2B5EF4-FFF2-40B4-BE49-F238E27FC236}">
                <a16:creationId xmlns:a16="http://schemas.microsoft.com/office/drawing/2014/main" id="{E0F6FD0B-B0A5-4052-BAB6-95BD027E8CD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Technische Fakultät</a:t>
            </a:r>
            <a:endParaRPr/>
          </a:p>
        </p:txBody>
      </p:sp>
      <p:sp>
        <p:nvSpPr>
          <p:cNvPr id="5" name="Foliennummernplatzhalter 4">
            <a:extLst xmlns:a="http://schemas.openxmlformats.org/drawingml/2006/main">
              <a:ext uri="{FF2B5EF4-FFF2-40B4-BE49-F238E27FC236}">
                <a16:creationId xmlns:a16="http://schemas.microsoft.com/office/drawing/2014/main" id="{C0385CA6-0215-4C6D-9658-F37EA26CE83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D949F9DF-37BD-4CD6-BF49-65BA579E1D7A}" type="slidenum">
              <a:t>‹#›</a:t>
            </a:fld>
            <a:endParaRPr/>
          </a:p>
        </p:txBody>
      </p:sp>
      <p:sp>
        <p:nvSpPr>
          <p:cNvPr id="57" name="Rechteck 56">
            <a:extLst xmlns:a="http://schemas.openxmlformats.org/drawingml/2006/main">
              <a:ext uri="{FF2B5EF4-FFF2-40B4-BE49-F238E27FC236}">
                <a16:creationId xmlns:a16="http://schemas.microsoft.com/office/drawing/2014/main" id="{87F00BE4-512D-4F35-B132-4E5C5CF1413D}"/>
              </a:ext>
            </a:extLst>
          </p:cNvPr>
          <p:cNvSpPr>
            <a:spLocks xmlns:a="http://schemas.openxmlformats.org/drawingml/2006/main" noGrp="1"/>
          </p:cNvSpPr>
          <p:nvPr/>
        </p:nvSpPr>
        <p:spPr>
          <a:xfrm xmlns:a="http://schemas.openxmlformats.org/drawingml/2006/main">
            <a:off x="517200" y="6538526"/>
            <a:ext cx="11674800" cy="10800"/>
          </a:xfrm>
          <a:prstGeom xmlns:a="http://schemas.openxmlformats.org/drawingml/2006/main" prst="rect">
            <a:avLst/>
          </a:prstGeom>
          <a:solidFill xmlns:a="http://schemas.openxmlformats.org/drawingml/2006/main">
            <a:srgbClr val="2F586E"/>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9" name="Rechteck 58">
            <a:extLst xmlns:a="http://schemas.openxmlformats.org/drawingml/2006/main">
              <a:ext uri="{FF2B5EF4-FFF2-40B4-BE49-F238E27FC236}">
                <a16:creationId xmlns:a16="http://schemas.microsoft.com/office/drawing/2014/main" id="{F7987594-F169-42FB-8839-77BF8D405E37}"/>
              </a:ext>
            </a:extLst>
          </p:cNvPr>
          <p:cNvSpPr>
            <a:spLocks xmlns:a="http://schemas.openxmlformats.org/drawingml/2006/main" noGrp="1"/>
          </p:cNvSpPr>
          <p:nvPr/>
        </p:nvSpPr>
        <p:spPr>
          <a:xfrm xmlns:a="http://schemas.openxmlformats.org/drawingml/2006/main">
            <a:off x="518400" y="1196733"/>
            <a:ext cx="11676062" cy="72000"/>
          </a:xfrm>
          <a:prstGeom xmlns:a="http://schemas.openxmlformats.org/drawingml/2006/main" prst="rect">
            <a:avLst/>
          </a:prstGeom>
          <a:solidFill xmlns:a="http://schemas.openxmlformats.org/drawingml/2006/main">
            <a:srgbClr val="2F586E"/>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1" name="Gerader Verbinder 60">
            <a:extLst xmlns:a="http://schemas.openxmlformats.org/drawingml/2006/main">
              <a:ext uri="{FF2B5EF4-FFF2-40B4-BE49-F238E27FC236}">
                <a16:creationId xmlns:a16="http://schemas.microsoft.com/office/drawing/2014/main" id="{F2D888CB-5DF2-4A55-BC77-98B4D78380C7}"/>
              </a:ext>
            </a:extLst>
          </p:cNvPr>
          <p:cNvSpPr>
            <a:spLocks xmlns:a="http://schemas.openxmlformats.org/drawingml/2006/main" noGrp="1"/>
          </p:cNvSpPr>
          <p:nvPr/>
        </p:nvSpPr>
        <p:spPr>
          <a:xfrm xmlns:a="http://schemas.openxmlformats.org/drawingml/2006/main" rot="0" flipH="0" flipV="0">
            <a:off x="-390525" y="296965"/>
            <a:ext cx="333375" cy="0"/>
          </a:xfrm>
          <a:prstGeom xmlns:a="http://schemas.openxmlformats.org/drawingml/2006/main" prst="line">
            <a:avLst/>
          </a:prstGeom>
          <a:ln xmlns:a="http://schemas.openxmlformats.org/drawingml/2006/main">
            <a:solidFill>
              <a:schemeClr val="accent6"/>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62" name="Textfeld 61">
            <a:extLst xmlns:a="http://schemas.openxmlformats.org/drawingml/2006/main">
              <a:ext uri="{FF2B5EF4-FFF2-40B4-BE49-F238E27FC236}">
                <a16:creationId xmlns:a16="http://schemas.microsoft.com/office/drawing/2014/main" id="{87654828-5D94-4A05-BD5F-25792A149E05}"/>
              </a:ext>
            </a:extLst>
          </p:cNvPr>
          <p:cNvSpPr>
            <a:spLocks xmlns:a="http://schemas.openxmlformats.org/drawingml/2006/main" noGrp="1"/>
          </p:cNvSpPr>
          <p:nvPr/>
        </p:nvSpPr>
        <p:spPr>
          <a:xfrm xmlns:a="http://schemas.openxmlformats.org/drawingml/2006/main" rot="0" flipH="0" flipV="0">
            <a:off x="-353681" y="160153"/>
            <a:ext cx="259686" cy="124906"/>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marL="0" marR="0" indent="0" algn="ctr" defTabSz="914400">
              <a:lnSpc>
                <a:spcPct val="110000"/>
              </a:lnSpc>
              <a:spcBef>
                <a:spcPts val="0"/>
              </a:spcBef>
              <a:spcAft>
                <a:spcPts val="1200"/>
              </a:spcAft>
              <a:buClrTx/>
              <a:buSzTx/>
              <a:buFont typeface="Arial"/>
              <a:buNone/>
            </a:pPr>
            <a:r>
              <a:rPr sz="800" b="0" i="0" u="none" strike="noStrike" cap="none" spc="0" baseline="0">
                <a:ln>
                  <a:noFill/>
                </a:ln>
                <a:solidFill>
                  <a:schemeClr val="accent6"/>
                </a:solidFill>
                <a:latin typeface="Arial"/>
                <a:ea typeface="Arial"/>
                <a:cs typeface="Arial"/>
              </a:rPr>
              <a:t>08,70</a:t>
            </a:r>
          </a:p>
        </p:txBody>
      </p:sp>
      <p:sp>
        <p:nvSpPr>
          <p:cNvPr id="64" name="Gerader Verbinder 63">
            <a:extLst xmlns:a="http://schemas.openxmlformats.org/drawingml/2006/main">
              <a:ext uri="{FF2B5EF4-FFF2-40B4-BE49-F238E27FC236}">
                <a16:creationId xmlns:a16="http://schemas.microsoft.com/office/drawing/2014/main" id="{18B1F5C4-DB11-4529-8D46-88FB6F8B1A72}"/>
              </a:ext>
            </a:extLst>
          </p:cNvPr>
          <p:cNvSpPr>
            <a:spLocks xmlns:a="http://schemas.openxmlformats.org/drawingml/2006/main" noGrp="1"/>
          </p:cNvSpPr>
          <p:nvPr/>
        </p:nvSpPr>
        <p:spPr>
          <a:xfrm xmlns:a="http://schemas.openxmlformats.org/drawingml/2006/main" rot="0" flipH="0" flipV="0">
            <a:off x="-390525" y="1268515"/>
            <a:ext cx="333375" cy="0"/>
          </a:xfrm>
          <a:prstGeom xmlns:a="http://schemas.openxmlformats.org/drawingml/2006/main" prst="line">
            <a:avLst/>
          </a:prstGeom>
          <a:ln xmlns:a="http://schemas.openxmlformats.org/drawingml/2006/main">
            <a:solidFill>
              <a:schemeClr val="accent6"/>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65" name="Textfeld 64">
            <a:extLst xmlns:a="http://schemas.openxmlformats.org/drawingml/2006/main">
              <a:ext uri="{FF2B5EF4-FFF2-40B4-BE49-F238E27FC236}">
                <a16:creationId xmlns:a16="http://schemas.microsoft.com/office/drawing/2014/main" id="{9D612980-2A2D-4E94-8238-9C67C608554C}"/>
              </a:ext>
            </a:extLst>
          </p:cNvPr>
          <p:cNvSpPr>
            <a:spLocks xmlns:a="http://schemas.openxmlformats.org/drawingml/2006/main" noGrp="1"/>
          </p:cNvSpPr>
          <p:nvPr/>
        </p:nvSpPr>
        <p:spPr>
          <a:xfrm xmlns:a="http://schemas.openxmlformats.org/drawingml/2006/main" rot="0" flipH="0" flipV="0">
            <a:off x="-353680" y="1131703"/>
            <a:ext cx="259687" cy="124906"/>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marL="0" marR="0" indent="0" algn="ctr" defTabSz="914400">
              <a:lnSpc>
                <a:spcPct val="110000"/>
              </a:lnSpc>
              <a:spcBef>
                <a:spcPts val="0"/>
              </a:spcBef>
              <a:spcAft>
                <a:spcPts val="1200"/>
              </a:spcAft>
              <a:buClrTx/>
              <a:buSzTx/>
              <a:buFont typeface="Arial"/>
              <a:buNone/>
            </a:pPr>
            <a:r>
              <a:rPr sz="800" b="0" i="0" u="none" strike="noStrike" cap="none" spc="0" baseline="0">
                <a:ln>
                  <a:noFill/>
                </a:ln>
                <a:solidFill>
                  <a:schemeClr val="accent6"/>
                </a:solidFill>
                <a:latin typeface="Arial"/>
                <a:ea typeface="Arial"/>
                <a:cs typeface="Arial"/>
              </a:rPr>
              <a:t>06,00</a:t>
            </a:r>
          </a:p>
        </p:txBody>
      </p:sp>
      <p:sp>
        <p:nvSpPr>
          <p:cNvPr id="67" name="Gerader Verbinder 66">
            <a:extLst xmlns:a="http://schemas.openxmlformats.org/drawingml/2006/main">
              <a:ext uri="{FF2B5EF4-FFF2-40B4-BE49-F238E27FC236}">
                <a16:creationId xmlns:a16="http://schemas.microsoft.com/office/drawing/2014/main" id="{D96FA407-730C-4BA3-AF8A-4B876CDF985A}"/>
              </a:ext>
            </a:extLst>
          </p:cNvPr>
          <p:cNvSpPr>
            <a:spLocks xmlns:a="http://schemas.openxmlformats.org/drawingml/2006/main" noGrp="1"/>
          </p:cNvSpPr>
          <p:nvPr/>
        </p:nvSpPr>
        <p:spPr>
          <a:xfrm xmlns:a="http://schemas.openxmlformats.org/drawingml/2006/main" rot="0" flipH="0" flipV="0">
            <a:off x="-390525" y="1628775"/>
            <a:ext cx="333375" cy="0"/>
          </a:xfrm>
          <a:prstGeom xmlns:a="http://schemas.openxmlformats.org/drawingml/2006/main" prst="line">
            <a:avLst/>
          </a:prstGeom>
          <a:ln xmlns:a="http://schemas.openxmlformats.org/drawingml/2006/main">
            <a:solidFill>
              <a:schemeClr val="accent6"/>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68" name="Textfeld 67">
            <a:extLst xmlns:a="http://schemas.openxmlformats.org/drawingml/2006/main">
              <a:ext uri="{FF2B5EF4-FFF2-40B4-BE49-F238E27FC236}">
                <a16:creationId xmlns:a16="http://schemas.microsoft.com/office/drawing/2014/main" id="{4762BE88-2459-479F-84FF-4DF483AA142C}"/>
              </a:ext>
            </a:extLst>
          </p:cNvPr>
          <p:cNvSpPr>
            <a:spLocks xmlns:a="http://schemas.openxmlformats.org/drawingml/2006/main" noGrp="1"/>
          </p:cNvSpPr>
          <p:nvPr/>
        </p:nvSpPr>
        <p:spPr>
          <a:xfrm xmlns:a="http://schemas.openxmlformats.org/drawingml/2006/main" rot="0" flipH="0" flipV="0">
            <a:off x="-353680" y="1491963"/>
            <a:ext cx="259687" cy="124906"/>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marL="0" marR="0" indent="0" algn="ctr" defTabSz="914400">
              <a:lnSpc>
                <a:spcPct val="110000"/>
              </a:lnSpc>
              <a:spcBef>
                <a:spcPts val="0"/>
              </a:spcBef>
              <a:spcAft>
                <a:spcPts val="1200"/>
              </a:spcAft>
              <a:buClrTx/>
              <a:buSzTx/>
              <a:buFont typeface="Arial"/>
              <a:buNone/>
            </a:pPr>
            <a:r>
              <a:rPr sz="800" b="0" i="0" u="none" strike="noStrike" cap="none" spc="0" baseline="0">
                <a:ln>
                  <a:noFill/>
                </a:ln>
                <a:solidFill>
                  <a:schemeClr val="accent6"/>
                </a:solidFill>
                <a:latin typeface="Arial"/>
                <a:ea typeface="Arial"/>
                <a:cs typeface="Arial"/>
              </a:rPr>
              <a:t>05,00</a:t>
            </a:r>
          </a:p>
        </p:txBody>
      </p:sp>
      <p:sp>
        <p:nvSpPr>
          <p:cNvPr id="70" name="Gerader Verbinder 69">
            <a:extLst xmlns:a="http://schemas.openxmlformats.org/drawingml/2006/main">
              <a:ext uri="{FF2B5EF4-FFF2-40B4-BE49-F238E27FC236}">
                <a16:creationId xmlns:a16="http://schemas.microsoft.com/office/drawing/2014/main" id="{103071B0-C3DE-4B64-AA94-A1DD01AEFDE8}"/>
              </a:ext>
            </a:extLst>
          </p:cNvPr>
          <p:cNvSpPr>
            <a:spLocks xmlns:a="http://schemas.openxmlformats.org/drawingml/2006/main" noGrp="1"/>
          </p:cNvSpPr>
          <p:nvPr/>
        </p:nvSpPr>
        <p:spPr>
          <a:xfrm xmlns:a="http://schemas.openxmlformats.org/drawingml/2006/main" rot="0" flipH="0" flipV="0">
            <a:off x="-390525" y="3429000"/>
            <a:ext cx="333375" cy="0"/>
          </a:xfrm>
          <a:prstGeom xmlns:a="http://schemas.openxmlformats.org/drawingml/2006/main" prst="line">
            <a:avLst/>
          </a:prstGeom>
          <a:ln xmlns:a="http://schemas.openxmlformats.org/drawingml/2006/main">
            <a:solidFill>
              <a:schemeClr val="accent6"/>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71" name="Textfeld 70">
            <a:extLst xmlns:a="http://schemas.openxmlformats.org/drawingml/2006/main">
              <a:ext uri="{FF2B5EF4-FFF2-40B4-BE49-F238E27FC236}">
                <a16:creationId xmlns:a16="http://schemas.microsoft.com/office/drawing/2014/main" id="{5A547124-456E-49C6-8FC8-111D0AAFEB7F}"/>
              </a:ext>
            </a:extLst>
          </p:cNvPr>
          <p:cNvSpPr>
            <a:spLocks xmlns:a="http://schemas.openxmlformats.org/drawingml/2006/main" noGrp="1"/>
          </p:cNvSpPr>
          <p:nvPr/>
        </p:nvSpPr>
        <p:spPr>
          <a:xfrm xmlns:a="http://schemas.openxmlformats.org/drawingml/2006/main" rot="0" flipH="0" flipV="0">
            <a:off x="-353680" y="3292188"/>
            <a:ext cx="259687" cy="124906"/>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marL="0" marR="0" indent="0" algn="ctr" defTabSz="914400">
              <a:lnSpc>
                <a:spcPct val="110000"/>
              </a:lnSpc>
              <a:spcBef>
                <a:spcPts val="0"/>
              </a:spcBef>
              <a:spcAft>
                <a:spcPts val="1200"/>
              </a:spcAft>
              <a:buClrTx/>
              <a:buSzTx/>
              <a:buFont typeface="Arial"/>
              <a:buNone/>
            </a:pPr>
            <a:r>
              <a:rPr sz="800" b="0" i="0" u="none" strike="noStrike" cap="none" spc="0" baseline="0">
                <a:ln>
                  <a:noFill/>
                </a:ln>
                <a:solidFill>
                  <a:schemeClr val="accent6"/>
                </a:solidFill>
                <a:latin typeface="Arial"/>
                <a:ea typeface="Arial"/>
                <a:cs typeface="Arial"/>
              </a:rPr>
              <a:t>00,00</a:t>
            </a:r>
          </a:p>
        </p:txBody>
      </p:sp>
      <p:sp>
        <p:nvSpPr>
          <p:cNvPr id="73" name="Gerader Verbinder 72">
            <a:extLst xmlns:a="http://schemas.openxmlformats.org/drawingml/2006/main">
              <a:ext uri="{FF2B5EF4-FFF2-40B4-BE49-F238E27FC236}">
                <a16:creationId xmlns:a16="http://schemas.microsoft.com/office/drawing/2014/main" id="{1508FDD3-0F47-4DE9-8B83-52FDABAF8545}"/>
              </a:ext>
            </a:extLst>
          </p:cNvPr>
          <p:cNvSpPr>
            <a:spLocks xmlns:a="http://schemas.openxmlformats.org/drawingml/2006/main" noGrp="1"/>
          </p:cNvSpPr>
          <p:nvPr/>
        </p:nvSpPr>
        <p:spPr>
          <a:xfrm xmlns:a="http://schemas.openxmlformats.org/drawingml/2006/main" rot="0" flipH="0" flipV="0">
            <a:off x="-390525" y="6200775"/>
            <a:ext cx="333375" cy="0"/>
          </a:xfrm>
          <a:prstGeom xmlns:a="http://schemas.openxmlformats.org/drawingml/2006/main" prst="line">
            <a:avLst/>
          </a:prstGeom>
          <a:ln xmlns:a="http://schemas.openxmlformats.org/drawingml/2006/main">
            <a:solidFill>
              <a:schemeClr val="accent6"/>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74" name="Textfeld 73">
            <a:extLst xmlns:a="http://schemas.openxmlformats.org/drawingml/2006/main">
              <a:ext uri="{FF2B5EF4-FFF2-40B4-BE49-F238E27FC236}">
                <a16:creationId xmlns:a16="http://schemas.microsoft.com/office/drawing/2014/main" id="{69754FAD-5E71-4087-B3E8-0FEC37E0D864}"/>
              </a:ext>
            </a:extLst>
          </p:cNvPr>
          <p:cNvSpPr>
            <a:spLocks xmlns:a="http://schemas.openxmlformats.org/drawingml/2006/main" noGrp="1"/>
          </p:cNvSpPr>
          <p:nvPr/>
        </p:nvSpPr>
        <p:spPr>
          <a:xfrm xmlns:a="http://schemas.openxmlformats.org/drawingml/2006/main" rot="0" flipH="0" flipV="0">
            <a:off x="-353679" y="6063963"/>
            <a:ext cx="259687" cy="124906"/>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marL="0" marR="0" indent="0" algn="ctr" defTabSz="914400">
              <a:lnSpc>
                <a:spcPct val="110000"/>
              </a:lnSpc>
              <a:spcBef>
                <a:spcPts val="0"/>
              </a:spcBef>
              <a:spcAft>
                <a:spcPts val="1200"/>
              </a:spcAft>
              <a:buClrTx/>
              <a:buSzTx/>
              <a:buFont typeface="Arial"/>
              <a:buNone/>
            </a:pPr>
            <a:r>
              <a:rPr sz="800" b="0" i="0" u="none" strike="noStrike" cap="none" spc="0" baseline="0">
                <a:ln>
                  <a:noFill/>
                </a:ln>
                <a:solidFill>
                  <a:schemeClr val="accent6"/>
                </a:solidFill>
                <a:latin typeface="Arial"/>
                <a:ea typeface="Arial"/>
                <a:cs typeface="Arial"/>
              </a:rPr>
              <a:t>07,70</a:t>
            </a:r>
          </a:p>
        </p:txBody>
      </p:sp>
      <p:sp>
        <p:nvSpPr>
          <p:cNvPr id="76" name="Gerader Verbinder 75">
            <a:extLst xmlns:a="http://schemas.openxmlformats.org/drawingml/2006/main">
              <a:ext uri="{FF2B5EF4-FFF2-40B4-BE49-F238E27FC236}">
                <a16:creationId xmlns:a16="http://schemas.microsoft.com/office/drawing/2014/main" id="{E185D67F-50A5-4A74-A9C0-1FC53FBD0AF1}"/>
              </a:ext>
            </a:extLst>
          </p:cNvPr>
          <p:cNvSpPr>
            <a:spLocks xmlns:a="http://schemas.openxmlformats.org/drawingml/2006/main" noGrp="1"/>
          </p:cNvSpPr>
          <p:nvPr/>
        </p:nvSpPr>
        <p:spPr>
          <a:xfrm xmlns:a="http://schemas.openxmlformats.org/drawingml/2006/main" rot="0" flipH="0" flipV="0">
            <a:off x="-390525" y="6632575"/>
            <a:ext cx="333375" cy="0"/>
          </a:xfrm>
          <a:prstGeom xmlns:a="http://schemas.openxmlformats.org/drawingml/2006/main" prst="line">
            <a:avLst/>
          </a:prstGeom>
          <a:ln xmlns:a="http://schemas.openxmlformats.org/drawingml/2006/main">
            <a:solidFill>
              <a:schemeClr val="accent6"/>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77" name="Textfeld 76">
            <a:extLst xmlns:a="http://schemas.openxmlformats.org/drawingml/2006/main">
              <a:ext uri="{FF2B5EF4-FFF2-40B4-BE49-F238E27FC236}">
                <a16:creationId xmlns:a16="http://schemas.microsoft.com/office/drawing/2014/main" id="{64B7918E-86D1-49EB-8917-1468D42A6E25}"/>
              </a:ext>
            </a:extLst>
          </p:cNvPr>
          <p:cNvSpPr>
            <a:spLocks xmlns:a="http://schemas.openxmlformats.org/drawingml/2006/main" noGrp="1"/>
          </p:cNvSpPr>
          <p:nvPr/>
        </p:nvSpPr>
        <p:spPr>
          <a:xfrm xmlns:a="http://schemas.openxmlformats.org/drawingml/2006/main" rot="0" flipH="0" flipV="0">
            <a:off x="-353678" y="6495763"/>
            <a:ext cx="259687" cy="124906"/>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marL="0" marR="0" indent="0" algn="ctr" defTabSz="914400">
              <a:lnSpc>
                <a:spcPct val="110000"/>
              </a:lnSpc>
              <a:spcBef>
                <a:spcPts val="0"/>
              </a:spcBef>
              <a:spcAft>
                <a:spcPts val="1200"/>
              </a:spcAft>
              <a:buClrTx/>
              <a:buSzTx/>
              <a:buFont typeface="Arial"/>
              <a:buNone/>
            </a:pPr>
            <a:r>
              <a:rPr sz="800" b="0" i="0" u="none" strike="noStrike" cap="none" spc="0" baseline="0">
                <a:ln>
                  <a:noFill/>
                </a:ln>
                <a:solidFill>
                  <a:schemeClr val="accent6"/>
                </a:solidFill>
                <a:latin typeface="Arial"/>
                <a:ea typeface="Arial"/>
                <a:cs typeface="Arial"/>
              </a:rPr>
              <a:t>08,90</a:t>
            </a:r>
          </a:p>
        </p:txBody>
      </p:sp>
      <p:sp>
        <p:nvSpPr>
          <p:cNvPr id="79" name="Gerader Verbinder 78">
            <a:extLst xmlns:a="http://schemas.openxmlformats.org/drawingml/2006/main">
              <a:ext uri="{FF2B5EF4-FFF2-40B4-BE49-F238E27FC236}">
                <a16:creationId xmlns:a16="http://schemas.microsoft.com/office/drawing/2014/main" id="{1B0915C6-F8C3-43C2-8DFD-6C1A5D500BF9}"/>
              </a:ext>
            </a:extLst>
          </p:cNvPr>
          <p:cNvSpPr>
            <a:spLocks xmlns:a="http://schemas.openxmlformats.org/drawingml/2006/main" noGrp="1"/>
          </p:cNvSpPr>
          <p:nvPr/>
        </p:nvSpPr>
        <p:spPr>
          <a:xfrm xmlns:a="http://schemas.openxmlformats.org/drawingml/2006/main" rot="0" flipH="0" flipV="0">
            <a:off x="281643" y="-162328"/>
            <a:ext cx="333375" cy="0"/>
          </a:xfrm>
          <a:prstGeom xmlns:a="http://schemas.openxmlformats.org/drawingml/2006/main" prst="line">
            <a:avLst/>
          </a:prstGeom>
          <a:ln xmlns:a="http://schemas.openxmlformats.org/drawingml/2006/main">
            <a:solidFill>
              <a:schemeClr val="accent6"/>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80" name="Textfeld 79">
            <a:extLst xmlns:a="http://schemas.openxmlformats.org/drawingml/2006/main">
              <a:ext uri="{FF2B5EF4-FFF2-40B4-BE49-F238E27FC236}">
                <a16:creationId xmlns:a16="http://schemas.microsoft.com/office/drawing/2014/main" id="{67A72ACB-A6A0-450F-A8F3-9CA35EFC5560}"/>
              </a:ext>
            </a:extLst>
          </p:cNvPr>
          <p:cNvSpPr>
            <a:spLocks xmlns:a="http://schemas.openxmlformats.org/drawingml/2006/main" noGrp="1"/>
          </p:cNvSpPr>
          <p:nvPr/>
        </p:nvSpPr>
        <p:spPr>
          <a:xfrm xmlns:a="http://schemas.openxmlformats.org/drawingml/2006/main" rot="0" flipH="0" flipV="0">
            <a:off x="318486" y="-299136"/>
            <a:ext cx="259687" cy="124906"/>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marL="0" marR="0" indent="0" algn="ctr" defTabSz="914400">
              <a:lnSpc>
                <a:spcPct val="110000"/>
              </a:lnSpc>
              <a:spcBef>
                <a:spcPts val="0"/>
              </a:spcBef>
              <a:spcAft>
                <a:spcPts val="1200"/>
              </a:spcAft>
              <a:buClrTx/>
              <a:buSzTx/>
              <a:buFont typeface="Arial"/>
              <a:buNone/>
            </a:pPr>
            <a:r>
              <a:rPr sz="800" b="0" i="0" u="none" strike="noStrike" cap="none" spc="0" baseline="0">
                <a:ln>
                  <a:noFill/>
                </a:ln>
                <a:solidFill>
                  <a:schemeClr val="accent6"/>
                </a:solidFill>
                <a:latin typeface="Arial"/>
                <a:ea typeface="Arial"/>
                <a:cs typeface="Arial"/>
              </a:rPr>
              <a:t>15,50</a:t>
            </a:r>
          </a:p>
        </p:txBody>
      </p:sp>
      <p:sp>
        <p:nvSpPr>
          <p:cNvPr id="82" name="Gerader Verbinder 81">
            <a:extLst xmlns:a="http://schemas.openxmlformats.org/drawingml/2006/main">
              <a:ext uri="{FF2B5EF4-FFF2-40B4-BE49-F238E27FC236}">
                <a16:creationId xmlns:a16="http://schemas.microsoft.com/office/drawing/2014/main" id="{907FB815-1B33-4924-ACE1-86305085B95F}"/>
              </a:ext>
            </a:extLst>
          </p:cNvPr>
          <p:cNvSpPr>
            <a:spLocks xmlns:a="http://schemas.openxmlformats.org/drawingml/2006/main" noGrp="1"/>
          </p:cNvSpPr>
          <p:nvPr/>
        </p:nvSpPr>
        <p:spPr>
          <a:xfrm xmlns:a="http://schemas.openxmlformats.org/drawingml/2006/main" rot="0" flipH="0" flipV="0">
            <a:off x="5752963" y="-162332"/>
            <a:ext cx="333375" cy="0"/>
          </a:xfrm>
          <a:prstGeom xmlns:a="http://schemas.openxmlformats.org/drawingml/2006/main" prst="line">
            <a:avLst/>
          </a:prstGeom>
          <a:ln xmlns:a="http://schemas.openxmlformats.org/drawingml/2006/main">
            <a:solidFill>
              <a:schemeClr val="accent6"/>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83" name="Textfeld 82">
            <a:extLst xmlns:a="http://schemas.openxmlformats.org/drawingml/2006/main">
              <a:ext uri="{FF2B5EF4-FFF2-40B4-BE49-F238E27FC236}">
                <a16:creationId xmlns:a16="http://schemas.microsoft.com/office/drawing/2014/main" id="{4CE018F4-A860-49B3-B4CD-A328759F15C6}"/>
              </a:ext>
            </a:extLst>
          </p:cNvPr>
          <p:cNvSpPr>
            <a:spLocks xmlns:a="http://schemas.openxmlformats.org/drawingml/2006/main" noGrp="1"/>
          </p:cNvSpPr>
          <p:nvPr/>
        </p:nvSpPr>
        <p:spPr>
          <a:xfrm xmlns:a="http://schemas.openxmlformats.org/drawingml/2006/main" rot="0" flipH="0" flipV="0">
            <a:off x="5789809" y="-299136"/>
            <a:ext cx="259687" cy="124906"/>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marL="0" marR="0" indent="0" algn="ctr" defTabSz="914400">
              <a:lnSpc>
                <a:spcPct val="110000"/>
              </a:lnSpc>
              <a:spcBef>
                <a:spcPts val="0"/>
              </a:spcBef>
              <a:spcAft>
                <a:spcPts val="1200"/>
              </a:spcAft>
              <a:buClrTx/>
              <a:buSzTx/>
              <a:buFont typeface="Arial"/>
              <a:buNone/>
            </a:pPr>
            <a:r>
              <a:rPr sz="800" b="0" i="0" u="none" strike="noStrike" cap="none" spc="0" baseline="0">
                <a:ln>
                  <a:noFill/>
                </a:ln>
                <a:solidFill>
                  <a:schemeClr val="accent6"/>
                </a:solidFill>
                <a:latin typeface="Arial"/>
                <a:ea typeface="Arial"/>
                <a:cs typeface="Arial"/>
              </a:rPr>
              <a:t>00,30</a:t>
            </a:r>
          </a:p>
        </p:txBody>
      </p:sp>
      <p:sp>
        <p:nvSpPr>
          <p:cNvPr id="85" name="Gerader Verbinder 84">
            <a:extLst xmlns:a="http://schemas.openxmlformats.org/drawingml/2006/main">
              <a:ext uri="{FF2B5EF4-FFF2-40B4-BE49-F238E27FC236}">
                <a16:creationId xmlns:a16="http://schemas.microsoft.com/office/drawing/2014/main" id="{506B50D2-A6D0-41CC-A052-60785D8E2473}"/>
              </a:ext>
            </a:extLst>
          </p:cNvPr>
          <p:cNvSpPr>
            <a:spLocks xmlns:a="http://schemas.openxmlformats.org/drawingml/2006/main" noGrp="1"/>
          </p:cNvSpPr>
          <p:nvPr/>
        </p:nvSpPr>
        <p:spPr>
          <a:xfrm xmlns:a="http://schemas.openxmlformats.org/drawingml/2006/main" rot="16200000" flipH="0" flipV="0">
            <a:off x="6037263" y="-230736"/>
            <a:ext cx="333375" cy="0"/>
          </a:xfrm>
          <a:prstGeom xmlns:a="http://schemas.openxmlformats.org/drawingml/2006/main" prst="line">
            <a:avLst/>
          </a:prstGeom>
          <a:ln xmlns:a="http://schemas.openxmlformats.org/drawingml/2006/main">
            <a:solidFill>
              <a:schemeClr val="accent6"/>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86" name="Textfeld 85">
            <a:extLst xmlns:a="http://schemas.openxmlformats.org/drawingml/2006/main">
              <a:ext uri="{FF2B5EF4-FFF2-40B4-BE49-F238E27FC236}">
                <a16:creationId xmlns:a16="http://schemas.microsoft.com/office/drawing/2014/main" id="{B6D353C6-61DE-4475-8AC6-6D8AF12D49FB}"/>
              </a:ext>
            </a:extLst>
          </p:cNvPr>
          <p:cNvSpPr>
            <a:spLocks xmlns:a="http://schemas.openxmlformats.org/drawingml/2006/main" noGrp="1"/>
          </p:cNvSpPr>
          <p:nvPr/>
        </p:nvSpPr>
        <p:spPr>
          <a:xfrm xmlns:a="http://schemas.openxmlformats.org/drawingml/2006/main" rot="16200000" flipH="0" flipV="0">
            <a:off x="6136559" y="-293191"/>
            <a:ext cx="259687" cy="124906"/>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marL="0" marR="0" indent="0" algn="ctr" defTabSz="914400">
              <a:lnSpc>
                <a:spcPct val="110000"/>
              </a:lnSpc>
              <a:spcBef>
                <a:spcPts val="0"/>
              </a:spcBef>
              <a:spcAft>
                <a:spcPts val="1200"/>
              </a:spcAft>
              <a:buClrTx/>
              <a:buSzTx/>
              <a:buFont typeface="Arial"/>
              <a:buNone/>
            </a:pPr>
            <a:r>
              <a:rPr sz="800" b="0" i="0" u="none" strike="noStrike" cap="none" spc="0" baseline="0">
                <a:ln>
                  <a:noFill/>
                </a:ln>
                <a:solidFill>
                  <a:schemeClr val="accent6"/>
                </a:solidFill>
                <a:latin typeface="Arial"/>
                <a:ea typeface="Arial"/>
                <a:cs typeface="Arial"/>
              </a:rPr>
              <a:t>00,30</a:t>
            </a:r>
          </a:p>
        </p:txBody>
      </p:sp>
      <p:sp>
        <p:nvSpPr>
          <p:cNvPr id="87" name="Gerader Verbinder 86">
            <a:extLst xmlns:a="http://schemas.openxmlformats.org/drawingml/2006/main">
              <a:ext uri="{FF2B5EF4-FFF2-40B4-BE49-F238E27FC236}">
                <a16:creationId xmlns:a16="http://schemas.microsoft.com/office/drawing/2014/main" id="{9E639322-E0BE-4062-9EDC-60659B9DDFBB}"/>
              </a:ext>
            </a:extLst>
          </p:cNvPr>
          <p:cNvSpPr>
            <a:spLocks xmlns:a="http://schemas.openxmlformats.org/drawingml/2006/main" noGrp="1"/>
          </p:cNvSpPr>
          <p:nvPr/>
        </p:nvSpPr>
        <p:spPr>
          <a:xfrm xmlns:a="http://schemas.openxmlformats.org/drawingml/2006/main" rot="16200000">
            <a:off x="5929313" y="-230736"/>
            <a:ext cx="333375" cy="0"/>
          </a:xfrm>
          <a:prstGeom xmlns:a="http://schemas.openxmlformats.org/drawingml/2006/main" prst="line">
            <a:avLst/>
          </a:prstGeom>
          <a:ln xmlns:a="http://schemas.openxmlformats.org/drawingml/2006/main">
            <a:solidFill>
              <a:schemeClr val="accent6"/>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89" name="Gerader Verbinder 88">
            <a:extLst xmlns:a="http://schemas.openxmlformats.org/drawingml/2006/main">
              <a:ext uri="{FF2B5EF4-FFF2-40B4-BE49-F238E27FC236}">
                <a16:creationId xmlns:a16="http://schemas.microsoft.com/office/drawing/2014/main" id="{975A216B-A27A-40DC-9F12-8CE12A7FB923}"/>
              </a:ext>
            </a:extLst>
          </p:cNvPr>
          <p:cNvSpPr>
            <a:spLocks xmlns:a="http://schemas.openxmlformats.org/drawingml/2006/main" noGrp="1"/>
          </p:cNvSpPr>
          <p:nvPr/>
        </p:nvSpPr>
        <p:spPr>
          <a:xfrm xmlns:a="http://schemas.openxmlformats.org/drawingml/2006/main" rot="0" flipH="0" flipV="0">
            <a:off x="11447325" y="-162339"/>
            <a:ext cx="333375" cy="0"/>
          </a:xfrm>
          <a:prstGeom xmlns:a="http://schemas.openxmlformats.org/drawingml/2006/main" prst="line">
            <a:avLst/>
          </a:prstGeom>
          <a:ln xmlns:a="http://schemas.openxmlformats.org/drawingml/2006/main">
            <a:solidFill>
              <a:schemeClr val="accent6"/>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90" name="Textfeld 89">
            <a:extLst xmlns:a="http://schemas.openxmlformats.org/drawingml/2006/main">
              <a:ext uri="{FF2B5EF4-FFF2-40B4-BE49-F238E27FC236}">
                <a16:creationId xmlns:a16="http://schemas.microsoft.com/office/drawing/2014/main" id="{CD67028C-ACEA-4E1C-BF3F-B09177D4335E}"/>
              </a:ext>
            </a:extLst>
          </p:cNvPr>
          <p:cNvSpPr>
            <a:spLocks xmlns:a="http://schemas.openxmlformats.org/drawingml/2006/main" noGrp="1"/>
          </p:cNvSpPr>
          <p:nvPr/>
        </p:nvSpPr>
        <p:spPr>
          <a:xfrm xmlns:a="http://schemas.openxmlformats.org/drawingml/2006/main" rot="0" flipH="0" flipV="0">
            <a:off x="11484174" y="-299139"/>
            <a:ext cx="259687" cy="124906"/>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marL="0" marR="0" indent="0" algn="ctr" defTabSz="914400">
              <a:lnSpc>
                <a:spcPct val="110000"/>
              </a:lnSpc>
              <a:spcBef>
                <a:spcPts val="0"/>
              </a:spcBef>
              <a:spcAft>
                <a:spcPts val="1200"/>
              </a:spcAft>
              <a:buClrTx/>
              <a:buSzTx/>
              <a:buFont typeface="Arial"/>
              <a:buNone/>
            </a:pPr>
            <a:r>
              <a:rPr sz="800" b="0" i="0" u="none" strike="noStrike" cap="none" spc="0" baseline="0">
                <a:ln>
                  <a:noFill/>
                </a:ln>
                <a:solidFill>
                  <a:schemeClr val="accent6"/>
                </a:solidFill>
                <a:latin typeface="Arial"/>
                <a:ea typeface="Arial"/>
                <a:cs typeface="Arial"/>
              </a:rPr>
              <a:t>15,50</a:t>
            </a:r>
          </a:p>
        </p:txBody>
      </p:sp>
      <p:sp>
        <p:nvSpPr>
          <p:cNvPr id="92" name="Freihandform: Form 139">
            <a:extLst xmlns:a="http://schemas.openxmlformats.org/drawingml/2006/main">
              <a:ext uri="{FF2B5EF4-FFF2-40B4-BE49-F238E27FC236}">
                <a16:creationId xmlns:a16="http://schemas.microsoft.com/office/drawing/2014/main" id="{239FEB29-764E-D84F-A6B9-E572E9BA35FA}"/>
              </a:ext>
            </a:extLst>
          </p:cNvPr>
          <p:cNvSpPr>
            <a:spLocks xmlns:a="http://schemas.openxmlformats.org/drawingml/2006/main" noGrp="1"/>
          </p:cNvSpPr>
          <p:nvPr/>
        </p:nvSpPr>
        <p:spPr>
          <a:xfrm xmlns:a="http://schemas.openxmlformats.org/drawingml/2006/main" rot="0" flipH="0" flipV="0">
            <a:off x="519195" y="299293"/>
            <a:ext cx="71989" cy="114475"/>
          </a:xfrm>
          <a:custGeom xmlns:a="http://schemas.openxmlformats.org/drawingml/2006/main">
            <a:gdLst>
              <a:gd name="connsiteX0" fmla="*/ 232410 w 232409"/>
              <a:gd name="connsiteY0" fmla="*/ 60960 h 369569"/>
              <a:gd name="connsiteX1" fmla="*/ 65723 w 232409"/>
              <a:gd name="connsiteY1" fmla="*/ 60960 h 369569"/>
              <a:gd name="connsiteX2" fmla="*/ 65723 w 232409"/>
              <a:gd name="connsiteY2" fmla="*/ 152400 h 369569"/>
              <a:gd name="connsiteX3" fmla="*/ 189547 w 232409"/>
              <a:gd name="connsiteY3" fmla="*/ 152400 h 369569"/>
              <a:gd name="connsiteX4" fmla="*/ 189547 w 232409"/>
              <a:gd name="connsiteY4" fmla="*/ 212408 h 369569"/>
              <a:gd name="connsiteX5" fmla="*/ 65723 w 232409"/>
              <a:gd name="connsiteY5" fmla="*/ 212408 h 369569"/>
              <a:gd name="connsiteX6" fmla="*/ 65723 w 232409"/>
              <a:gd name="connsiteY6" fmla="*/ 369570 h 369569"/>
              <a:gd name="connsiteX7" fmla="*/ 0 w 232409"/>
              <a:gd name="connsiteY7" fmla="*/ 369570 h 369569"/>
              <a:gd name="connsiteX8" fmla="*/ 0 w 232409"/>
              <a:gd name="connsiteY8" fmla="*/ 0 h 369569"/>
              <a:gd name="connsiteX9" fmla="*/ 231458 w 232409"/>
              <a:gd name="connsiteY9" fmla="*/ 0 h 369569"/>
              <a:gd name="connsiteX10" fmla="*/ 231458 w 232409"/>
              <a:gd name="connsiteY10" fmla="*/ 60960 h 369569"/>
            </a:gdLst>
            <a:rect l="l" t="t" r="r" b="b"/>
            <a:pathLst>
              <a:path w="232409" h="369569">
                <a:moveTo>
                  <a:pt x="232410" y="60960"/>
                </a:moveTo>
                <a:lnTo>
                  <a:pt x="65723" y="60960"/>
                </a:lnTo>
                <a:lnTo>
                  <a:pt x="65723" y="152400"/>
                </a:lnTo>
                <a:lnTo>
                  <a:pt x="189547" y="152400"/>
                </a:lnTo>
                <a:lnTo>
                  <a:pt x="189547" y="212408"/>
                </a:lnTo>
                <a:lnTo>
                  <a:pt x="65723" y="212408"/>
                </a:lnTo>
                <a:lnTo>
                  <a:pt x="65723" y="369570"/>
                </a:lnTo>
                <a:lnTo>
                  <a:pt x="0" y="369570"/>
                </a:lnTo>
                <a:lnTo>
                  <a:pt x="0" y="0"/>
                </a:lnTo>
                <a:lnTo>
                  <a:pt x="231458" y="0"/>
                </a:lnTo>
                <a:lnTo>
                  <a:pt x="231458" y="60960"/>
                </a:lnTo>
                <a:close/>
              </a:path>
            </a:pathLst>
          </a:custGeom>
          <a:solidFill xmlns:a="http://schemas.openxmlformats.org/drawingml/2006/main">
            <a:srgbClr val="041E42"/>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93" name="Freihandform: Form 140">
            <a:extLst xmlns:a="http://schemas.openxmlformats.org/drawingml/2006/main">
              <a:ext uri="{FF2B5EF4-FFF2-40B4-BE49-F238E27FC236}">
                <a16:creationId xmlns:a16="http://schemas.microsoft.com/office/drawing/2014/main" id="{30E07473-1FE4-ED4D-ABDA-C4460B82C76D}"/>
              </a:ext>
            </a:extLst>
          </p:cNvPr>
          <p:cNvSpPr>
            <a:spLocks xmlns:a="http://schemas.openxmlformats.org/drawingml/2006/main" noGrp="1"/>
          </p:cNvSpPr>
          <p:nvPr/>
        </p:nvSpPr>
        <p:spPr>
          <a:xfrm xmlns:a="http://schemas.openxmlformats.org/drawingml/2006/main" rot="0" flipH="0" flipV="0">
            <a:off x="602397" y="329016"/>
            <a:ext cx="49567" cy="84456"/>
          </a:xfrm>
          <a:custGeom xmlns:a="http://schemas.openxmlformats.org/drawingml/2006/main">
            <a:gdLst>
              <a:gd name="connsiteX0" fmla="*/ 160020 w 160020"/>
              <a:gd name="connsiteY0" fmla="*/ 5005 h 272657"/>
              <a:gd name="connsiteX1" fmla="*/ 150495 w 160020"/>
              <a:gd name="connsiteY1" fmla="*/ 68823 h 272657"/>
              <a:gd name="connsiteX2" fmla="*/ 116205 w 160020"/>
              <a:gd name="connsiteY2" fmla="*/ 60250 h 272657"/>
              <a:gd name="connsiteX3" fmla="*/ 61913 w 160020"/>
              <a:gd name="connsiteY3" fmla="*/ 135498 h 272657"/>
              <a:gd name="connsiteX4" fmla="*/ 61913 w 160020"/>
              <a:gd name="connsiteY4" fmla="*/ 272658 h 272657"/>
              <a:gd name="connsiteX5" fmla="*/ 0 w 160020"/>
              <a:gd name="connsiteY5" fmla="*/ 272658 h 272657"/>
              <a:gd name="connsiteX6" fmla="*/ 0 w 160020"/>
              <a:gd name="connsiteY6" fmla="*/ 5958 h 272657"/>
              <a:gd name="connsiteX7" fmla="*/ 60960 w 160020"/>
              <a:gd name="connsiteY7" fmla="*/ 5958 h 272657"/>
              <a:gd name="connsiteX8" fmla="*/ 60960 w 160020"/>
              <a:gd name="connsiteY8" fmla="*/ 40248 h 272657"/>
              <a:gd name="connsiteX9" fmla="*/ 61913 w 160020"/>
              <a:gd name="connsiteY9" fmla="*/ 40248 h 272657"/>
              <a:gd name="connsiteX10" fmla="*/ 131445 w 160020"/>
              <a:gd name="connsiteY10" fmla="*/ 243 h 272657"/>
              <a:gd name="connsiteX11" fmla="*/ 160020 w 160020"/>
              <a:gd name="connsiteY11" fmla="*/ 5005 h 272657"/>
            </a:gdLst>
            <a:rect l="l" t="t" r="r" b="b"/>
            <a:pathLst>
              <a:path w="160020" h="272657">
                <a:moveTo>
                  <a:pt x="160020" y="5005"/>
                </a:moveTo>
                <a:lnTo>
                  <a:pt x="150495" y="68823"/>
                </a:lnTo>
                <a:cubicBezTo>
                  <a:pt x="140970" y="64060"/>
                  <a:pt x="129540" y="60250"/>
                  <a:pt x="116205" y="60250"/>
                </a:cubicBezTo>
                <a:cubicBezTo>
                  <a:pt x="73342"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7" y="-710"/>
                  <a:pt x="150495" y="1195"/>
                  <a:pt x="160020" y="5005"/>
                </a:cubicBezTo>
                <a:close/>
              </a:path>
            </a:pathLst>
          </a:custGeom>
          <a:solidFill xmlns:a="http://schemas.openxmlformats.org/drawingml/2006/main">
            <a:srgbClr val="041E42"/>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94" name="Freihandform: Form 141">
            <a:extLst xmlns:a="http://schemas.openxmlformats.org/drawingml/2006/main">
              <a:ext uri="{FF2B5EF4-FFF2-40B4-BE49-F238E27FC236}">
                <a16:creationId xmlns:a16="http://schemas.microsoft.com/office/drawing/2014/main" id="{ACFFFEA1-E2B9-BF4B-8614-D4E5B5F85F27}"/>
              </a:ext>
            </a:extLst>
          </p:cNvPr>
          <p:cNvSpPr>
            <a:spLocks xmlns:a="http://schemas.openxmlformats.org/drawingml/2006/main" noGrp="1"/>
          </p:cNvSpPr>
          <p:nvPr/>
        </p:nvSpPr>
        <p:spPr>
          <a:xfrm xmlns:a="http://schemas.openxmlformats.org/drawingml/2006/main" rot="0" flipH="0" flipV="0">
            <a:off x="665831" y="294277"/>
            <a:ext cx="24488" cy="119196"/>
          </a:xfrm>
          <a:custGeom xmlns:a="http://schemas.openxmlformats.org/drawingml/2006/main">
            <a:gdLst>
              <a:gd name="connsiteX0" fmla="*/ 79058 w 79057"/>
              <a:gd name="connsiteY0" fmla="*/ 38100 h 384810"/>
              <a:gd name="connsiteX1" fmla="*/ 39052 w 79057"/>
              <a:gd name="connsiteY1" fmla="*/ 76200 h 384810"/>
              <a:gd name="connsiteX2" fmla="*/ 0 w 79057"/>
              <a:gd name="connsiteY2" fmla="*/ 38100 h 384810"/>
              <a:gd name="connsiteX3" fmla="*/ 39052 w 79057"/>
              <a:gd name="connsiteY3" fmla="*/ 0 h 384810"/>
              <a:gd name="connsiteX4" fmla="*/ 79058 w 79057"/>
              <a:gd name="connsiteY4" fmla="*/ 38100 h 384810"/>
              <a:gd name="connsiteX5" fmla="*/ 70485 w 79057"/>
              <a:gd name="connsiteY5" fmla="*/ 384810 h 384810"/>
              <a:gd name="connsiteX6" fmla="*/ 8573 w 79057"/>
              <a:gd name="connsiteY6" fmla="*/ 384810 h 384810"/>
              <a:gd name="connsiteX7" fmla="*/ 8573 w 79057"/>
              <a:gd name="connsiteY7" fmla="*/ 118110 h 384810"/>
              <a:gd name="connsiteX8" fmla="*/ 70485 w 79057"/>
              <a:gd name="connsiteY8" fmla="*/ 118110 h 384810"/>
              <a:gd name="connsiteX9" fmla="*/ 70485 w 79057"/>
              <a:gd name="connsiteY9" fmla="*/ 384810 h 384810"/>
            </a:gdLst>
            <a:rect l="l" t="t" r="r" b="b"/>
            <a:pathLst>
              <a:path w="79057" h="384810">
                <a:moveTo>
                  <a:pt x="79058" y="38100"/>
                </a:moveTo>
                <a:cubicBezTo>
                  <a:pt x="79058" y="60007"/>
                  <a:pt x="60960" y="76200"/>
                  <a:pt x="39052" y="76200"/>
                </a:cubicBezTo>
                <a:cubicBezTo>
                  <a:pt x="17145" y="76200"/>
                  <a:pt x="0" y="60960"/>
                  <a:pt x="0" y="38100"/>
                </a:cubicBezTo>
                <a:cubicBezTo>
                  <a:pt x="0" y="16193"/>
                  <a:pt x="18098" y="0"/>
                  <a:pt x="39052" y="0"/>
                </a:cubicBezTo>
                <a:cubicBezTo>
                  <a:pt x="60960" y="0"/>
                  <a:pt x="79058" y="16193"/>
                  <a:pt x="79058" y="38100"/>
                </a:cubicBezTo>
                <a:close/>
                <a:moveTo>
                  <a:pt x="70485" y="384810"/>
                </a:moveTo>
                <a:lnTo>
                  <a:pt x="8573" y="384810"/>
                </a:lnTo>
                <a:lnTo>
                  <a:pt x="8573" y="118110"/>
                </a:lnTo>
                <a:lnTo>
                  <a:pt x="70485" y="118110"/>
                </a:lnTo>
                <a:lnTo>
                  <a:pt x="70485" y="384810"/>
                </a:lnTo>
                <a:close/>
              </a:path>
            </a:pathLst>
          </a:custGeom>
          <a:solidFill xmlns:a="http://schemas.openxmlformats.org/drawingml/2006/main">
            <a:srgbClr val="041E42"/>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95" name="Freihandform: Form 142">
            <a:extLst xmlns:a="http://schemas.openxmlformats.org/drawingml/2006/main">
              <a:ext uri="{FF2B5EF4-FFF2-40B4-BE49-F238E27FC236}">
                <a16:creationId xmlns:a16="http://schemas.microsoft.com/office/drawing/2014/main" id="{DCFE20F4-1FAA-3B4B-AFD3-FE5FED6F8703}"/>
              </a:ext>
            </a:extLst>
          </p:cNvPr>
          <p:cNvSpPr>
            <a:spLocks xmlns:a="http://schemas.openxmlformats.org/drawingml/2006/main" noGrp="1"/>
          </p:cNvSpPr>
          <p:nvPr/>
        </p:nvSpPr>
        <p:spPr>
          <a:xfrm xmlns:a="http://schemas.openxmlformats.org/drawingml/2006/main" rot="0" flipH="0" flipV="0">
            <a:off x="708022" y="329092"/>
            <a:ext cx="75235" cy="86446"/>
          </a:xfrm>
          <a:custGeom xmlns:a="http://schemas.openxmlformats.org/drawingml/2006/main">
            <a:gdLst>
              <a:gd name="connsiteX0" fmla="*/ 132397 w 242887"/>
              <a:gd name="connsiteY0" fmla="*/ 279083 h 279082"/>
              <a:gd name="connsiteX1" fmla="*/ 0 w 242887"/>
              <a:gd name="connsiteY1" fmla="*/ 139065 h 279082"/>
              <a:gd name="connsiteX2" fmla="*/ 124777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7 w 242887"/>
              <a:gd name="connsiteY6" fmla="*/ 225743 h 279082"/>
              <a:gd name="connsiteX7" fmla="*/ 198120 w 242887"/>
              <a:gd name="connsiteY7" fmla="*/ 194310 h 279082"/>
              <a:gd name="connsiteX8" fmla="*/ 237172 w 242887"/>
              <a:gd name="connsiteY8" fmla="*/ 235268 h 279082"/>
              <a:gd name="connsiteX9" fmla="*/ 132397 w 242887"/>
              <a:gd name="connsiteY9" fmla="*/ 279083 h 279082"/>
              <a:gd name="connsiteX10" fmla="*/ 61913 w 242887"/>
              <a:gd name="connsiteY10" fmla="*/ 115253 h 279082"/>
              <a:gd name="connsiteX11" fmla="*/ 182880 w 242887"/>
              <a:gd name="connsiteY11" fmla="*/ 115253 h 279082"/>
              <a:gd name="connsiteX12" fmla="*/ 123825 w 242887"/>
              <a:gd name="connsiteY12" fmla="*/ 50482 h 279082"/>
              <a:gd name="connsiteX13" fmla="*/ 61913 w 242887"/>
              <a:gd name="connsiteY13" fmla="*/ 115253 h 279082"/>
            </a:gdLst>
            <a:rect l="l" t="t" r="r" b="b"/>
            <a:pathLst>
              <a:path w="242887" h="279082">
                <a:moveTo>
                  <a:pt x="132397" y="279083"/>
                </a:moveTo>
                <a:cubicBezTo>
                  <a:pt x="53340" y="279083"/>
                  <a:pt x="0" y="222885"/>
                  <a:pt x="0" y="139065"/>
                </a:cubicBezTo>
                <a:cubicBezTo>
                  <a:pt x="0" y="56197"/>
                  <a:pt x="50482" y="0"/>
                  <a:pt x="124777" y="0"/>
                </a:cubicBezTo>
                <a:cubicBezTo>
                  <a:pt x="196215" y="0"/>
                  <a:pt x="242888" y="53340"/>
                  <a:pt x="242888" y="135255"/>
                </a:cubicBezTo>
                <a:cubicBezTo>
                  <a:pt x="242888" y="143828"/>
                  <a:pt x="241935" y="153353"/>
                  <a:pt x="241935" y="160972"/>
                </a:cubicBezTo>
                <a:lnTo>
                  <a:pt x="62865" y="160972"/>
                </a:lnTo>
                <a:cubicBezTo>
                  <a:pt x="69532" y="201930"/>
                  <a:pt x="94297" y="225743"/>
                  <a:pt x="132397" y="225743"/>
                </a:cubicBezTo>
                <a:cubicBezTo>
                  <a:pt x="157163" y="225743"/>
                  <a:pt x="177165" y="216218"/>
                  <a:pt x="198120" y="194310"/>
                </a:cubicBezTo>
                <a:lnTo>
                  <a:pt x="237172" y="235268"/>
                </a:lnTo>
                <a:cubicBezTo>
                  <a:pt x="206692" y="264795"/>
                  <a:pt x="172402" y="279083"/>
                  <a:pt x="132397" y="279083"/>
                </a:cubicBezTo>
                <a:close/>
                <a:moveTo>
                  <a:pt x="61913" y="115253"/>
                </a:moveTo>
                <a:lnTo>
                  <a:pt x="182880" y="115253"/>
                </a:lnTo>
                <a:cubicBezTo>
                  <a:pt x="180022" y="74295"/>
                  <a:pt x="159067" y="50482"/>
                  <a:pt x="123825" y="50482"/>
                </a:cubicBezTo>
                <a:cubicBezTo>
                  <a:pt x="89535" y="50482"/>
                  <a:pt x="67627" y="74295"/>
                  <a:pt x="61913" y="115253"/>
                </a:cubicBezTo>
                <a:close/>
              </a:path>
            </a:pathLst>
          </a:custGeom>
          <a:solidFill xmlns:a="http://schemas.openxmlformats.org/drawingml/2006/main">
            <a:srgbClr val="041E42"/>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96" name="Freihandform: Form 143">
            <a:extLst xmlns:a="http://schemas.openxmlformats.org/drawingml/2006/main">
              <a:ext uri="{FF2B5EF4-FFF2-40B4-BE49-F238E27FC236}">
                <a16:creationId xmlns:a16="http://schemas.microsoft.com/office/drawing/2014/main" id="{3D433F7E-E5FB-4B45-87E4-D54E97FD3DEE}"/>
              </a:ext>
            </a:extLst>
          </p:cNvPr>
          <p:cNvSpPr>
            <a:spLocks xmlns:a="http://schemas.openxmlformats.org/drawingml/2006/main" noGrp="1"/>
          </p:cNvSpPr>
          <p:nvPr/>
        </p:nvSpPr>
        <p:spPr>
          <a:xfrm xmlns:a="http://schemas.openxmlformats.org/drawingml/2006/main" rot="0" flipH="0" flipV="0">
            <a:off x="800370" y="293096"/>
            <a:ext cx="77005" cy="122736"/>
          </a:xfrm>
          <a:custGeom xmlns:a="http://schemas.openxmlformats.org/drawingml/2006/main">
            <a:gdLst>
              <a:gd name="connsiteX0" fmla="*/ 0 w 248602"/>
              <a:gd name="connsiteY0" fmla="*/ 255270 h 396239"/>
              <a:gd name="connsiteX1" fmla="*/ 108585 w 248602"/>
              <a:gd name="connsiteY1" fmla="*/ 116205 h 396239"/>
              <a:gd name="connsiteX2" fmla="*/ 185738 w 248602"/>
              <a:gd name="connsiteY2" fmla="*/ 152400 h 396239"/>
              <a:gd name="connsiteX3" fmla="*/ 186690 w 248602"/>
              <a:gd name="connsiteY3" fmla="*/ 152400 h 396239"/>
              <a:gd name="connsiteX4" fmla="*/ 186690 w 248602"/>
              <a:gd name="connsiteY4" fmla="*/ 15240 h 396239"/>
              <a:gd name="connsiteX5" fmla="*/ 248602 w 248602"/>
              <a:gd name="connsiteY5" fmla="*/ 0 h 396239"/>
              <a:gd name="connsiteX6" fmla="*/ 248602 w 248602"/>
              <a:gd name="connsiteY6" fmla="*/ 389573 h 396239"/>
              <a:gd name="connsiteX7" fmla="*/ 187642 w 248602"/>
              <a:gd name="connsiteY7" fmla="*/ 389573 h 396239"/>
              <a:gd name="connsiteX8" fmla="*/ 187642 w 248602"/>
              <a:gd name="connsiteY8" fmla="*/ 358140 h 396239"/>
              <a:gd name="connsiteX9" fmla="*/ 186690 w 248602"/>
              <a:gd name="connsiteY9" fmla="*/ 358140 h 396239"/>
              <a:gd name="connsiteX10" fmla="*/ 106680 w 248602"/>
              <a:gd name="connsiteY10" fmla="*/ 396240 h 396239"/>
              <a:gd name="connsiteX11" fmla="*/ 0 w 248602"/>
              <a:gd name="connsiteY11" fmla="*/ 255270 h 396239"/>
              <a:gd name="connsiteX12" fmla="*/ 60960 w 248602"/>
              <a:gd name="connsiteY12" fmla="*/ 255270 h 396239"/>
              <a:gd name="connsiteX13" fmla="*/ 122872 w 248602"/>
              <a:gd name="connsiteY13" fmla="*/ 340995 h 396239"/>
              <a:gd name="connsiteX14" fmla="*/ 186690 w 248602"/>
              <a:gd name="connsiteY14" fmla="*/ 305753 h 396239"/>
              <a:gd name="connsiteX15" fmla="*/ 186690 w 248602"/>
              <a:gd name="connsiteY15" fmla="*/ 207645 h 396239"/>
              <a:gd name="connsiteX16" fmla="*/ 122872 w 248602"/>
              <a:gd name="connsiteY16" fmla="*/ 172402 h 396239"/>
              <a:gd name="connsiteX17" fmla="*/ 60960 w 248602"/>
              <a:gd name="connsiteY17" fmla="*/ 255270 h 396239"/>
            </a:gdLst>
            <a:rect l="l" t="t" r="r" b="b"/>
            <a:pathLst>
              <a:path w="248602" h="396239">
                <a:moveTo>
                  <a:pt x="0" y="255270"/>
                </a:moveTo>
                <a:cubicBezTo>
                  <a:pt x="0" y="169545"/>
                  <a:pt x="43815" y="116205"/>
                  <a:pt x="108585" y="116205"/>
                </a:cubicBezTo>
                <a:cubicBezTo>
                  <a:pt x="141922" y="116205"/>
                  <a:pt x="168592" y="130493"/>
                  <a:pt x="185738" y="152400"/>
                </a:cubicBezTo>
                <a:lnTo>
                  <a:pt x="186690" y="152400"/>
                </a:lnTo>
                <a:lnTo>
                  <a:pt x="186690" y="15240"/>
                </a:lnTo>
                <a:lnTo>
                  <a:pt x="248602" y="0"/>
                </a:lnTo>
                <a:lnTo>
                  <a:pt x="248602" y="389573"/>
                </a:lnTo>
                <a:lnTo>
                  <a:pt x="187642" y="389573"/>
                </a:lnTo>
                <a:lnTo>
                  <a:pt x="187642" y="358140"/>
                </a:lnTo>
                <a:lnTo>
                  <a:pt x="186690" y="358140"/>
                </a:lnTo>
                <a:cubicBezTo>
                  <a:pt x="167640" y="381953"/>
                  <a:pt x="140017" y="396240"/>
                  <a:pt x="106680" y="396240"/>
                </a:cubicBezTo>
                <a:cubicBezTo>
                  <a:pt x="43815" y="395288"/>
                  <a:pt x="0" y="340995"/>
                  <a:pt x="0" y="255270"/>
                </a:cubicBezTo>
                <a:close/>
                <a:moveTo>
                  <a:pt x="60960" y="255270"/>
                </a:moveTo>
                <a:cubicBezTo>
                  <a:pt x="60960" y="309563"/>
                  <a:pt x="83820" y="340995"/>
                  <a:pt x="122872" y="340995"/>
                </a:cubicBezTo>
                <a:cubicBezTo>
                  <a:pt x="146685" y="340995"/>
                  <a:pt x="166688" y="329565"/>
                  <a:pt x="186690" y="305753"/>
                </a:cubicBezTo>
                <a:lnTo>
                  <a:pt x="186690" y="207645"/>
                </a:lnTo>
                <a:cubicBezTo>
                  <a:pt x="168592" y="183833"/>
                  <a:pt x="148590" y="172402"/>
                  <a:pt x="122872" y="172402"/>
                </a:cubicBezTo>
                <a:cubicBezTo>
                  <a:pt x="82867" y="172402"/>
                  <a:pt x="60960" y="201930"/>
                  <a:pt x="60960" y="255270"/>
                </a:cubicBezTo>
                <a:close/>
              </a:path>
            </a:pathLst>
          </a:custGeom>
          <a:solidFill xmlns:a="http://schemas.openxmlformats.org/drawingml/2006/main">
            <a:srgbClr val="041E42"/>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97" name="Freihandform: Form 144">
            <a:extLst xmlns:a="http://schemas.openxmlformats.org/drawingml/2006/main">
              <a:ext uri="{FF2B5EF4-FFF2-40B4-BE49-F238E27FC236}">
                <a16:creationId xmlns:a16="http://schemas.microsoft.com/office/drawing/2014/main" id="{39EB8253-0480-F945-BF50-3C39BC415AEF}"/>
              </a:ext>
            </a:extLst>
          </p:cNvPr>
          <p:cNvSpPr>
            <a:spLocks xmlns:a="http://schemas.openxmlformats.org/drawingml/2006/main" noGrp="1"/>
          </p:cNvSpPr>
          <p:nvPr/>
        </p:nvSpPr>
        <p:spPr>
          <a:xfrm xmlns:a="http://schemas.openxmlformats.org/drawingml/2006/main" rot="0" flipH="0" flipV="0">
            <a:off x="903044" y="329016"/>
            <a:ext cx="49567" cy="84456"/>
          </a:xfrm>
          <a:custGeom xmlns:a="http://schemas.openxmlformats.org/drawingml/2006/main">
            <a:gdLst>
              <a:gd name="connsiteX0" fmla="*/ 160020 w 160020"/>
              <a:gd name="connsiteY0" fmla="*/ 5005 h 272657"/>
              <a:gd name="connsiteX1" fmla="*/ 150495 w 160020"/>
              <a:gd name="connsiteY1" fmla="*/ 68823 h 272657"/>
              <a:gd name="connsiteX2" fmla="*/ 116205 w 160020"/>
              <a:gd name="connsiteY2" fmla="*/ 60250 h 272657"/>
              <a:gd name="connsiteX3" fmla="*/ 61913 w 160020"/>
              <a:gd name="connsiteY3" fmla="*/ 135498 h 272657"/>
              <a:gd name="connsiteX4" fmla="*/ 61913 w 160020"/>
              <a:gd name="connsiteY4" fmla="*/ 272658 h 272657"/>
              <a:gd name="connsiteX5" fmla="*/ 0 w 160020"/>
              <a:gd name="connsiteY5" fmla="*/ 272658 h 272657"/>
              <a:gd name="connsiteX6" fmla="*/ 0 w 160020"/>
              <a:gd name="connsiteY6" fmla="*/ 5958 h 272657"/>
              <a:gd name="connsiteX7" fmla="*/ 60960 w 160020"/>
              <a:gd name="connsiteY7" fmla="*/ 5958 h 272657"/>
              <a:gd name="connsiteX8" fmla="*/ 60960 w 160020"/>
              <a:gd name="connsiteY8" fmla="*/ 40248 h 272657"/>
              <a:gd name="connsiteX9" fmla="*/ 61913 w 160020"/>
              <a:gd name="connsiteY9" fmla="*/ 40248 h 272657"/>
              <a:gd name="connsiteX10" fmla="*/ 131445 w 160020"/>
              <a:gd name="connsiteY10" fmla="*/ 243 h 272657"/>
              <a:gd name="connsiteX11" fmla="*/ 160020 w 160020"/>
              <a:gd name="connsiteY11" fmla="*/ 5005 h 272657"/>
            </a:gdLst>
            <a:rect l="l" t="t" r="r" b="b"/>
            <a:pathLst>
              <a:path w="160020" h="272657">
                <a:moveTo>
                  <a:pt x="160020" y="5005"/>
                </a:moveTo>
                <a:lnTo>
                  <a:pt x="150495" y="68823"/>
                </a:lnTo>
                <a:cubicBezTo>
                  <a:pt x="140970" y="64060"/>
                  <a:pt x="129540" y="60250"/>
                  <a:pt x="116205" y="60250"/>
                </a:cubicBezTo>
                <a:cubicBezTo>
                  <a:pt x="73343"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8" y="-710"/>
                  <a:pt x="150495" y="1195"/>
                  <a:pt x="160020" y="5005"/>
                </a:cubicBezTo>
                <a:close/>
              </a:path>
            </a:pathLst>
          </a:custGeom>
          <a:solidFill xmlns:a="http://schemas.openxmlformats.org/drawingml/2006/main">
            <a:srgbClr val="041E42"/>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98" name="Freihandform: Form 145">
            <a:extLst xmlns:a="http://schemas.openxmlformats.org/drawingml/2006/main">
              <a:ext uri="{FF2B5EF4-FFF2-40B4-BE49-F238E27FC236}">
                <a16:creationId xmlns:a16="http://schemas.microsoft.com/office/drawing/2014/main" id="{3C3CAEA5-31EB-6B48-8A0B-FDDA4E37BB49}"/>
              </a:ext>
            </a:extLst>
          </p:cNvPr>
          <p:cNvSpPr>
            <a:spLocks xmlns:a="http://schemas.openxmlformats.org/drawingml/2006/main" noGrp="1"/>
          </p:cNvSpPr>
          <p:nvPr/>
        </p:nvSpPr>
        <p:spPr>
          <a:xfrm xmlns:a="http://schemas.openxmlformats.org/drawingml/2006/main" rot="0" flipH="0" flipV="0">
            <a:off x="966184" y="294277"/>
            <a:ext cx="24488" cy="119196"/>
          </a:xfrm>
          <a:custGeom xmlns:a="http://schemas.openxmlformats.org/drawingml/2006/main">
            <a:gdLst>
              <a:gd name="connsiteX0" fmla="*/ 79058 w 79057"/>
              <a:gd name="connsiteY0" fmla="*/ 38100 h 384810"/>
              <a:gd name="connsiteX1" fmla="*/ 39052 w 79057"/>
              <a:gd name="connsiteY1" fmla="*/ 76200 h 384810"/>
              <a:gd name="connsiteX2" fmla="*/ 0 w 79057"/>
              <a:gd name="connsiteY2" fmla="*/ 38100 h 384810"/>
              <a:gd name="connsiteX3" fmla="*/ 39052 w 79057"/>
              <a:gd name="connsiteY3" fmla="*/ 0 h 384810"/>
              <a:gd name="connsiteX4" fmla="*/ 79058 w 79057"/>
              <a:gd name="connsiteY4" fmla="*/ 38100 h 384810"/>
              <a:gd name="connsiteX5" fmla="*/ 71438 w 79057"/>
              <a:gd name="connsiteY5" fmla="*/ 384810 h 384810"/>
              <a:gd name="connsiteX6" fmla="*/ 9525 w 79057"/>
              <a:gd name="connsiteY6" fmla="*/ 384810 h 384810"/>
              <a:gd name="connsiteX7" fmla="*/ 9525 w 79057"/>
              <a:gd name="connsiteY7" fmla="*/ 118110 h 384810"/>
              <a:gd name="connsiteX8" fmla="*/ 71438 w 79057"/>
              <a:gd name="connsiteY8" fmla="*/ 118110 h 384810"/>
              <a:gd name="connsiteX9" fmla="*/ 71438 w 79057"/>
              <a:gd name="connsiteY9" fmla="*/ 384810 h 384810"/>
            </a:gdLst>
            <a:rect l="l" t="t" r="r" b="b"/>
            <a:pathLst>
              <a:path w="79057" h="384810">
                <a:moveTo>
                  <a:pt x="79058" y="38100"/>
                </a:moveTo>
                <a:cubicBezTo>
                  <a:pt x="79058" y="60007"/>
                  <a:pt x="60960" y="76200"/>
                  <a:pt x="39052" y="76200"/>
                </a:cubicBezTo>
                <a:cubicBezTo>
                  <a:pt x="17145" y="76200"/>
                  <a:pt x="0" y="60960"/>
                  <a:pt x="0" y="38100"/>
                </a:cubicBezTo>
                <a:cubicBezTo>
                  <a:pt x="0" y="16193"/>
                  <a:pt x="18097" y="0"/>
                  <a:pt x="39052" y="0"/>
                </a:cubicBezTo>
                <a:cubicBezTo>
                  <a:pt x="61913" y="0"/>
                  <a:pt x="79058" y="16193"/>
                  <a:pt x="79058" y="38100"/>
                </a:cubicBezTo>
                <a:close/>
                <a:moveTo>
                  <a:pt x="71438" y="384810"/>
                </a:moveTo>
                <a:lnTo>
                  <a:pt x="9525" y="384810"/>
                </a:lnTo>
                <a:lnTo>
                  <a:pt x="9525" y="118110"/>
                </a:lnTo>
                <a:lnTo>
                  <a:pt x="71438" y="118110"/>
                </a:lnTo>
                <a:lnTo>
                  <a:pt x="71438" y="384810"/>
                </a:lnTo>
                <a:close/>
              </a:path>
            </a:pathLst>
          </a:custGeom>
          <a:solidFill xmlns:a="http://schemas.openxmlformats.org/drawingml/2006/main">
            <a:srgbClr val="041E42"/>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99" name="Freihandform: Form 146">
            <a:extLst xmlns:a="http://schemas.openxmlformats.org/drawingml/2006/main">
              <a:ext uri="{FF2B5EF4-FFF2-40B4-BE49-F238E27FC236}">
                <a16:creationId xmlns:a16="http://schemas.microsoft.com/office/drawing/2014/main" id="{6BF62CD0-F5B5-8845-8426-81D7F83163CB}"/>
              </a:ext>
            </a:extLst>
          </p:cNvPr>
          <p:cNvSpPr>
            <a:spLocks xmlns:a="http://schemas.openxmlformats.org/drawingml/2006/main" noGrp="1"/>
          </p:cNvSpPr>
          <p:nvPr/>
        </p:nvSpPr>
        <p:spPr>
          <a:xfrm xmlns:a="http://schemas.openxmlformats.org/drawingml/2006/main" rot="0" flipH="0" flipV="0">
            <a:off x="1008964" y="328796"/>
            <a:ext cx="69629" cy="86741"/>
          </a:xfrm>
          <a:custGeom xmlns:a="http://schemas.openxmlformats.org/drawingml/2006/main">
            <a:gdLst>
              <a:gd name="connsiteX0" fmla="*/ 222885 w 224789"/>
              <a:gd name="connsiteY0" fmla="*/ 237172 h 280034"/>
              <a:gd name="connsiteX1" fmla="*/ 127635 w 224789"/>
              <a:gd name="connsiteY1" fmla="*/ 280035 h 280034"/>
              <a:gd name="connsiteX2" fmla="*/ 0 w 224789"/>
              <a:gd name="connsiteY2" fmla="*/ 140970 h 280034"/>
              <a:gd name="connsiteX3" fmla="*/ 128588 w 224789"/>
              <a:gd name="connsiteY3" fmla="*/ 0 h 280034"/>
              <a:gd name="connsiteX4" fmla="*/ 224790 w 224789"/>
              <a:gd name="connsiteY4" fmla="*/ 45720 h 280034"/>
              <a:gd name="connsiteX5" fmla="*/ 181927 w 224789"/>
              <a:gd name="connsiteY5" fmla="*/ 86678 h 280034"/>
              <a:gd name="connsiteX6" fmla="*/ 128588 w 224789"/>
              <a:gd name="connsiteY6" fmla="*/ 57150 h 280034"/>
              <a:gd name="connsiteX7" fmla="*/ 62865 w 224789"/>
              <a:gd name="connsiteY7" fmla="*/ 140018 h 280034"/>
              <a:gd name="connsiteX8" fmla="*/ 128588 w 224789"/>
              <a:gd name="connsiteY8" fmla="*/ 222885 h 280034"/>
              <a:gd name="connsiteX9" fmla="*/ 183833 w 224789"/>
              <a:gd name="connsiteY9" fmla="*/ 193358 h 280034"/>
              <a:gd name="connsiteX10" fmla="*/ 222885 w 224789"/>
              <a:gd name="connsiteY10" fmla="*/ 237172 h 280034"/>
            </a:gdLst>
            <a:rect l="l" t="t" r="r" b="b"/>
            <a:pathLst>
              <a:path w="224789" h="280034">
                <a:moveTo>
                  <a:pt x="222885" y="237172"/>
                </a:moveTo>
                <a:cubicBezTo>
                  <a:pt x="196215" y="266700"/>
                  <a:pt x="165735" y="280035"/>
                  <a:pt x="127635" y="280035"/>
                </a:cubicBezTo>
                <a:cubicBezTo>
                  <a:pt x="51435" y="280035"/>
                  <a:pt x="0" y="224790"/>
                  <a:pt x="0" y="140970"/>
                </a:cubicBezTo>
                <a:cubicBezTo>
                  <a:pt x="0" y="57150"/>
                  <a:pt x="51435" y="0"/>
                  <a:pt x="128588" y="0"/>
                </a:cubicBezTo>
                <a:cubicBezTo>
                  <a:pt x="168592" y="0"/>
                  <a:pt x="200977" y="15240"/>
                  <a:pt x="224790" y="45720"/>
                </a:cubicBezTo>
                <a:lnTo>
                  <a:pt x="181927" y="86678"/>
                </a:lnTo>
                <a:cubicBezTo>
                  <a:pt x="166688" y="66675"/>
                  <a:pt x="149542" y="57150"/>
                  <a:pt x="128588" y="57150"/>
                </a:cubicBezTo>
                <a:cubicBezTo>
                  <a:pt x="89535" y="57150"/>
                  <a:pt x="62865" y="89535"/>
                  <a:pt x="62865" y="140018"/>
                </a:cubicBezTo>
                <a:cubicBezTo>
                  <a:pt x="62865" y="189547"/>
                  <a:pt x="89535" y="222885"/>
                  <a:pt x="128588" y="222885"/>
                </a:cubicBezTo>
                <a:cubicBezTo>
                  <a:pt x="149542" y="222885"/>
                  <a:pt x="166688" y="213360"/>
                  <a:pt x="183833" y="193358"/>
                </a:cubicBezTo>
                <a:lnTo>
                  <a:pt x="222885" y="237172"/>
                </a:lnTo>
                <a:close/>
              </a:path>
            </a:pathLst>
          </a:custGeom>
          <a:solidFill xmlns:a="http://schemas.openxmlformats.org/drawingml/2006/main">
            <a:srgbClr val="041E42"/>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00" name="Freihandform: Form 147">
            <a:extLst xmlns:a="http://schemas.openxmlformats.org/drawingml/2006/main">
              <a:ext uri="{FF2B5EF4-FFF2-40B4-BE49-F238E27FC236}">
                <a16:creationId xmlns:a16="http://schemas.microsoft.com/office/drawing/2014/main" id="{74F82E2E-2B50-F84C-8BD0-1F0FD1E8B441}"/>
              </a:ext>
            </a:extLst>
          </p:cNvPr>
          <p:cNvSpPr>
            <a:spLocks xmlns:a="http://schemas.openxmlformats.org/drawingml/2006/main" noGrp="1"/>
          </p:cNvSpPr>
          <p:nvPr/>
        </p:nvSpPr>
        <p:spPr>
          <a:xfrm xmlns:a="http://schemas.openxmlformats.org/drawingml/2006/main" rot="0" flipH="0" flipV="0">
            <a:off x="1095117" y="293096"/>
            <a:ext cx="71105" cy="120670"/>
          </a:xfrm>
          <a:custGeom xmlns:a="http://schemas.openxmlformats.org/drawingml/2006/main">
            <a:gdLst>
              <a:gd name="connsiteX0" fmla="*/ 229553 w 229552"/>
              <a:gd name="connsiteY0" fmla="*/ 388620 h 389572"/>
              <a:gd name="connsiteX1" fmla="*/ 167640 w 229552"/>
              <a:gd name="connsiteY1" fmla="*/ 388620 h 389572"/>
              <a:gd name="connsiteX2" fmla="*/ 167640 w 229552"/>
              <a:gd name="connsiteY2" fmla="*/ 236220 h 389572"/>
              <a:gd name="connsiteX3" fmla="*/ 118110 w 229552"/>
              <a:gd name="connsiteY3" fmla="*/ 171450 h 389572"/>
              <a:gd name="connsiteX4" fmla="*/ 62865 w 229552"/>
              <a:gd name="connsiteY4" fmla="*/ 236220 h 389572"/>
              <a:gd name="connsiteX5" fmla="*/ 62865 w 229552"/>
              <a:gd name="connsiteY5" fmla="*/ 389573 h 389572"/>
              <a:gd name="connsiteX6" fmla="*/ 0 w 229552"/>
              <a:gd name="connsiteY6" fmla="*/ 389573 h 389572"/>
              <a:gd name="connsiteX7" fmla="*/ 0 w 229552"/>
              <a:gd name="connsiteY7" fmla="*/ 15240 h 389572"/>
              <a:gd name="connsiteX8" fmla="*/ 61913 w 229552"/>
              <a:gd name="connsiteY8" fmla="*/ 0 h 389572"/>
              <a:gd name="connsiteX9" fmla="*/ 61913 w 229552"/>
              <a:gd name="connsiteY9" fmla="*/ 155258 h 389572"/>
              <a:gd name="connsiteX10" fmla="*/ 62865 w 229552"/>
              <a:gd name="connsiteY10" fmla="*/ 155258 h 389572"/>
              <a:gd name="connsiteX11" fmla="*/ 140970 w 229552"/>
              <a:gd name="connsiteY11" fmla="*/ 116205 h 389572"/>
              <a:gd name="connsiteX12" fmla="*/ 228600 w 229552"/>
              <a:gd name="connsiteY12" fmla="*/ 223838 h 389572"/>
              <a:gd name="connsiteX13" fmla="*/ 228600 w 229552"/>
              <a:gd name="connsiteY13" fmla="*/ 388620 h 389572"/>
            </a:gdLst>
            <a:rect l="l" t="t" r="r" b="b"/>
            <a:pathLst>
              <a:path w="229552" h="389572">
                <a:moveTo>
                  <a:pt x="229553" y="388620"/>
                </a:moveTo>
                <a:lnTo>
                  <a:pt x="167640" y="388620"/>
                </a:lnTo>
                <a:lnTo>
                  <a:pt x="167640" y="236220"/>
                </a:lnTo>
                <a:cubicBezTo>
                  <a:pt x="167640" y="197168"/>
                  <a:pt x="155257" y="171450"/>
                  <a:pt x="118110" y="171450"/>
                </a:cubicBezTo>
                <a:cubicBezTo>
                  <a:pt x="75247" y="171450"/>
                  <a:pt x="62865" y="205740"/>
                  <a:pt x="62865" y="236220"/>
                </a:cubicBezTo>
                <a:lnTo>
                  <a:pt x="62865" y="389573"/>
                </a:lnTo>
                <a:lnTo>
                  <a:pt x="0" y="389573"/>
                </a:lnTo>
                <a:lnTo>
                  <a:pt x="0" y="15240"/>
                </a:lnTo>
                <a:lnTo>
                  <a:pt x="61913" y="0"/>
                </a:lnTo>
                <a:lnTo>
                  <a:pt x="61913" y="155258"/>
                </a:lnTo>
                <a:lnTo>
                  <a:pt x="62865" y="155258"/>
                </a:lnTo>
                <a:cubicBezTo>
                  <a:pt x="78105" y="131445"/>
                  <a:pt x="105728" y="116205"/>
                  <a:pt x="140970" y="116205"/>
                </a:cubicBezTo>
                <a:cubicBezTo>
                  <a:pt x="202882" y="116205"/>
                  <a:pt x="228600" y="161925"/>
                  <a:pt x="228600" y="223838"/>
                </a:cubicBezTo>
                <a:lnTo>
                  <a:pt x="228600" y="388620"/>
                </a:lnTo>
                <a:close/>
              </a:path>
            </a:pathLst>
          </a:custGeom>
          <a:solidFill xmlns:a="http://schemas.openxmlformats.org/drawingml/2006/main">
            <a:srgbClr val="041E42"/>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01" name="Freihandform: Form 148">
            <a:extLst xmlns:a="http://schemas.openxmlformats.org/drawingml/2006/main">
              <a:ext uri="{FF2B5EF4-FFF2-40B4-BE49-F238E27FC236}">
                <a16:creationId xmlns:a16="http://schemas.microsoft.com/office/drawing/2014/main" id="{764A666C-D860-AD49-B7E5-01027DAF2F9E}"/>
              </a:ext>
            </a:extLst>
          </p:cNvPr>
          <p:cNvSpPr>
            <a:spLocks xmlns:a="http://schemas.openxmlformats.org/drawingml/2006/main" noGrp="1"/>
          </p:cNvSpPr>
          <p:nvPr/>
        </p:nvSpPr>
        <p:spPr>
          <a:xfrm xmlns:a="http://schemas.openxmlformats.org/drawingml/2006/main" rot="0" flipH="0" flipV="0">
            <a:off x="1188350" y="353875"/>
            <a:ext cx="40420" cy="18292"/>
          </a:xfrm>
          <a:custGeom xmlns:a="http://schemas.openxmlformats.org/drawingml/2006/main">
            <a:gdLst>
              <a:gd name="connsiteX0" fmla="*/ 130492 w 130492"/>
              <a:gd name="connsiteY0" fmla="*/ 59055 h 59055"/>
              <a:gd name="connsiteX1" fmla="*/ 0 w 130492"/>
              <a:gd name="connsiteY1" fmla="*/ 59055 h 59055"/>
              <a:gd name="connsiteX2" fmla="*/ 0 w 130492"/>
              <a:gd name="connsiteY2" fmla="*/ 0 h 59055"/>
              <a:gd name="connsiteX3" fmla="*/ 130492 w 130492"/>
              <a:gd name="connsiteY3" fmla="*/ 0 h 59055"/>
              <a:gd name="connsiteX4" fmla="*/ 130492 w 130492"/>
              <a:gd name="connsiteY4" fmla="*/ 59055 h 59055"/>
            </a:gdLst>
            <a:rect l="l" t="t" r="r" b="b"/>
            <a:pathLst>
              <a:path w="130492" h="59055">
                <a:moveTo>
                  <a:pt x="130492" y="59055"/>
                </a:moveTo>
                <a:lnTo>
                  <a:pt x="0" y="59055"/>
                </a:lnTo>
                <a:lnTo>
                  <a:pt x="0" y="0"/>
                </a:lnTo>
                <a:lnTo>
                  <a:pt x="130492" y="0"/>
                </a:lnTo>
                <a:lnTo>
                  <a:pt x="130492" y="59055"/>
                </a:lnTo>
                <a:close/>
              </a:path>
            </a:pathLst>
          </a:custGeom>
          <a:solidFill xmlns:a="http://schemas.openxmlformats.org/drawingml/2006/main">
            <a:srgbClr val="041E42"/>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02" name="Freihandform: Form 149">
            <a:extLst xmlns:a="http://schemas.openxmlformats.org/drawingml/2006/main">
              <a:ext uri="{FF2B5EF4-FFF2-40B4-BE49-F238E27FC236}">
                <a16:creationId xmlns:a16="http://schemas.microsoft.com/office/drawing/2014/main" id="{A60FAD8F-356D-9A49-8917-F8D75E39E254}"/>
              </a:ext>
            </a:extLst>
          </p:cNvPr>
          <p:cNvSpPr>
            <a:spLocks xmlns:a="http://schemas.openxmlformats.org/drawingml/2006/main" noGrp="1"/>
          </p:cNvSpPr>
          <p:nvPr/>
        </p:nvSpPr>
        <p:spPr>
          <a:xfrm xmlns:a="http://schemas.openxmlformats.org/drawingml/2006/main" rot="0" flipH="0" flipV="0">
            <a:off x="1239097" y="299293"/>
            <a:ext cx="106214" cy="114180"/>
          </a:xfrm>
          <a:custGeom xmlns:a="http://schemas.openxmlformats.org/drawingml/2006/main">
            <a:gdLst>
              <a:gd name="connsiteX0" fmla="*/ 136208 w 342900"/>
              <a:gd name="connsiteY0" fmla="*/ 0 h 368617"/>
              <a:gd name="connsiteX1" fmla="*/ 205740 w 342900"/>
              <a:gd name="connsiteY1" fmla="*/ 0 h 368617"/>
              <a:gd name="connsiteX2" fmla="*/ 342900 w 342900"/>
              <a:gd name="connsiteY2" fmla="*/ 368618 h 368617"/>
              <a:gd name="connsiteX3" fmla="*/ 271463 w 342900"/>
              <a:gd name="connsiteY3" fmla="*/ 368618 h 368617"/>
              <a:gd name="connsiteX4" fmla="*/ 244793 w 342900"/>
              <a:gd name="connsiteY4" fmla="*/ 290512 h 368617"/>
              <a:gd name="connsiteX5" fmla="*/ 96203 w 342900"/>
              <a:gd name="connsiteY5" fmla="*/ 290512 h 368617"/>
              <a:gd name="connsiteX6" fmla="*/ 69533 w 342900"/>
              <a:gd name="connsiteY6" fmla="*/ 368618 h 368617"/>
              <a:gd name="connsiteX7" fmla="*/ 0 w 342900"/>
              <a:gd name="connsiteY7" fmla="*/ 368618 h 368617"/>
              <a:gd name="connsiteX8" fmla="*/ 136208 w 342900"/>
              <a:gd name="connsiteY8" fmla="*/ 0 h 368617"/>
              <a:gd name="connsiteX9" fmla="*/ 116205 w 342900"/>
              <a:gd name="connsiteY9" fmla="*/ 231458 h 368617"/>
              <a:gd name="connsiteX10" fmla="*/ 223838 w 342900"/>
              <a:gd name="connsiteY10" fmla="*/ 231458 h 368617"/>
              <a:gd name="connsiteX11" fmla="*/ 170498 w 342900"/>
              <a:gd name="connsiteY11" fmla="*/ 75247 h 368617"/>
              <a:gd name="connsiteX12" fmla="*/ 169545 w 342900"/>
              <a:gd name="connsiteY12" fmla="*/ 75247 h 368617"/>
              <a:gd name="connsiteX13" fmla="*/ 116205 w 342900"/>
              <a:gd name="connsiteY13" fmla="*/ 231458 h 368617"/>
            </a:gdLst>
            <a:rect l="l" t="t" r="r" b="b"/>
            <a:pathLst>
              <a:path w="342900" h="368617">
                <a:moveTo>
                  <a:pt x="136208" y="0"/>
                </a:moveTo>
                <a:lnTo>
                  <a:pt x="205740" y="0"/>
                </a:lnTo>
                <a:lnTo>
                  <a:pt x="342900" y="368618"/>
                </a:lnTo>
                <a:lnTo>
                  <a:pt x="271463" y="368618"/>
                </a:lnTo>
                <a:lnTo>
                  <a:pt x="244793" y="290512"/>
                </a:lnTo>
                <a:lnTo>
                  <a:pt x="96203" y="290512"/>
                </a:lnTo>
                <a:lnTo>
                  <a:pt x="69533" y="368618"/>
                </a:lnTo>
                <a:lnTo>
                  <a:pt x="0" y="368618"/>
                </a:lnTo>
                <a:lnTo>
                  <a:pt x="136208" y="0"/>
                </a:lnTo>
                <a:close/>
                <a:moveTo>
                  <a:pt x="116205" y="231458"/>
                </a:moveTo>
                <a:lnTo>
                  <a:pt x="223838" y="231458"/>
                </a:lnTo>
                <a:lnTo>
                  <a:pt x="170498" y="75247"/>
                </a:lnTo>
                <a:lnTo>
                  <a:pt x="169545" y="75247"/>
                </a:lnTo>
                <a:lnTo>
                  <a:pt x="116205" y="231458"/>
                </a:lnTo>
                <a:close/>
              </a:path>
            </a:pathLst>
          </a:custGeom>
          <a:solidFill xmlns:a="http://schemas.openxmlformats.org/drawingml/2006/main">
            <a:srgbClr val="041E42"/>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03" name="Freihandform: Form 150">
            <a:extLst xmlns:a="http://schemas.openxmlformats.org/drawingml/2006/main">
              <a:ext uri="{FF2B5EF4-FFF2-40B4-BE49-F238E27FC236}">
                <a16:creationId xmlns:a16="http://schemas.microsoft.com/office/drawing/2014/main" id="{2122BFDD-4180-3242-9DE6-1722C6BB87E1}"/>
              </a:ext>
            </a:extLst>
          </p:cNvPr>
          <p:cNvSpPr>
            <a:spLocks xmlns:a="http://schemas.openxmlformats.org/drawingml/2006/main" noGrp="1"/>
          </p:cNvSpPr>
          <p:nvPr/>
        </p:nvSpPr>
        <p:spPr>
          <a:xfrm xmlns:a="http://schemas.openxmlformats.org/drawingml/2006/main" rot="0" flipH="0" flipV="0">
            <a:off x="1362424" y="293096"/>
            <a:ext cx="19177" cy="120376"/>
          </a:xfrm>
          <a:custGeom xmlns:a="http://schemas.openxmlformats.org/drawingml/2006/main">
            <a:gdLst>
              <a:gd name="connsiteX0" fmla="*/ 61913 w 61912"/>
              <a:gd name="connsiteY0" fmla="*/ 388620 h 388620"/>
              <a:gd name="connsiteX1" fmla="*/ 0 w 61912"/>
              <a:gd name="connsiteY1" fmla="*/ 388620 h 388620"/>
              <a:gd name="connsiteX2" fmla="*/ 0 w 61912"/>
              <a:gd name="connsiteY2" fmla="*/ 14288 h 388620"/>
              <a:gd name="connsiteX3" fmla="*/ 61913 w 61912"/>
              <a:gd name="connsiteY3" fmla="*/ 0 h 388620"/>
              <a:gd name="connsiteX4" fmla="*/ 61913 w 61912"/>
              <a:gd name="connsiteY4" fmla="*/ 388620 h 388620"/>
            </a:gdLst>
            <a:rect l="l" t="t" r="r" b="b"/>
            <a:pathLst>
              <a:path w="61912" h="388620">
                <a:moveTo>
                  <a:pt x="61913" y="388620"/>
                </a:moveTo>
                <a:lnTo>
                  <a:pt x="0" y="388620"/>
                </a:lnTo>
                <a:lnTo>
                  <a:pt x="0" y="14288"/>
                </a:lnTo>
                <a:lnTo>
                  <a:pt x="61913" y="0"/>
                </a:lnTo>
                <a:lnTo>
                  <a:pt x="61913" y="388620"/>
                </a:lnTo>
                <a:close/>
              </a:path>
            </a:pathLst>
          </a:custGeom>
          <a:solidFill xmlns:a="http://schemas.openxmlformats.org/drawingml/2006/main">
            <a:srgbClr val="041E42"/>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04" name="Freihandform: Form 151">
            <a:extLst xmlns:a="http://schemas.openxmlformats.org/drawingml/2006/main">
              <a:ext uri="{FF2B5EF4-FFF2-40B4-BE49-F238E27FC236}">
                <a16:creationId xmlns:a16="http://schemas.microsoft.com/office/drawing/2014/main" id="{A137BDFA-16B4-5E4D-90CA-25E45475E283}"/>
              </a:ext>
            </a:extLst>
          </p:cNvPr>
          <p:cNvSpPr>
            <a:spLocks xmlns:a="http://schemas.openxmlformats.org/drawingml/2006/main" noGrp="1"/>
          </p:cNvSpPr>
          <p:nvPr/>
        </p:nvSpPr>
        <p:spPr>
          <a:xfrm xmlns:a="http://schemas.openxmlformats.org/drawingml/2006/main" rot="0" flipH="0" flipV="0">
            <a:off x="1402255" y="329092"/>
            <a:ext cx="75235" cy="86446"/>
          </a:xfrm>
          <a:custGeom xmlns:a="http://schemas.openxmlformats.org/drawingml/2006/main">
            <a:gdLst>
              <a:gd name="connsiteX0" fmla="*/ 132397 w 242887"/>
              <a:gd name="connsiteY0" fmla="*/ 279083 h 279082"/>
              <a:gd name="connsiteX1" fmla="*/ 0 w 242887"/>
              <a:gd name="connsiteY1" fmla="*/ 139065 h 279082"/>
              <a:gd name="connsiteX2" fmla="*/ 124778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7 w 242887"/>
              <a:gd name="connsiteY6" fmla="*/ 225743 h 279082"/>
              <a:gd name="connsiteX7" fmla="*/ 198120 w 242887"/>
              <a:gd name="connsiteY7" fmla="*/ 194310 h 279082"/>
              <a:gd name="connsiteX8" fmla="*/ 237172 w 242887"/>
              <a:gd name="connsiteY8" fmla="*/ 235268 h 279082"/>
              <a:gd name="connsiteX9" fmla="*/ 132397 w 242887"/>
              <a:gd name="connsiteY9" fmla="*/ 279083 h 279082"/>
              <a:gd name="connsiteX10" fmla="*/ 62865 w 242887"/>
              <a:gd name="connsiteY10" fmla="*/ 115253 h 279082"/>
              <a:gd name="connsiteX11" fmla="*/ 183832 w 242887"/>
              <a:gd name="connsiteY11" fmla="*/ 115253 h 279082"/>
              <a:gd name="connsiteX12" fmla="*/ 124778 w 242887"/>
              <a:gd name="connsiteY12" fmla="*/ 50482 h 279082"/>
              <a:gd name="connsiteX13" fmla="*/ 62865 w 242887"/>
              <a:gd name="connsiteY13" fmla="*/ 115253 h 279082"/>
            </a:gdLst>
            <a:rect l="l" t="t" r="r" b="b"/>
            <a:pathLst>
              <a:path w="242887" h="279082">
                <a:moveTo>
                  <a:pt x="132397" y="279083"/>
                </a:moveTo>
                <a:cubicBezTo>
                  <a:pt x="53340" y="279083"/>
                  <a:pt x="0" y="222885"/>
                  <a:pt x="0" y="139065"/>
                </a:cubicBezTo>
                <a:cubicBezTo>
                  <a:pt x="0" y="56197"/>
                  <a:pt x="50482" y="0"/>
                  <a:pt x="124778" y="0"/>
                </a:cubicBezTo>
                <a:cubicBezTo>
                  <a:pt x="196215" y="0"/>
                  <a:pt x="242888" y="53340"/>
                  <a:pt x="242888" y="135255"/>
                </a:cubicBezTo>
                <a:cubicBezTo>
                  <a:pt x="242888" y="143828"/>
                  <a:pt x="241935" y="153353"/>
                  <a:pt x="241935" y="160972"/>
                </a:cubicBezTo>
                <a:lnTo>
                  <a:pt x="62865" y="160972"/>
                </a:lnTo>
                <a:cubicBezTo>
                  <a:pt x="69532" y="201930"/>
                  <a:pt x="94297" y="225743"/>
                  <a:pt x="132397" y="225743"/>
                </a:cubicBezTo>
                <a:cubicBezTo>
                  <a:pt x="157163" y="225743"/>
                  <a:pt x="177165" y="216218"/>
                  <a:pt x="198120" y="194310"/>
                </a:cubicBezTo>
                <a:lnTo>
                  <a:pt x="237172" y="235268"/>
                </a:lnTo>
                <a:cubicBezTo>
                  <a:pt x="206692" y="264795"/>
                  <a:pt x="173355" y="279083"/>
                  <a:pt x="132397" y="279083"/>
                </a:cubicBezTo>
                <a:close/>
                <a:moveTo>
                  <a:pt x="62865" y="115253"/>
                </a:moveTo>
                <a:lnTo>
                  <a:pt x="183832" y="115253"/>
                </a:lnTo>
                <a:cubicBezTo>
                  <a:pt x="180975" y="74295"/>
                  <a:pt x="160020" y="50482"/>
                  <a:pt x="124778" y="50482"/>
                </a:cubicBezTo>
                <a:cubicBezTo>
                  <a:pt x="90488" y="50482"/>
                  <a:pt x="68580" y="74295"/>
                  <a:pt x="62865" y="115253"/>
                </a:cubicBezTo>
                <a:close/>
              </a:path>
            </a:pathLst>
          </a:custGeom>
          <a:solidFill xmlns:a="http://schemas.openxmlformats.org/drawingml/2006/main">
            <a:srgbClr val="041E42"/>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05" name="Freihandform: Form 152">
            <a:extLst xmlns:a="http://schemas.openxmlformats.org/drawingml/2006/main">
              <a:ext uri="{FF2B5EF4-FFF2-40B4-BE49-F238E27FC236}">
                <a16:creationId xmlns:a16="http://schemas.microsoft.com/office/drawing/2014/main" id="{51BC45C2-1274-BB42-B2FF-655E609A4F3F}"/>
              </a:ext>
            </a:extLst>
          </p:cNvPr>
          <p:cNvSpPr>
            <a:spLocks xmlns:a="http://schemas.openxmlformats.org/drawingml/2006/main" noGrp="1"/>
          </p:cNvSpPr>
          <p:nvPr/>
        </p:nvSpPr>
        <p:spPr>
          <a:xfrm xmlns:a="http://schemas.openxmlformats.org/drawingml/2006/main" rot="0" flipH="0" flipV="0">
            <a:off x="1488112" y="330862"/>
            <a:ext cx="79070" cy="82611"/>
          </a:xfrm>
          <a:custGeom xmlns:a="http://schemas.openxmlformats.org/drawingml/2006/main">
            <a:gdLst>
              <a:gd name="connsiteX0" fmla="*/ 255270 w 255269"/>
              <a:gd name="connsiteY0" fmla="*/ 266700 h 266700"/>
              <a:gd name="connsiteX1" fmla="*/ 183832 w 255269"/>
              <a:gd name="connsiteY1" fmla="*/ 266700 h 266700"/>
              <a:gd name="connsiteX2" fmla="*/ 126682 w 255269"/>
              <a:gd name="connsiteY2" fmla="*/ 174307 h 266700"/>
              <a:gd name="connsiteX3" fmla="*/ 125730 w 255269"/>
              <a:gd name="connsiteY3" fmla="*/ 174307 h 266700"/>
              <a:gd name="connsiteX4" fmla="*/ 70485 w 255269"/>
              <a:gd name="connsiteY4" fmla="*/ 266700 h 266700"/>
              <a:gd name="connsiteX5" fmla="*/ 0 w 255269"/>
              <a:gd name="connsiteY5" fmla="*/ 266700 h 266700"/>
              <a:gd name="connsiteX6" fmla="*/ 91440 w 255269"/>
              <a:gd name="connsiteY6" fmla="*/ 128588 h 266700"/>
              <a:gd name="connsiteX7" fmla="*/ 6667 w 255269"/>
              <a:gd name="connsiteY7" fmla="*/ 0 h 266700"/>
              <a:gd name="connsiteX8" fmla="*/ 77152 w 255269"/>
              <a:gd name="connsiteY8" fmla="*/ 0 h 266700"/>
              <a:gd name="connsiteX9" fmla="*/ 127635 w 255269"/>
              <a:gd name="connsiteY9" fmla="*/ 81915 h 266700"/>
              <a:gd name="connsiteX10" fmla="*/ 128588 w 255269"/>
              <a:gd name="connsiteY10" fmla="*/ 81915 h 266700"/>
              <a:gd name="connsiteX11" fmla="*/ 178117 w 255269"/>
              <a:gd name="connsiteY11" fmla="*/ 0 h 266700"/>
              <a:gd name="connsiteX12" fmla="*/ 247650 w 255269"/>
              <a:gd name="connsiteY12" fmla="*/ 0 h 266700"/>
              <a:gd name="connsiteX13" fmla="*/ 163830 w 255269"/>
              <a:gd name="connsiteY13" fmla="*/ 127635 h 266700"/>
              <a:gd name="connsiteX14" fmla="*/ 255270 w 255269"/>
              <a:gd name="connsiteY14" fmla="*/ 266700 h 266700"/>
            </a:gdLst>
            <a:rect l="l" t="t" r="r" b="b"/>
            <a:pathLst>
              <a:path w="255269" h="266700">
                <a:moveTo>
                  <a:pt x="255270" y="266700"/>
                </a:moveTo>
                <a:lnTo>
                  <a:pt x="183832" y="266700"/>
                </a:lnTo>
                <a:lnTo>
                  <a:pt x="126682" y="174307"/>
                </a:lnTo>
                <a:lnTo>
                  <a:pt x="125730" y="174307"/>
                </a:lnTo>
                <a:lnTo>
                  <a:pt x="70485" y="266700"/>
                </a:lnTo>
                <a:lnTo>
                  <a:pt x="0" y="266700"/>
                </a:lnTo>
                <a:lnTo>
                  <a:pt x="91440" y="128588"/>
                </a:lnTo>
                <a:lnTo>
                  <a:pt x="6667" y="0"/>
                </a:lnTo>
                <a:lnTo>
                  <a:pt x="77152" y="0"/>
                </a:lnTo>
                <a:lnTo>
                  <a:pt x="127635" y="81915"/>
                </a:lnTo>
                <a:lnTo>
                  <a:pt x="128588" y="81915"/>
                </a:lnTo>
                <a:lnTo>
                  <a:pt x="178117" y="0"/>
                </a:lnTo>
                <a:lnTo>
                  <a:pt x="247650" y="0"/>
                </a:lnTo>
                <a:lnTo>
                  <a:pt x="163830" y="127635"/>
                </a:lnTo>
                <a:lnTo>
                  <a:pt x="255270" y="266700"/>
                </a:lnTo>
                <a:close/>
              </a:path>
            </a:pathLst>
          </a:custGeom>
          <a:solidFill xmlns:a="http://schemas.openxmlformats.org/drawingml/2006/main">
            <a:srgbClr val="041E42"/>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06" name="Freihandform: Form 153">
            <a:extLst xmlns:a="http://schemas.openxmlformats.org/drawingml/2006/main">
              <a:ext uri="{FF2B5EF4-FFF2-40B4-BE49-F238E27FC236}">
                <a16:creationId xmlns:a16="http://schemas.microsoft.com/office/drawing/2014/main" id="{039CA6A1-8CFA-4A4B-9F23-2BB7B0C89625}"/>
              </a:ext>
            </a:extLst>
          </p:cNvPr>
          <p:cNvSpPr>
            <a:spLocks xmlns:a="http://schemas.openxmlformats.org/drawingml/2006/main" noGrp="1"/>
          </p:cNvSpPr>
          <p:nvPr/>
        </p:nvSpPr>
        <p:spPr>
          <a:xfrm xmlns:a="http://schemas.openxmlformats.org/drawingml/2006/main" rot="0" flipH="0" flipV="0">
            <a:off x="1577504" y="329092"/>
            <a:ext cx="69929" cy="86446"/>
          </a:xfrm>
          <a:custGeom xmlns:a="http://schemas.openxmlformats.org/drawingml/2006/main">
            <a:gdLst>
              <a:gd name="connsiteX0" fmla="*/ 114317 w 225759"/>
              <a:gd name="connsiteY0" fmla="*/ 107632 h 279082"/>
              <a:gd name="connsiteX1" fmla="*/ 164799 w 225759"/>
              <a:gd name="connsiteY1" fmla="*/ 113347 h 279082"/>
              <a:gd name="connsiteX2" fmla="*/ 164799 w 225759"/>
              <a:gd name="connsiteY2" fmla="*/ 103822 h 279082"/>
              <a:gd name="connsiteX3" fmla="*/ 105744 w 225759"/>
              <a:gd name="connsiteY3" fmla="*/ 52388 h 279082"/>
              <a:gd name="connsiteX4" fmla="*/ 38117 w 225759"/>
              <a:gd name="connsiteY4" fmla="*/ 67628 h 279082"/>
              <a:gd name="connsiteX5" fmla="*/ 24782 w 225759"/>
              <a:gd name="connsiteY5" fmla="*/ 15240 h 279082"/>
              <a:gd name="connsiteX6" fmla="*/ 112412 w 225759"/>
              <a:gd name="connsiteY6" fmla="*/ 0 h 279082"/>
              <a:gd name="connsiteX7" fmla="*/ 225759 w 225759"/>
              <a:gd name="connsiteY7" fmla="*/ 102870 h 279082"/>
              <a:gd name="connsiteX8" fmla="*/ 225759 w 225759"/>
              <a:gd name="connsiteY8" fmla="*/ 273368 h 279082"/>
              <a:gd name="connsiteX9" fmla="*/ 166704 w 225759"/>
              <a:gd name="connsiteY9" fmla="*/ 273368 h 279082"/>
              <a:gd name="connsiteX10" fmla="*/ 166704 w 225759"/>
              <a:gd name="connsiteY10" fmla="*/ 244793 h 279082"/>
              <a:gd name="connsiteX11" fmla="*/ 165752 w 225759"/>
              <a:gd name="connsiteY11" fmla="*/ 244793 h 279082"/>
              <a:gd name="connsiteX12" fmla="*/ 87647 w 225759"/>
              <a:gd name="connsiteY12" fmla="*/ 279083 h 279082"/>
              <a:gd name="connsiteX13" fmla="*/ 17 w 225759"/>
              <a:gd name="connsiteY13" fmla="*/ 194310 h 279082"/>
              <a:gd name="connsiteX14" fmla="*/ 114317 w 225759"/>
              <a:gd name="connsiteY14" fmla="*/ 107632 h 279082"/>
              <a:gd name="connsiteX15" fmla="*/ 103839 w 225759"/>
              <a:gd name="connsiteY15" fmla="*/ 232410 h 279082"/>
              <a:gd name="connsiteX16" fmla="*/ 164799 w 225759"/>
              <a:gd name="connsiteY16" fmla="*/ 200025 h 279082"/>
              <a:gd name="connsiteX17" fmla="*/ 164799 w 225759"/>
              <a:gd name="connsiteY17" fmla="*/ 154305 h 279082"/>
              <a:gd name="connsiteX18" fmla="*/ 120984 w 225759"/>
              <a:gd name="connsiteY18" fmla="*/ 149543 h 279082"/>
              <a:gd name="connsiteX19" fmla="*/ 59072 w 225759"/>
              <a:gd name="connsiteY19" fmla="*/ 193358 h 279082"/>
              <a:gd name="connsiteX20" fmla="*/ 103839 w 225759"/>
              <a:gd name="connsiteY20" fmla="*/ 232410 h 279082"/>
            </a:gdLst>
            <a:rect l="l" t="t" r="r" b="b"/>
            <a:pathLst>
              <a:path w="225759" h="279082">
                <a:moveTo>
                  <a:pt x="114317" y="107632"/>
                </a:moveTo>
                <a:cubicBezTo>
                  <a:pt x="131462" y="107632"/>
                  <a:pt x="147654" y="108585"/>
                  <a:pt x="164799" y="113347"/>
                </a:cubicBezTo>
                <a:lnTo>
                  <a:pt x="164799" y="103822"/>
                </a:lnTo>
                <a:cubicBezTo>
                  <a:pt x="164799" y="69532"/>
                  <a:pt x="144797" y="52388"/>
                  <a:pt x="105744" y="52388"/>
                </a:cubicBezTo>
                <a:cubicBezTo>
                  <a:pt x="83837" y="52388"/>
                  <a:pt x="60024" y="57150"/>
                  <a:pt x="38117" y="67628"/>
                </a:cubicBezTo>
                <a:lnTo>
                  <a:pt x="24782" y="15240"/>
                </a:lnTo>
                <a:cubicBezTo>
                  <a:pt x="49547" y="5715"/>
                  <a:pt x="81932" y="0"/>
                  <a:pt x="112412" y="0"/>
                </a:cubicBezTo>
                <a:cubicBezTo>
                  <a:pt x="187659" y="0"/>
                  <a:pt x="225759" y="35243"/>
                  <a:pt x="225759" y="102870"/>
                </a:cubicBezTo>
                <a:lnTo>
                  <a:pt x="225759" y="273368"/>
                </a:lnTo>
                <a:lnTo>
                  <a:pt x="166704" y="273368"/>
                </a:lnTo>
                <a:lnTo>
                  <a:pt x="166704" y="244793"/>
                </a:lnTo>
                <a:lnTo>
                  <a:pt x="165752" y="244793"/>
                </a:lnTo>
                <a:cubicBezTo>
                  <a:pt x="142892" y="268605"/>
                  <a:pt x="119079" y="279083"/>
                  <a:pt x="87647" y="279083"/>
                </a:cubicBezTo>
                <a:cubicBezTo>
                  <a:pt x="34307" y="279083"/>
                  <a:pt x="17" y="245745"/>
                  <a:pt x="17" y="194310"/>
                </a:cubicBezTo>
                <a:cubicBezTo>
                  <a:pt x="-936" y="138113"/>
                  <a:pt x="39069" y="107632"/>
                  <a:pt x="114317" y="107632"/>
                </a:cubicBezTo>
                <a:close/>
                <a:moveTo>
                  <a:pt x="103839" y="232410"/>
                </a:moveTo>
                <a:cubicBezTo>
                  <a:pt x="126699" y="232410"/>
                  <a:pt x="147654" y="220980"/>
                  <a:pt x="164799" y="200025"/>
                </a:cubicBezTo>
                <a:lnTo>
                  <a:pt x="164799" y="154305"/>
                </a:lnTo>
                <a:cubicBezTo>
                  <a:pt x="150512" y="150495"/>
                  <a:pt x="135272" y="149543"/>
                  <a:pt x="120984" y="149543"/>
                </a:cubicBezTo>
                <a:cubicBezTo>
                  <a:pt x="81932" y="149543"/>
                  <a:pt x="59072" y="164783"/>
                  <a:pt x="59072" y="193358"/>
                </a:cubicBezTo>
                <a:cubicBezTo>
                  <a:pt x="59072" y="217170"/>
                  <a:pt x="76217" y="232410"/>
                  <a:pt x="103839" y="232410"/>
                </a:cubicBezTo>
                <a:close/>
              </a:path>
            </a:pathLst>
          </a:custGeom>
          <a:solidFill xmlns:a="http://schemas.openxmlformats.org/drawingml/2006/main">
            <a:srgbClr val="041E42"/>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07" name="Freihandform: Form 154">
            <a:extLst xmlns:a="http://schemas.openxmlformats.org/drawingml/2006/main">
              <a:ext uri="{FF2B5EF4-FFF2-40B4-BE49-F238E27FC236}">
                <a16:creationId xmlns:a16="http://schemas.microsoft.com/office/drawing/2014/main" id="{ED05D2C0-4637-7549-888A-5A0ED2277201}"/>
              </a:ext>
            </a:extLst>
          </p:cNvPr>
          <p:cNvSpPr>
            <a:spLocks xmlns:a="http://schemas.openxmlformats.org/drawingml/2006/main" noGrp="1"/>
          </p:cNvSpPr>
          <p:nvPr/>
        </p:nvSpPr>
        <p:spPr>
          <a:xfrm xmlns:a="http://schemas.openxmlformats.org/drawingml/2006/main" rot="0" flipH="0" flipV="0">
            <a:off x="1671923" y="329092"/>
            <a:ext cx="71105" cy="84676"/>
          </a:xfrm>
          <a:custGeom xmlns:a="http://schemas.openxmlformats.org/drawingml/2006/main">
            <a:gdLst>
              <a:gd name="connsiteX0" fmla="*/ 229553 w 229552"/>
              <a:gd name="connsiteY0" fmla="*/ 272415 h 273367"/>
              <a:gd name="connsiteX1" fmla="*/ 166688 w 229552"/>
              <a:gd name="connsiteY1" fmla="*/ 272415 h 273367"/>
              <a:gd name="connsiteX2" fmla="*/ 166688 w 229552"/>
              <a:gd name="connsiteY2" fmla="*/ 120015 h 273367"/>
              <a:gd name="connsiteX3" fmla="*/ 117157 w 229552"/>
              <a:gd name="connsiteY3" fmla="*/ 55245 h 273367"/>
              <a:gd name="connsiteX4" fmla="*/ 61913 w 229552"/>
              <a:gd name="connsiteY4" fmla="*/ 120015 h 273367"/>
              <a:gd name="connsiteX5" fmla="*/ 61913 w 229552"/>
              <a:gd name="connsiteY5" fmla="*/ 273368 h 273367"/>
              <a:gd name="connsiteX6" fmla="*/ 0 w 229552"/>
              <a:gd name="connsiteY6" fmla="*/ 273368 h 273367"/>
              <a:gd name="connsiteX7" fmla="*/ 0 w 229552"/>
              <a:gd name="connsiteY7" fmla="*/ 6668 h 273367"/>
              <a:gd name="connsiteX8" fmla="*/ 61913 w 229552"/>
              <a:gd name="connsiteY8" fmla="*/ 6668 h 273367"/>
              <a:gd name="connsiteX9" fmla="*/ 61913 w 229552"/>
              <a:gd name="connsiteY9" fmla="*/ 39053 h 273367"/>
              <a:gd name="connsiteX10" fmla="*/ 62865 w 229552"/>
              <a:gd name="connsiteY10" fmla="*/ 39053 h 273367"/>
              <a:gd name="connsiteX11" fmla="*/ 140970 w 229552"/>
              <a:gd name="connsiteY11" fmla="*/ 0 h 273367"/>
              <a:gd name="connsiteX12" fmla="*/ 228600 w 229552"/>
              <a:gd name="connsiteY12" fmla="*/ 107632 h 273367"/>
              <a:gd name="connsiteX13" fmla="*/ 228600 w 229552"/>
              <a:gd name="connsiteY13" fmla="*/ 272415 h 273367"/>
            </a:gdLst>
            <a:rect l="l" t="t" r="r" b="b"/>
            <a:pathLst>
              <a:path w="229552" h="273367">
                <a:moveTo>
                  <a:pt x="229553" y="272415"/>
                </a:moveTo>
                <a:lnTo>
                  <a:pt x="166688" y="272415"/>
                </a:lnTo>
                <a:lnTo>
                  <a:pt x="166688" y="120015"/>
                </a:lnTo>
                <a:cubicBezTo>
                  <a:pt x="166688" y="80963"/>
                  <a:pt x="155257" y="55245"/>
                  <a:pt x="117157" y="55245"/>
                </a:cubicBezTo>
                <a:cubicBezTo>
                  <a:pt x="73343" y="55245"/>
                  <a:pt x="61913" y="90488"/>
                  <a:pt x="61913" y="120015"/>
                </a:cubicBezTo>
                <a:lnTo>
                  <a:pt x="61913" y="273368"/>
                </a:lnTo>
                <a:lnTo>
                  <a:pt x="0" y="273368"/>
                </a:lnTo>
                <a:lnTo>
                  <a:pt x="0" y="6668"/>
                </a:lnTo>
                <a:lnTo>
                  <a:pt x="61913" y="6668"/>
                </a:lnTo>
                <a:lnTo>
                  <a:pt x="61913" y="39053"/>
                </a:lnTo>
                <a:lnTo>
                  <a:pt x="62865" y="39053"/>
                </a:lnTo>
                <a:cubicBezTo>
                  <a:pt x="79057" y="15240"/>
                  <a:pt x="106680" y="0"/>
                  <a:pt x="140970" y="0"/>
                </a:cubicBezTo>
                <a:cubicBezTo>
                  <a:pt x="201930" y="0"/>
                  <a:pt x="228600" y="44768"/>
                  <a:pt x="228600" y="107632"/>
                </a:cubicBezTo>
                <a:lnTo>
                  <a:pt x="228600" y="272415"/>
                </a:lnTo>
                <a:close/>
              </a:path>
            </a:pathLst>
          </a:custGeom>
          <a:solidFill xmlns:a="http://schemas.openxmlformats.org/drawingml/2006/main">
            <a:srgbClr val="041E42"/>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08" name="Freihandform: Form 155">
            <a:extLst xmlns:a="http://schemas.openxmlformats.org/drawingml/2006/main">
              <a:ext uri="{FF2B5EF4-FFF2-40B4-BE49-F238E27FC236}">
                <a16:creationId xmlns:a16="http://schemas.microsoft.com/office/drawing/2014/main" id="{E19058B0-7775-D44E-B670-ABF807D028C6}"/>
              </a:ext>
            </a:extLst>
          </p:cNvPr>
          <p:cNvSpPr>
            <a:spLocks xmlns:a="http://schemas.openxmlformats.org/drawingml/2006/main" noGrp="1"/>
          </p:cNvSpPr>
          <p:nvPr/>
        </p:nvSpPr>
        <p:spPr>
          <a:xfrm xmlns:a="http://schemas.openxmlformats.org/drawingml/2006/main" rot="0" flipH="0" flipV="0">
            <a:off x="1763386" y="293096"/>
            <a:ext cx="77005" cy="122736"/>
          </a:xfrm>
          <a:custGeom xmlns:a="http://schemas.openxmlformats.org/drawingml/2006/main">
            <a:gdLst>
              <a:gd name="connsiteX0" fmla="*/ 0 w 248602"/>
              <a:gd name="connsiteY0" fmla="*/ 255270 h 396239"/>
              <a:gd name="connsiteX1" fmla="*/ 108585 w 248602"/>
              <a:gd name="connsiteY1" fmla="*/ 116205 h 396239"/>
              <a:gd name="connsiteX2" fmla="*/ 185738 w 248602"/>
              <a:gd name="connsiteY2" fmla="*/ 152400 h 396239"/>
              <a:gd name="connsiteX3" fmla="*/ 186690 w 248602"/>
              <a:gd name="connsiteY3" fmla="*/ 152400 h 396239"/>
              <a:gd name="connsiteX4" fmla="*/ 186690 w 248602"/>
              <a:gd name="connsiteY4" fmla="*/ 15240 h 396239"/>
              <a:gd name="connsiteX5" fmla="*/ 248603 w 248602"/>
              <a:gd name="connsiteY5" fmla="*/ 0 h 396239"/>
              <a:gd name="connsiteX6" fmla="*/ 248603 w 248602"/>
              <a:gd name="connsiteY6" fmla="*/ 389573 h 396239"/>
              <a:gd name="connsiteX7" fmla="*/ 187643 w 248602"/>
              <a:gd name="connsiteY7" fmla="*/ 389573 h 396239"/>
              <a:gd name="connsiteX8" fmla="*/ 187643 w 248602"/>
              <a:gd name="connsiteY8" fmla="*/ 358140 h 396239"/>
              <a:gd name="connsiteX9" fmla="*/ 186690 w 248602"/>
              <a:gd name="connsiteY9" fmla="*/ 358140 h 396239"/>
              <a:gd name="connsiteX10" fmla="*/ 106680 w 248602"/>
              <a:gd name="connsiteY10" fmla="*/ 396240 h 396239"/>
              <a:gd name="connsiteX11" fmla="*/ 0 w 248602"/>
              <a:gd name="connsiteY11" fmla="*/ 255270 h 396239"/>
              <a:gd name="connsiteX12" fmla="*/ 61913 w 248602"/>
              <a:gd name="connsiteY12" fmla="*/ 255270 h 396239"/>
              <a:gd name="connsiteX13" fmla="*/ 123825 w 248602"/>
              <a:gd name="connsiteY13" fmla="*/ 340995 h 396239"/>
              <a:gd name="connsiteX14" fmla="*/ 187643 w 248602"/>
              <a:gd name="connsiteY14" fmla="*/ 305753 h 396239"/>
              <a:gd name="connsiteX15" fmla="*/ 187643 w 248602"/>
              <a:gd name="connsiteY15" fmla="*/ 207645 h 396239"/>
              <a:gd name="connsiteX16" fmla="*/ 123825 w 248602"/>
              <a:gd name="connsiteY16" fmla="*/ 172402 h 396239"/>
              <a:gd name="connsiteX17" fmla="*/ 61913 w 248602"/>
              <a:gd name="connsiteY17" fmla="*/ 255270 h 396239"/>
            </a:gdLst>
            <a:rect l="l" t="t" r="r" b="b"/>
            <a:pathLst>
              <a:path w="248602" h="396239">
                <a:moveTo>
                  <a:pt x="0" y="255270"/>
                </a:moveTo>
                <a:cubicBezTo>
                  <a:pt x="0" y="169545"/>
                  <a:pt x="43815" y="116205"/>
                  <a:pt x="108585" y="116205"/>
                </a:cubicBezTo>
                <a:cubicBezTo>
                  <a:pt x="141922" y="116205"/>
                  <a:pt x="168593" y="130493"/>
                  <a:pt x="185738" y="152400"/>
                </a:cubicBezTo>
                <a:lnTo>
                  <a:pt x="186690" y="152400"/>
                </a:lnTo>
                <a:lnTo>
                  <a:pt x="186690" y="15240"/>
                </a:lnTo>
                <a:lnTo>
                  <a:pt x="248603" y="0"/>
                </a:lnTo>
                <a:lnTo>
                  <a:pt x="248603" y="389573"/>
                </a:lnTo>
                <a:lnTo>
                  <a:pt x="187643" y="389573"/>
                </a:lnTo>
                <a:lnTo>
                  <a:pt x="187643" y="358140"/>
                </a:lnTo>
                <a:lnTo>
                  <a:pt x="186690" y="358140"/>
                </a:lnTo>
                <a:cubicBezTo>
                  <a:pt x="167640" y="381953"/>
                  <a:pt x="140018" y="396240"/>
                  <a:pt x="106680" y="396240"/>
                </a:cubicBezTo>
                <a:cubicBezTo>
                  <a:pt x="43815" y="395288"/>
                  <a:pt x="0" y="340995"/>
                  <a:pt x="0" y="255270"/>
                </a:cubicBezTo>
                <a:close/>
                <a:moveTo>
                  <a:pt x="61913" y="255270"/>
                </a:moveTo>
                <a:cubicBezTo>
                  <a:pt x="61913" y="309563"/>
                  <a:pt x="84772" y="340995"/>
                  <a:pt x="123825" y="340995"/>
                </a:cubicBezTo>
                <a:cubicBezTo>
                  <a:pt x="147638" y="340995"/>
                  <a:pt x="167640" y="329565"/>
                  <a:pt x="187643" y="305753"/>
                </a:cubicBezTo>
                <a:lnTo>
                  <a:pt x="187643" y="207645"/>
                </a:lnTo>
                <a:cubicBezTo>
                  <a:pt x="169545" y="183833"/>
                  <a:pt x="149543" y="172402"/>
                  <a:pt x="123825" y="172402"/>
                </a:cubicBezTo>
                <a:cubicBezTo>
                  <a:pt x="82868" y="172402"/>
                  <a:pt x="61913" y="201930"/>
                  <a:pt x="61913" y="255270"/>
                </a:cubicBezTo>
                <a:close/>
              </a:path>
            </a:pathLst>
          </a:custGeom>
          <a:solidFill xmlns:a="http://schemas.openxmlformats.org/drawingml/2006/main">
            <a:srgbClr val="041E42"/>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09" name="Freihandform: Form 156">
            <a:extLst xmlns:a="http://schemas.openxmlformats.org/drawingml/2006/main">
              <a:ext uri="{FF2B5EF4-FFF2-40B4-BE49-F238E27FC236}">
                <a16:creationId xmlns:a16="http://schemas.microsoft.com/office/drawing/2014/main" id="{B494CC1A-A672-C84F-986B-05A683E0AF13}"/>
              </a:ext>
            </a:extLst>
          </p:cNvPr>
          <p:cNvSpPr>
            <a:spLocks xmlns:a="http://schemas.openxmlformats.org/drawingml/2006/main" noGrp="1"/>
          </p:cNvSpPr>
          <p:nvPr/>
        </p:nvSpPr>
        <p:spPr>
          <a:xfrm xmlns:a="http://schemas.openxmlformats.org/drawingml/2006/main" rot="0" flipH="0" flipV="0">
            <a:off x="1861340" y="329092"/>
            <a:ext cx="75235" cy="86446"/>
          </a:xfrm>
          <a:custGeom xmlns:a="http://schemas.openxmlformats.org/drawingml/2006/main">
            <a:gdLst>
              <a:gd name="connsiteX0" fmla="*/ 132397 w 242887"/>
              <a:gd name="connsiteY0" fmla="*/ 279083 h 279082"/>
              <a:gd name="connsiteX1" fmla="*/ 0 w 242887"/>
              <a:gd name="connsiteY1" fmla="*/ 139065 h 279082"/>
              <a:gd name="connsiteX2" fmla="*/ 124777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7 w 242887"/>
              <a:gd name="connsiteY6" fmla="*/ 225743 h 279082"/>
              <a:gd name="connsiteX7" fmla="*/ 198120 w 242887"/>
              <a:gd name="connsiteY7" fmla="*/ 194310 h 279082"/>
              <a:gd name="connsiteX8" fmla="*/ 237172 w 242887"/>
              <a:gd name="connsiteY8" fmla="*/ 235268 h 279082"/>
              <a:gd name="connsiteX9" fmla="*/ 132397 w 242887"/>
              <a:gd name="connsiteY9" fmla="*/ 279083 h 279082"/>
              <a:gd name="connsiteX10" fmla="*/ 62865 w 242887"/>
              <a:gd name="connsiteY10" fmla="*/ 115253 h 279082"/>
              <a:gd name="connsiteX11" fmla="*/ 183832 w 242887"/>
              <a:gd name="connsiteY11" fmla="*/ 115253 h 279082"/>
              <a:gd name="connsiteX12" fmla="*/ 124777 w 242887"/>
              <a:gd name="connsiteY12" fmla="*/ 50482 h 279082"/>
              <a:gd name="connsiteX13" fmla="*/ 62865 w 242887"/>
              <a:gd name="connsiteY13" fmla="*/ 115253 h 279082"/>
            </a:gdLst>
            <a:rect l="l" t="t" r="r" b="b"/>
            <a:pathLst>
              <a:path w="242887" h="279082">
                <a:moveTo>
                  <a:pt x="132397" y="279083"/>
                </a:moveTo>
                <a:cubicBezTo>
                  <a:pt x="53340" y="279083"/>
                  <a:pt x="0" y="222885"/>
                  <a:pt x="0" y="139065"/>
                </a:cubicBezTo>
                <a:cubicBezTo>
                  <a:pt x="0" y="56197"/>
                  <a:pt x="50482" y="0"/>
                  <a:pt x="124777" y="0"/>
                </a:cubicBezTo>
                <a:cubicBezTo>
                  <a:pt x="196215" y="0"/>
                  <a:pt x="242888" y="53340"/>
                  <a:pt x="242888" y="135255"/>
                </a:cubicBezTo>
                <a:cubicBezTo>
                  <a:pt x="242888" y="143828"/>
                  <a:pt x="241935" y="153353"/>
                  <a:pt x="241935" y="160972"/>
                </a:cubicBezTo>
                <a:lnTo>
                  <a:pt x="62865" y="160972"/>
                </a:lnTo>
                <a:cubicBezTo>
                  <a:pt x="69532" y="201930"/>
                  <a:pt x="94297" y="225743"/>
                  <a:pt x="132397" y="225743"/>
                </a:cubicBezTo>
                <a:cubicBezTo>
                  <a:pt x="157163" y="225743"/>
                  <a:pt x="177165" y="216218"/>
                  <a:pt x="198120" y="194310"/>
                </a:cubicBezTo>
                <a:lnTo>
                  <a:pt x="237172" y="235268"/>
                </a:lnTo>
                <a:cubicBezTo>
                  <a:pt x="206693" y="264795"/>
                  <a:pt x="172402" y="279083"/>
                  <a:pt x="132397" y="279083"/>
                </a:cubicBezTo>
                <a:close/>
                <a:moveTo>
                  <a:pt x="62865" y="115253"/>
                </a:moveTo>
                <a:lnTo>
                  <a:pt x="183832" y="115253"/>
                </a:lnTo>
                <a:cubicBezTo>
                  <a:pt x="180975" y="74295"/>
                  <a:pt x="160020" y="50482"/>
                  <a:pt x="124777" y="50482"/>
                </a:cubicBezTo>
                <a:cubicBezTo>
                  <a:pt x="90488" y="50482"/>
                  <a:pt x="67627" y="74295"/>
                  <a:pt x="62865" y="115253"/>
                </a:cubicBezTo>
                <a:close/>
              </a:path>
            </a:pathLst>
          </a:custGeom>
          <a:solidFill xmlns:a="http://schemas.openxmlformats.org/drawingml/2006/main">
            <a:srgbClr val="041E42"/>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10" name="Freihandform: Form 157">
            <a:extLst xmlns:a="http://schemas.openxmlformats.org/drawingml/2006/main">
              <a:ext uri="{FF2B5EF4-FFF2-40B4-BE49-F238E27FC236}">
                <a16:creationId xmlns:a16="http://schemas.microsoft.com/office/drawing/2014/main" id="{3FA5D363-CFB8-0746-97D7-B5D03E23E745}"/>
              </a:ext>
            </a:extLst>
          </p:cNvPr>
          <p:cNvSpPr>
            <a:spLocks xmlns:a="http://schemas.openxmlformats.org/drawingml/2006/main" noGrp="1"/>
          </p:cNvSpPr>
          <p:nvPr/>
        </p:nvSpPr>
        <p:spPr>
          <a:xfrm xmlns:a="http://schemas.openxmlformats.org/drawingml/2006/main" rot="0" flipH="0" flipV="0">
            <a:off x="1958408" y="329016"/>
            <a:ext cx="49567" cy="84456"/>
          </a:xfrm>
          <a:custGeom xmlns:a="http://schemas.openxmlformats.org/drawingml/2006/main">
            <a:gdLst>
              <a:gd name="connsiteX0" fmla="*/ 160020 w 160020"/>
              <a:gd name="connsiteY0" fmla="*/ 5005 h 272657"/>
              <a:gd name="connsiteX1" fmla="*/ 150495 w 160020"/>
              <a:gd name="connsiteY1" fmla="*/ 68823 h 272657"/>
              <a:gd name="connsiteX2" fmla="*/ 116205 w 160020"/>
              <a:gd name="connsiteY2" fmla="*/ 60250 h 272657"/>
              <a:gd name="connsiteX3" fmla="*/ 61913 w 160020"/>
              <a:gd name="connsiteY3" fmla="*/ 135498 h 272657"/>
              <a:gd name="connsiteX4" fmla="*/ 61913 w 160020"/>
              <a:gd name="connsiteY4" fmla="*/ 272658 h 272657"/>
              <a:gd name="connsiteX5" fmla="*/ 0 w 160020"/>
              <a:gd name="connsiteY5" fmla="*/ 272658 h 272657"/>
              <a:gd name="connsiteX6" fmla="*/ 0 w 160020"/>
              <a:gd name="connsiteY6" fmla="*/ 5958 h 272657"/>
              <a:gd name="connsiteX7" fmla="*/ 60960 w 160020"/>
              <a:gd name="connsiteY7" fmla="*/ 5958 h 272657"/>
              <a:gd name="connsiteX8" fmla="*/ 60960 w 160020"/>
              <a:gd name="connsiteY8" fmla="*/ 40248 h 272657"/>
              <a:gd name="connsiteX9" fmla="*/ 61913 w 160020"/>
              <a:gd name="connsiteY9" fmla="*/ 40248 h 272657"/>
              <a:gd name="connsiteX10" fmla="*/ 131445 w 160020"/>
              <a:gd name="connsiteY10" fmla="*/ 243 h 272657"/>
              <a:gd name="connsiteX11" fmla="*/ 160020 w 160020"/>
              <a:gd name="connsiteY11" fmla="*/ 5005 h 272657"/>
            </a:gdLst>
            <a:rect l="l" t="t" r="r" b="b"/>
            <a:pathLst>
              <a:path w="160020" h="272657">
                <a:moveTo>
                  <a:pt x="160020" y="5005"/>
                </a:moveTo>
                <a:lnTo>
                  <a:pt x="150495" y="68823"/>
                </a:lnTo>
                <a:cubicBezTo>
                  <a:pt x="140970" y="64060"/>
                  <a:pt x="129540" y="60250"/>
                  <a:pt x="116205" y="60250"/>
                </a:cubicBezTo>
                <a:cubicBezTo>
                  <a:pt x="73343"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8" y="-710"/>
                  <a:pt x="150495" y="1195"/>
                  <a:pt x="160020" y="5005"/>
                </a:cubicBezTo>
                <a:close/>
              </a:path>
            </a:pathLst>
          </a:custGeom>
          <a:solidFill xmlns:a="http://schemas.openxmlformats.org/drawingml/2006/main">
            <a:srgbClr val="041E42"/>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11" name="Freihandform: Form 158">
            <a:extLst xmlns:a="http://schemas.openxmlformats.org/drawingml/2006/main">
              <a:ext uri="{FF2B5EF4-FFF2-40B4-BE49-F238E27FC236}">
                <a16:creationId xmlns:a16="http://schemas.microsoft.com/office/drawing/2014/main" id="{61F52BFA-2C47-174A-AD0B-49737BCE47CD}"/>
              </a:ext>
            </a:extLst>
          </p:cNvPr>
          <p:cNvSpPr>
            <a:spLocks xmlns:a="http://schemas.openxmlformats.org/drawingml/2006/main" noGrp="1"/>
          </p:cNvSpPr>
          <p:nvPr/>
        </p:nvSpPr>
        <p:spPr>
          <a:xfrm xmlns:a="http://schemas.openxmlformats.org/drawingml/2006/main" rot="0" flipH="0" flipV="0">
            <a:off x="2020073" y="353875"/>
            <a:ext cx="40420" cy="18292"/>
          </a:xfrm>
          <a:custGeom xmlns:a="http://schemas.openxmlformats.org/drawingml/2006/main">
            <a:gdLst>
              <a:gd name="connsiteX0" fmla="*/ 130493 w 130492"/>
              <a:gd name="connsiteY0" fmla="*/ 59055 h 59055"/>
              <a:gd name="connsiteX1" fmla="*/ 0 w 130492"/>
              <a:gd name="connsiteY1" fmla="*/ 59055 h 59055"/>
              <a:gd name="connsiteX2" fmla="*/ 0 w 130492"/>
              <a:gd name="connsiteY2" fmla="*/ 0 h 59055"/>
              <a:gd name="connsiteX3" fmla="*/ 130493 w 130492"/>
              <a:gd name="connsiteY3" fmla="*/ 0 h 59055"/>
              <a:gd name="connsiteX4" fmla="*/ 130493 w 130492"/>
              <a:gd name="connsiteY4" fmla="*/ 59055 h 59055"/>
            </a:gdLst>
            <a:rect l="l" t="t" r="r" b="b"/>
            <a:pathLst>
              <a:path w="130492" h="59055">
                <a:moveTo>
                  <a:pt x="130493" y="59055"/>
                </a:moveTo>
                <a:lnTo>
                  <a:pt x="0" y="59055"/>
                </a:lnTo>
                <a:lnTo>
                  <a:pt x="0" y="0"/>
                </a:lnTo>
                <a:lnTo>
                  <a:pt x="130493" y="0"/>
                </a:lnTo>
                <a:lnTo>
                  <a:pt x="130493" y="59055"/>
                </a:lnTo>
                <a:close/>
              </a:path>
            </a:pathLst>
          </a:custGeom>
          <a:solidFill xmlns:a="http://schemas.openxmlformats.org/drawingml/2006/main">
            <a:srgbClr val="041E42"/>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61" name="Freihandform: Form 159">
            <a:extLst xmlns:a="http://schemas.openxmlformats.org/drawingml/2006/main">
              <a:ext uri="{FF2B5EF4-FFF2-40B4-BE49-F238E27FC236}">
                <a16:creationId xmlns:a16="http://schemas.microsoft.com/office/drawing/2014/main" id="{56D89971-3BAE-8B48-8779-9659478A6E33}"/>
              </a:ext>
            </a:extLst>
          </p:cNvPr>
          <p:cNvSpPr>
            <a:spLocks xmlns:a="http://schemas.openxmlformats.org/drawingml/2006/main" noGrp="1"/>
          </p:cNvSpPr>
          <p:nvPr/>
        </p:nvSpPr>
        <p:spPr>
          <a:xfrm xmlns:a="http://schemas.openxmlformats.org/drawingml/2006/main" rot="0" flipH="0" flipV="0">
            <a:off x="2084981" y="299293"/>
            <a:ext cx="89397" cy="116245"/>
          </a:xfrm>
          <a:custGeom xmlns:a="http://schemas.openxmlformats.org/drawingml/2006/main">
            <a:gdLst>
              <a:gd name="connsiteX0" fmla="*/ 288607 w 288607"/>
              <a:gd name="connsiteY0" fmla="*/ 222885 h 375284"/>
              <a:gd name="connsiteX1" fmla="*/ 143827 w 288607"/>
              <a:gd name="connsiteY1" fmla="*/ 375285 h 375284"/>
              <a:gd name="connsiteX2" fmla="*/ 0 w 288607"/>
              <a:gd name="connsiteY2" fmla="*/ 222885 h 375284"/>
              <a:gd name="connsiteX3" fmla="*/ 0 w 288607"/>
              <a:gd name="connsiteY3" fmla="*/ 0 h 375284"/>
              <a:gd name="connsiteX4" fmla="*/ 66675 w 288607"/>
              <a:gd name="connsiteY4" fmla="*/ 0 h 375284"/>
              <a:gd name="connsiteX5" fmla="*/ 66675 w 288607"/>
              <a:gd name="connsiteY5" fmla="*/ 219075 h 375284"/>
              <a:gd name="connsiteX6" fmla="*/ 144780 w 288607"/>
              <a:gd name="connsiteY6" fmla="*/ 312420 h 375284"/>
              <a:gd name="connsiteX7" fmla="*/ 220980 w 288607"/>
              <a:gd name="connsiteY7" fmla="*/ 219075 h 375284"/>
              <a:gd name="connsiteX8" fmla="*/ 220980 w 288607"/>
              <a:gd name="connsiteY8" fmla="*/ 0 h 375284"/>
              <a:gd name="connsiteX9" fmla="*/ 287655 w 288607"/>
              <a:gd name="connsiteY9" fmla="*/ 0 h 375284"/>
              <a:gd name="connsiteX10" fmla="*/ 287655 w 288607"/>
              <a:gd name="connsiteY10" fmla="*/ 222885 h 375284"/>
            </a:gdLst>
            <a:rect l="l" t="t" r="r" b="b"/>
            <a:pathLst>
              <a:path w="288607" h="375284">
                <a:moveTo>
                  <a:pt x="288607" y="222885"/>
                </a:moveTo>
                <a:cubicBezTo>
                  <a:pt x="288607" y="311468"/>
                  <a:pt x="242888" y="375285"/>
                  <a:pt x="143827" y="375285"/>
                </a:cubicBezTo>
                <a:cubicBezTo>
                  <a:pt x="45720" y="375285"/>
                  <a:pt x="0" y="312420"/>
                  <a:pt x="0" y="222885"/>
                </a:cubicBezTo>
                <a:lnTo>
                  <a:pt x="0" y="0"/>
                </a:lnTo>
                <a:lnTo>
                  <a:pt x="66675" y="0"/>
                </a:lnTo>
                <a:lnTo>
                  <a:pt x="66675" y="219075"/>
                </a:lnTo>
                <a:cubicBezTo>
                  <a:pt x="66675" y="274320"/>
                  <a:pt x="90488" y="312420"/>
                  <a:pt x="144780" y="312420"/>
                </a:cubicBezTo>
                <a:cubicBezTo>
                  <a:pt x="199073" y="312420"/>
                  <a:pt x="220980" y="275272"/>
                  <a:pt x="220980" y="219075"/>
                </a:cubicBezTo>
                <a:lnTo>
                  <a:pt x="220980" y="0"/>
                </a:lnTo>
                <a:lnTo>
                  <a:pt x="287655" y="0"/>
                </a:lnTo>
                <a:lnTo>
                  <a:pt x="287655" y="222885"/>
                </a:lnTo>
                <a:close/>
              </a:path>
            </a:pathLst>
          </a:custGeom>
          <a:solidFill xmlns:a="http://schemas.openxmlformats.org/drawingml/2006/main">
            <a:srgbClr val="041E42"/>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62" name="Freihandform: Form 160">
            <a:extLst xmlns:a="http://schemas.openxmlformats.org/drawingml/2006/main">
              <a:ext uri="{FF2B5EF4-FFF2-40B4-BE49-F238E27FC236}">
                <a16:creationId xmlns:a16="http://schemas.microsoft.com/office/drawing/2014/main" id="{5BFB40D3-0C94-C34E-8D0C-BA37CE64A2A6}"/>
              </a:ext>
            </a:extLst>
          </p:cNvPr>
          <p:cNvSpPr>
            <a:spLocks xmlns:a="http://schemas.openxmlformats.org/drawingml/2006/main" noGrp="1"/>
          </p:cNvSpPr>
          <p:nvPr/>
        </p:nvSpPr>
        <p:spPr>
          <a:xfrm xmlns:a="http://schemas.openxmlformats.org/drawingml/2006/main" rot="0" flipH="0" flipV="0">
            <a:off x="2200343" y="329092"/>
            <a:ext cx="70809" cy="84676"/>
          </a:xfrm>
          <a:custGeom xmlns:a="http://schemas.openxmlformats.org/drawingml/2006/main">
            <a:gdLst>
              <a:gd name="connsiteX0" fmla="*/ 228600 w 228600"/>
              <a:gd name="connsiteY0" fmla="*/ 272415 h 273367"/>
              <a:gd name="connsiteX1" fmla="*/ 166688 w 228600"/>
              <a:gd name="connsiteY1" fmla="*/ 272415 h 273367"/>
              <a:gd name="connsiteX2" fmla="*/ 166688 w 228600"/>
              <a:gd name="connsiteY2" fmla="*/ 120015 h 273367"/>
              <a:gd name="connsiteX3" fmla="*/ 117158 w 228600"/>
              <a:gd name="connsiteY3" fmla="*/ 55245 h 273367"/>
              <a:gd name="connsiteX4" fmla="*/ 61913 w 228600"/>
              <a:gd name="connsiteY4" fmla="*/ 120015 h 273367"/>
              <a:gd name="connsiteX5" fmla="*/ 61913 w 228600"/>
              <a:gd name="connsiteY5" fmla="*/ 273368 h 273367"/>
              <a:gd name="connsiteX6" fmla="*/ 0 w 228600"/>
              <a:gd name="connsiteY6" fmla="*/ 273368 h 273367"/>
              <a:gd name="connsiteX7" fmla="*/ 0 w 228600"/>
              <a:gd name="connsiteY7" fmla="*/ 6668 h 273367"/>
              <a:gd name="connsiteX8" fmla="*/ 61913 w 228600"/>
              <a:gd name="connsiteY8" fmla="*/ 6668 h 273367"/>
              <a:gd name="connsiteX9" fmla="*/ 61913 w 228600"/>
              <a:gd name="connsiteY9" fmla="*/ 39053 h 273367"/>
              <a:gd name="connsiteX10" fmla="*/ 62865 w 228600"/>
              <a:gd name="connsiteY10" fmla="*/ 39053 h 273367"/>
              <a:gd name="connsiteX11" fmla="*/ 140970 w 228600"/>
              <a:gd name="connsiteY11" fmla="*/ 0 h 273367"/>
              <a:gd name="connsiteX12" fmla="*/ 228600 w 228600"/>
              <a:gd name="connsiteY12" fmla="*/ 107632 h 273367"/>
              <a:gd name="connsiteX13" fmla="*/ 228600 w 228600"/>
              <a:gd name="connsiteY13" fmla="*/ 272415 h 273367"/>
            </a:gdLst>
            <a:rect l="l" t="t" r="r" b="b"/>
            <a:pathLst>
              <a:path w="228600" h="273367">
                <a:moveTo>
                  <a:pt x="228600" y="272415"/>
                </a:moveTo>
                <a:lnTo>
                  <a:pt x="166688" y="272415"/>
                </a:lnTo>
                <a:lnTo>
                  <a:pt x="166688" y="120015"/>
                </a:lnTo>
                <a:cubicBezTo>
                  <a:pt x="166688" y="80963"/>
                  <a:pt x="155258" y="55245"/>
                  <a:pt x="117158" y="55245"/>
                </a:cubicBezTo>
                <a:cubicBezTo>
                  <a:pt x="73343" y="55245"/>
                  <a:pt x="61913" y="90488"/>
                  <a:pt x="61913" y="120015"/>
                </a:cubicBezTo>
                <a:lnTo>
                  <a:pt x="61913" y="273368"/>
                </a:lnTo>
                <a:lnTo>
                  <a:pt x="0" y="273368"/>
                </a:lnTo>
                <a:lnTo>
                  <a:pt x="0" y="6668"/>
                </a:lnTo>
                <a:lnTo>
                  <a:pt x="61913" y="6668"/>
                </a:lnTo>
                <a:lnTo>
                  <a:pt x="61913" y="39053"/>
                </a:lnTo>
                <a:lnTo>
                  <a:pt x="62865" y="39053"/>
                </a:lnTo>
                <a:cubicBezTo>
                  <a:pt x="79058" y="15240"/>
                  <a:pt x="106680" y="0"/>
                  <a:pt x="140970" y="0"/>
                </a:cubicBezTo>
                <a:cubicBezTo>
                  <a:pt x="201930" y="0"/>
                  <a:pt x="228600" y="44768"/>
                  <a:pt x="228600" y="107632"/>
                </a:cubicBezTo>
                <a:lnTo>
                  <a:pt x="228600" y="272415"/>
                </a:lnTo>
                <a:close/>
              </a:path>
            </a:pathLst>
          </a:custGeom>
          <a:solidFill xmlns:a="http://schemas.openxmlformats.org/drawingml/2006/main">
            <a:srgbClr val="041E42"/>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63" name="Freihandform: Form 161">
            <a:extLst xmlns:a="http://schemas.openxmlformats.org/drawingml/2006/main">
              <a:ext uri="{FF2B5EF4-FFF2-40B4-BE49-F238E27FC236}">
                <a16:creationId xmlns:a16="http://schemas.microsoft.com/office/drawing/2014/main" id="{5F3B670D-3F4C-EB46-B888-A17039EC5DA8}"/>
              </a:ext>
            </a:extLst>
          </p:cNvPr>
          <p:cNvSpPr>
            <a:spLocks xmlns:a="http://schemas.openxmlformats.org/drawingml/2006/main" noGrp="1"/>
          </p:cNvSpPr>
          <p:nvPr/>
        </p:nvSpPr>
        <p:spPr>
          <a:xfrm xmlns:a="http://schemas.openxmlformats.org/drawingml/2006/main" rot="0" flipH="0" flipV="0">
            <a:off x="2292986" y="294277"/>
            <a:ext cx="24488" cy="119196"/>
          </a:xfrm>
          <a:custGeom xmlns:a="http://schemas.openxmlformats.org/drawingml/2006/main">
            <a:gdLst>
              <a:gd name="connsiteX0" fmla="*/ 79057 w 79057"/>
              <a:gd name="connsiteY0" fmla="*/ 38100 h 384810"/>
              <a:gd name="connsiteX1" fmla="*/ 39052 w 79057"/>
              <a:gd name="connsiteY1" fmla="*/ 76200 h 384810"/>
              <a:gd name="connsiteX2" fmla="*/ 0 w 79057"/>
              <a:gd name="connsiteY2" fmla="*/ 38100 h 384810"/>
              <a:gd name="connsiteX3" fmla="*/ 39052 w 79057"/>
              <a:gd name="connsiteY3" fmla="*/ 0 h 384810"/>
              <a:gd name="connsiteX4" fmla="*/ 79057 w 79057"/>
              <a:gd name="connsiteY4" fmla="*/ 38100 h 384810"/>
              <a:gd name="connsiteX5" fmla="*/ 70485 w 79057"/>
              <a:gd name="connsiteY5" fmla="*/ 384810 h 384810"/>
              <a:gd name="connsiteX6" fmla="*/ 8573 w 79057"/>
              <a:gd name="connsiteY6" fmla="*/ 384810 h 384810"/>
              <a:gd name="connsiteX7" fmla="*/ 8573 w 79057"/>
              <a:gd name="connsiteY7" fmla="*/ 118110 h 384810"/>
              <a:gd name="connsiteX8" fmla="*/ 70485 w 79057"/>
              <a:gd name="connsiteY8" fmla="*/ 118110 h 384810"/>
              <a:gd name="connsiteX9" fmla="*/ 70485 w 79057"/>
              <a:gd name="connsiteY9" fmla="*/ 384810 h 384810"/>
            </a:gdLst>
            <a:rect l="l" t="t" r="r" b="b"/>
            <a:pathLst>
              <a:path w="79057" h="384810">
                <a:moveTo>
                  <a:pt x="79057" y="38100"/>
                </a:moveTo>
                <a:cubicBezTo>
                  <a:pt x="79057" y="60007"/>
                  <a:pt x="60960" y="76200"/>
                  <a:pt x="39052" y="76200"/>
                </a:cubicBezTo>
                <a:cubicBezTo>
                  <a:pt x="17145" y="76200"/>
                  <a:pt x="0" y="60960"/>
                  <a:pt x="0" y="38100"/>
                </a:cubicBezTo>
                <a:cubicBezTo>
                  <a:pt x="0" y="16193"/>
                  <a:pt x="18098" y="0"/>
                  <a:pt x="39052" y="0"/>
                </a:cubicBezTo>
                <a:cubicBezTo>
                  <a:pt x="60960" y="0"/>
                  <a:pt x="79057" y="16193"/>
                  <a:pt x="79057" y="38100"/>
                </a:cubicBezTo>
                <a:close/>
                <a:moveTo>
                  <a:pt x="70485" y="384810"/>
                </a:moveTo>
                <a:lnTo>
                  <a:pt x="8573" y="384810"/>
                </a:lnTo>
                <a:lnTo>
                  <a:pt x="8573" y="118110"/>
                </a:lnTo>
                <a:lnTo>
                  <a:pt x="70485" y="118110"/>
                </a:lnTo>
                <a:lnTo>
                  <a:pt x="70485" y="384810"/>
                </a:lnTo>
                <a:close/>
              </a:path>
            </a:pathLst>
          </a:custGeom>
          <a:solidFill xmlns:a="http://schemas.openxmlformats.org/drawingml/2006/main">
            <a:srgbClr val="041E42"/>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64" name="Freihandform: Form 162">
            <a:extLst xmlns:a="http://schemas.openxmlformats.org/drawingml/2006/main">
              <a:ext uri="{FF2B5EF4-FFF2-40B4-BE49-F238E27FC236}">
                <a16:creationId xmlns:a16="http://schemas.microsoft.com/office/drawing/2014/main" id="{1AC6A114-F6C4-A44F-82C1-746D659D92E5}"/>
              </a:ext>
            </a:extLst>
          </p:cNvPr>
          <p:cNvSpPr>
            <a:spLocks xmlns:a="http://schemas.openxmlformats.org/drawingml/2006/main" noGrp="1"/>
          </p:cNvSpPr>
          <p:nvPr/>
        </p:nvSpPr>
        <p:spPr>
          <a:xfrm xmlns:a="http://schemas.openxmlformats.org/drawingml/2006/main" rot="0" flipH="0" flipV="0">
            <a:off x="2331046" y="331157"/>
            <a:ext cx="80251" cy="82611"/>
          </a:xfrm>
          <a:custGeom xmlns:a="http://schemas.openxmlformats.org/drawingml/2006/main">
            <a:gdLst>
              <a:gd name="connsiteX0" fmla="*/ 259080 w 259079"/>
              <a:gd name="connsiteY0" fmla="*/ 0 h 266700"/>
              <a:gd name="connsiteX1" fmla="*/ 161925 w 259079"/>
              <a:gd name="connsiteY1" fmla="*/ 266700 h 266700"/>
              <a:gd name="connsiteX2" fmla="*/ 97155 w 259079"/>
              <a:gd name="connsiteY2" fmla="*/ 266700 h 266700"/>
              <a:gd name="connsiteX3" fmla="*/ 0 w 259079"/>
              <a:gd name="connsiteY3" fmla="*/ 0 h 266700"/>
              <a:gd name="connsiteX4" fmla="*/ 68580 w 259079"/>
              <a:gd name="connsiteY4" fmla="*/ 0 h 266700"/>
              <a:gd name="connsiteX5" fmla="*/ 129540 w 259079"/>
              <a:gd name="connsiteY5" fmla="*/ 193358 h 266700"/>
              <a:gd name="connsiteX6" fmla="*/ 130492 w 259079"/>
              <a:gd name="connsiteY6" fmla="*/ 193358 h 266700"/>
              <a:gd name="connsiteX7" fmla="*/ 191452 w 259079"/>
              <a:gd name="connsiteY7" fmla="*/ 0 h 266700"/>
              <a:gd name="connsiteX8" fmla="*/ 259080 w 259079"/>
              <a:gd name="connsiteY8" fmla="*/ 0 h 266700"/>
            </a:gdLst>
            <a:rect l="l" t="t" r="r" b="b"/>
            <a:pathLst>
              <a:path w="259079" h="266700">
                <a:moveTo>
                  <a:pt x="259080" y="0"/>
                </a:moveTo>
                <a:lnTo>
                  <a:pt x="161925" y="266700"/>
                </a:lnTo>
                <a:lnTo>
                  <a:pt x="97155" y="266700"/>
                </a:lnTo>
                <a:lnTo>
                  <a:pt x="0" y="0"/>
                </a:lnTo>
                <a:lnTo>
                  <a:pt x="68580" y="0"/>
                </a:lnTo>
                <a:lnTo>
                  <a:pt x="129540" y="193358"/>
                </a:lnTo>
                <a:lnTo>
                  <a:pt x="130492" y="193358"/>
                </a:lnTo>
                <a:lnTo>
                  <a:pt x="191452" y="0"/>
                </a:lnTo>
                <a:lnTo>
                  <a:pt x="259080" y="0"/>
                </a:lnTo>
                <a:close/>
              </a:path>
            </a:pathLst>
          </a:custGeom>
          <a:solidFill xmlns:a="http://schemas.openxmlformats.org/drawingml/2006/main">
            <a:srgbClr val="041E42"/>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65" name="Freihandform: Form 163">
            <a:extLst xmlns:a="http://schemas.openxmlformats.org/drawingml/2006/main">
              <a:ext uri="{FF2B5EF4-FFF2-40B4-BE49-F238E27FC236}">
                <a16:creationId xmlns:a16="http://schemas.microsoft.com/office/drawing/2014/main" id="{6C84A291-9A88-BC46-9243-A5BDAD73E704}"/>
              </a:ext>
            </a:extLst>
          </p:cNvPr>
          <p:cNvSpPr>
            <a:spLocks xmlns:a="http://schemas.openxmlformats.org/drawingml/2006/main" noGrp="1"/>
          </p:cNvSpPr>
          <p:nvPr/>
        </p:nvSpPr>
        <p:spPr>
          <a:xfrm xmlns:a="http://schemas.openxmlformats.org/drawingml/2006/main" rot="0" flipH="0" flipV="0">
            <a:off x="2420149" y="329092"/>
            <a:ext cx="75235" cy="86446"/>
          </a:xfrm>
          <a:custGeom xmlns:a="http://schemas.openxmlformats.org/drawingml/2006/main">
            <a:gdLst>
              <a:gd name="connsiteX0" fmla="*/ 132398 w 242887"/>
              <a:gd name="connsiteY0" fmla="*/ 279083 h 279082"/>
              <a:gd name="connsiteX1" fmla="*/ 0 w 242887"/>
              <a:gd name="connsiteY1" fmla="*/ 139065 h 279082"/>
              <a:gd name="connsiteX2" fmla="*/ 124778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8 w 242887"/>
              <a:gd name="connsiteY6" fmla="*/ 225743 h 279082"/>
              <a:gd name="connsiteX7" fmla="*/ 198120 w 242887"/>
              <a:gd name="connsiteY7" fmla="*/ 194310 h 279082"/>
              <a:gd name="connsiteX8" fmla="*/ 237173 w 242887"/>
              <a:gd name="connsiteY8" fmla="*/ 235268 h 279082"/>
              <a:gd name="connsiteX9" fmla="*/ 132398 w 242887"/>
              <a:gd name="connsiteY9" fmla="*/ 279083 h 279082"/>
              <a:gd name="connsiteX10" fmla="*/ 62865 w 242887"/>
              <a:gd name="connsiteY10" fmla="*/ 115253 h 279082"/>
              <a:gd name="connsiteX11" fmla="*/ 183833 w 242887"/>
              <a:gd name="connsiteY11" fmla="*/ 115253 h 279082"/>
              <a:gd name="connsiteX12" fmla="*/ 124778 w 242887"/>
              <a:gd name="connsiteY12" fmla="*/ 50482 h 279082"/>
              <a:gd name="connsiteX13" fmla="*/ 62865 w 242887"/>
              <a:gd name="connsiteY13" fmla="*/ 115253 h 279082"/>
            </a:gdLst>
            <a:rect l="l" t="t" r="r" b="b"/>
            <a:pathLst>
              <a:path w="242887" h="279082">
                <a:moveTo>
                  <a:pt x="132398" y="279083"/>
                </a:moveTo>
                <a:cubicBezTo>
                  <a:pt x="53340" y="279083"/>
                  <a:pt x="0" y="222885"/>
                  <a:pt x="0" y="139065"/>
                </a:cubicBezTo>
                <a:cubicBezTo>
                  <a:pt x="0" y="56197"/>
                  <a:pt x="50483" y="0"/>
                  <a:pt x="124778" y="0"/>
                </a:cubicBezTo>
                <a:cubicBezTo>
                  <a:pt x="196215" y="0"/>
                  <a:pt x="242888" y="53340"/>
                  <a:pt x="242888" y="135255"/>
                </a:cubicBezTo>
                <a:cubicBezTo>
                  <a:pt x="242888" y="143828"/>
                  <a:pt x="241935" y="153353"/>
                  <a:pt x="241935" y="160972"/>
                </a:cubicBezTo>
                <a:lnTo>
                  <a:pt x="62865" y="160972"/>
                </a:lnTo>
                <a:cubicBezTo>
                  <a:pt x="69533" y="201930"/>
                  <a:pt x="94298" y="225743"/>
                  <a:pt x="132398" y="225743"/>
                </a:cubicBezTo>
                <a:cubicBezTo>
                  <a:pt x="157163" y="225743"/>
                  <a:pt x="177165" y="216218"/>
                  <a:pt x="198120" y="194310"/>
                </a:cubicBezTo>
                <a:lnTo>
                  <a:pt x="237173" y="235268"/>
                </a:lnTo>
                <a:cubicBezTo>
                  <a:pt x="206693" y="264795"/>
                  <a:pt x="173355" y="279083"/>
                  <a:pt x="132398" y="279083"/>
                </a:cubicBezTo>
                <a:close/>
                <a:moveTo>
                  <a:pt x="62865" y="115253"/>
                </a:moveTo>
                <a:lnTo>
                  <a:pt x="183833" y="115253"/>
                </a:lnTo>
                <a:cubicBezTo>
                  <a:pt x="180975" y="74295"/>
                  <a:pt x="160020" y="50482"/>
                  <a:pt x="124778" y="50482"/>
                </a:cubicBezTo>
                <a:cubicBezTo>
                  <a:pt x="90488" y="50482"/>
                  <a:pt x="68580" y="74295"/>
                  <a:pt x="62865" y="115253"/>
                </a:cubicBezTo>
                <a:close/>
              </a:path>
            </a:pathLst>
          </a:custGeom>
          <a:solidFill xmlns:a="http://schemas.openxmlformats.org/drawingml/2006/main">
            <a:srgbClr val="041E42"/>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66" name="Freihandform: Form 165">
            <a:extLst xmlns:a="http://schemas.openxmlformats.org/drawingml/2006/main">
              <a:ext uri="{FF2B5EF4-FFF2-40B4-BE49-F238E27FC236}">
                <a16:creationId xmlns:a16="http://schemas.microsoft.com/office/drawing/2014/main" id="{ED77166F-3C93-3744-9927-37978A728989}"/>
              </a:ext>
            </a:extLst>
          </p:cNvPr>
          <p:cNvSpPr>
            <a:spLocks xmlns:a="http://schemas.openxmlformats.org/drawingml/2006/main" noGrp="1"/>
          </p:cNvSpPr>
          <p:nvPr/>
        </p:nvSpPr>
        <p:spPr>
          <a:xfrm xmlns:a="http://schemas.openxmlformats.org/drawingml/2006/main" rot="0" flipH="0" flipV="0">
            <a:off x="2517217" y="329016"/>
            <a:ext cx="49567" cy="84456"/>
          </a:xfrm>
          <a:custGeom xmlns:a="http://schemas.openxmlformats.org/drawingml/2006/main">
            <a:gdLst>
              <a:gd name="connsiteX0" fmla="*/ 160020 w 160019"/>
              <a:gd name="connsiteY0" fmla="*/ 5005 h 272657"/>
              <a:gd name="connsiteX1" fmla="*/ 150495 w 160019"/>
              <a:gd name="connsiteY1" fmla="*/ 68823 h 272657"/>
              <a:gd name="connsiteX2" fmla="*/ 116205 w 160019"/>
              <a:gd name="connsiteY2" fmla="*/ 60250 h 272657"/>
              <a:gd name="connsiteX3" fmla="*/ 61913 w 160019"/>
              <a:gd name="connsiteY3" fmla="*/ 135498 h 272657"/>
              <a:gd name="connsiteX4" fmla="*/ 61913 w 160019"/>
              <a:gd name="connsiteY4" fmla="*/ 272658 h 272657"/>
              <a:gd name="connsiteX5" fmla="*/ 0 w 160019"/>
              <a:gd name="connsiteY5" fmla="*/ 272658 h 272657"/>
              <a:gd name="connsiteX6" fmla="*/ 0 w 160019"/>
              <a:gd name="connsiteY6" fmla="*/ 5958 h 272657"/>
              <a:gd name="connsiteX7" fmla="*/ 60960 w 160019"/>
              <a:gd name="connsiteY7" fmla="*/ 5958 h 272657"/>
              <a:gd name="connsiteX8" fmla="*/ 60960 w 160019"/>
              <a:gd name="connsiteY8" fmla="*/ 40248 h 272657"/>
              <a:gd name="connsiteX9" fmla="*/ 61913 w 160019"/>
              <a:gd name="connsiteY9" fmla="*/ 40248 h 272657"/>
              <a:gd name="connsiteX10" fmla="*/ 131445 w 160019"/>
              <a:gd name="connsiteY10" fmla="*/ 243 h 272657"/>
              <a:gd name="connsiteX11" fmla="*/ 160020 w 160019"/>
              <a:gd name="connsiteY11" fmla="*/ 5005 h 272657"/>
            </a:gdLst>
            <a:rect l="l" t="t" r="r" b="b"/>
            <a:pathLst>
              <a:path w="160019" h="272657">
                <a:moveTo>
                  <a:pt x="160020" y="5005"/>
                </a:moveTo>
                <a:lnTo>
                  <a:pt x="150495" y="68823"/>
                </a:lnTo>
                <a:cubicBezTo>
                  <a:pt x="140970" y="64060"/>
                  <a:pt x="129540" y="60250"/>
                  <a:pt x="116205" y="60250"/>
                </a:cubicBezTo>
                <a:cubicBezTo>
                  <a:pt x="73343"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8" y="-710"/>
                  <a:pt x="150495" y="1195"/>
                  <a:pt x="160020" y="5005"/>
                </a:cubicBezTo>
                <a:close/>
              </a:path>
            </a:pathLst>
          </a:custGeom>
          <a:solidFill xmlns:a="http://schemas.openxmlformats.org/drawingml/2006/main">
            <a:srgbClr val="041E42"/>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67" name="Freihandform: Form 166">
            <a:extLst xmlns:a="http://schemas.openxmlformats.org/drawingml/2006/main">
              <a:ext uri="{FF2B5EF4-FFF2-40B4-BE49-F238E27FC236}">
                <a16:creationId xmlns:a16="http://schemas.microsoft.com/office/drawing/2014/main" id="{407D65A0-6EC3-0D4A-8197-FB6484487BE4}"/>
              </a:ext>
            </a:extLst>
          </p:cNvPr>
          <p:cNvSpPr>
            <a:spLocks xmlns:a="http://schemas.openxmlformats.org/drawingml/2006/main" noGrp="1"/>
          </p:cNvSpPr>
          <p:nvPr/>
        </p:nvSpPr>
        <p:spPr>
          <a:xfrm xmlns:a="http://schemas.openxmlformats.org/drawingml/2006/main" rot="0" flipH="0" flipV="0">
            <a:off x="2575931" y="328796"/>
            <a:ext cx="63728" cy="86741"/>
          </a:xfrm>
          <a:custGeom xmlns:a="http://schemas.openxmlformats.org/drawingml/2006/main">
            <a:gdLst>
              <a:gd name="connsiteX0" fmla="*/ 29527 w 205739"/>
              <a:gd name="connsiteY0" fmla="*/ 198120 h 280034"/>
              <a:gd name="connsiteX1" fmla="*/ 104775 w 205739"/>
              <a:gd name="connsiteY1" fmla="*/ 227647 h 280034"/>
              <a:gd name="connsiteX2" fmla="*/ 143827 w 205739"/>
              <a:gd name="connsiteY2" fmla="*/ 200978 h 280034"/>
              <a:gd name="connsiteX3" fmla="*/ 10477 w 205739"/>
              <a:gd name="connsiteY3" fmla="*/ 82868 h 280034"/>
              <a:gd name="connsiteX4" fmla="*/ 111442 w 205739"/>
              <a:gd name="connsiteY4" fmla="*/ 0 h 280034"/>
              <a:gd name="connsiteX5" fmla="*/ 203835 w 205739"/>
              <a:gd name="connsiteY5" fmla="*/ 27622 h 280034"/>
              <a:gd name="connsiteX6" fmla="*/ 174307 w 205739"/>
              <a:gd name="connsiteY6" fmla="*/ 76200 h 280034"/>
              <a:gd name="connsiteX7" fmla="*/ 110490 w 205739"/>
              <a:gd name="connsiteY7" fmla="*/ 52387 h 280034"/>
              <a:gd name="connsiteX8" fmla="*/ 72390 w 205739"/>
              <a:gd name="connsiteY8" fmla="*/ 77153 h 280034"/>
              <a:gd name="connsiteX9" fmla="*/ 205740 w 205739"/>
              <a:gd name="connsiteY9" fmla="*/ 195262 h 280034"/>
              <a:gd name="connsiteX10" fmla="*/ 102870 w 205739"/>
              <a:gd name="connsiteY10" fmla="*/ 280035 h 280034"/>
              <a:gd name="connsiteX11" fmla="*/ 0 w 205739"/>
              <a:gd name="connsiteY11" fmla="*/ 247650 h 280034"/>
              <a:gd name="connsiteX12" fmla="*/ 29527 w 205739"/>
              <a:gd name="connsiteY12" fmla="*/ 198120 h 280034"/>
            </a:gdLst>
            <a:rect l="l" t="t" r="r" b="b"/>
            <a:pathLst>
              <a:path w="205739" h="280034">
                <a:moveTo>
                  <a:pt x="29527" y="198120"/>
                </a:moveTo>
                <a:cubicBezTo>
                  <a:pt x="56197" y="218122"/>
                  <a:pt x="80963" y="227647"/>
                  <a:pt x="104775" y="227647"/>
                </a:cubicBezTo>
                <a:cubicBezTo>
                  <a:pt x="127635" y="227647"/>
                  <a:pt x="143827" y="217170"/>
                  <a:pt x="143827" y="200978"/>
                </a:cubicBezTo>
                <a:cubicBezTo>
                  <a:pt x="143827" y="155258"/>
                  <a:pt x="10477" y="171450"/>
                  <a:pt x="10477" y="82868"/>
                </a:cubicBezTo>
                <a:cubicBezTo>
                  <a:pt x="10477" y="33338"/>
                  <a:pt x="51435" y="0"/>
                  <a:pt x="111442" y="0"/>
                </a:cubicBezTo>
                <a:cubicBezTo>
                  <a:pt x="143827" y="0"/>
                  <a:pt x="175260" y="9525"/>
                  <a:pt x="203835" y="27622"/>
                </a:cubicBezTo>
                <a:lnTo>
                  <a:pt x="174307" y="76200"/>
                </a:lnTo>
                <a:cubicBezTo>
                  <a:pt x="151447" y="60960"/>
                  <a:pt x="130492" y="52387"/>
                  <a:pt x="110490" y="52387"/>
                </a:cubicBezTo>
                <a:cubicBezTo>
                  <a:pt x="87630" y="52387"/>
                  <a:pt x="72390" y="61912"/>
                  <a:pt x="72390" y="77153"/>
                </a:cubicBezTo>
                <a:cubicBezTo>
                  <a:pt x="72390" y="120968"/>
                  <a:pt x="205740" y="105728"/>
                  <a:pt x="205740" y="195262"/>
                </a:cubicBezTo>
                <a:cubicBezTo>
                  <a:pt x="205740" y="245745"/>
                  <a:pt x="164782" y="280035"/>
                  <a:pt x="102870" y="280035"/>
                </a:cubicBezTo>
                <a:cubicBezTo>
                  <a:pt x="67627" y="280035"/>
                  <a:pt x="31432" y="268605"/>
                  <a:pt x="0" y="247650"/>
                </a:cubicBezTo>
                <a:lnTo>
                  <a:pt x="29527" y="198120"/>
                </a:lnTo>
                <a:close/>
              </a:path>
            </a:pathLst>
          </a:custGeom>
          <a:solidFill xmlns:a="http://schemas.openxmlformats.org/drawingml/2006/main">
            <a:srgbClr val="041E42"/>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68" name="Freihandform: Form 168">
            <a:extLst xmlns:a="http://schemas.openxmlformats.org/drawingml/2006/main">
              <a:ext uri="{FF2B5EF4-FFF2-40B4-BE49-F238E27FC236}">
                <a16:creationId xmlns:a16="http://schemas.microsoft.com/office/drawing/2014/main" id="{F67E5B46-C275-4F48-A09F-54D35BC6A4BF}"/>
              </a:ext>
            </a:extLst>
          </p:cNvPr>
          <p:cNvSpPr>
            <a:spLocks xmlns:a="http://schemas.openxmlformats.org/drawingml/2006/main" noGrp="1"/>
          </p:cNvSpPr>
          <p:nvPr/>
        </p:nvSpPr>
        <p:spPr>
          <a:xfrm xmlns:a="http://schemas.openxmlformats.org/drawingml/2006/main" rot="0" flipH="0" flipV="0">
            <a:off x="2657657" y="294277"/>
            <a:ext cx="24488" cy="119196"/>
          </a:xfrm>
          <a:custGeom xmlns:a="http://schemas.openxmlformats.org/drawingml/2006/main">
            <a:gdLst>
              <a:gd name="connsiteX0" fmla="*/ 79058 w 79057"/>
              <a:gd name="connsiteY0" fmla="*/ 38100 h 384810"/>
              <a:gd name="connsiteX1" fmla="*/ 39053 w 79057"/>
              <a:gd name="connsiteY1" fmla="*/ 76200 h 384810"/>
              <a:gd name="connsiteX2" fmla="*/ 0 w 79057"/>
              <a:gd name="connsiteY2" fmla="*/ 38100 h 384810"/>
              <a:gd name="connsiteX3" fmla="*/ 39053 w 79057"/>
              <a:gd name="connsiteY3" fmla="*/ 0 h 384810"/>
              <a:gd name="connsiteX4" fmla="*/ 79058 w 79057"/>
              <a:gd name="connsiteY4" fmla="*/ 38100 h 384810"/>
              <a:gd name="connsiteX5" fmla="*/ 70485 w 79057"/>
              <a:gd name="connsiteY5" fmla="*/ 384810 h 384810"/>
              <a:gd name="connsiteX6" fmla="*/ 8573 w 79057"/>
              <a:gd name="connsiteY6" fmla="*/ 384810 h 384810"/>
              <a:gd name="connsiteX7" fmla="*/ 8573 w 79057"/>
              <a:gd name="connsiteY7" fmla="*/ 118110 h 384810"/>
              <a:gd name="connsiteX8" fmla="*/ 70485 w 79057"/>
              <a:gd name="connsiteY8" fmla="*/ 118110 h 384810"/>
              <a:gd name="connsiteX9" fmla="*/ 70485 w 79057"/>
              <a:gd name="connsiteY9" fmla="*/ 384810 h 384810"/>
            </a:gdLst>
            <a:rect l="l" t="t" r="r" b="b"/>
            <a:pathLst>
              <a:path w="79057" h="384810">
                <a:moveTo>
                  <a:pt x="79058" y="38100"/>
                </a:moveTo>
                <a:cubicBezTo>
                  <a:pt x="79058" y="60007"/>
                  <a:pt x="60960" y="76200"/>
                  <a:pt x="39053" y="76200"/>
                </a:cubicBezTo>
                <a:cubicBezTo>
                  <a:pt x="17145" y="76200"/>
                  <a:pt x="0" y="60960"/>
                  <a:pt x="0" y="38100"/>
                </a:cubicBezTo>
                <a:cubicBezTo>
                  <a:pt x="0" y="16193"/>
                  <a:pt x="18098" y="0"/>
                  <a:pt x="39053" y="0"/>
                </a:cubicBezTo>
                <a:cubicBezTo>
                  <a:pt x="60960" y="0"/>
                  <a:pt x="79058" y="16193"/>
                  <a:pt x="79058" y="38100"/>
                </a:cubicBezTo>
                <a:close/>
                <a:moveTo>
                  <a:pt x="70485" y="384810"/>
                </a:moveTo>
                <a:lnTo>
                  <a:pt x="8573" y="384810"/>
                </a:lnTo>
                <a:lnTo>
                  <a:pt x="8573" y="118110"/>
                </a:lnTo>
                <a:lnTo>
                  <a:pt x="70485" y="118110"/>
                </a:lnTo>
                <a:lnTo>
                  <a:pt x="70485" y="384810"/>
                </a:lnTo>
                <a:close/>
              </a:path>
            </a:pathLst>
          </a:custGeom>
          <a:solidFill xmlns:a="http://schemas.openxmlformats.org/drawingml/2006/main">
            <a:srgbClr val="041E42"/>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69" name="Freihandform: Form 169">
            <a:extLst xmlns:a="http://schemas.openxmlformats.org/drawingml/2006/main">
              <a:ext uri="{FF2B5EF4-FFF2-40B4-BE49-F238E27FC236}">
                <a16:creationId xmlns:a16="http://schemas.microsoft.com/office/drawing/2014/main" id="{909E25E7-19E2-8747-9126-F1AB3D631F78}"/>
              </a:ext>
            </a:extLst>
          </p:cNvPr>
          <p:cNvSpPr>
            <a:spLocks xmlns:a="http://schemas.openxmlformats.org/drawingml/2006/main" noGrp="1"/>
          </p:cNvSpPr>
          <p:nvPr/>
        </p:nvSpPr>
        <p:spPr>
          <a:xfrm xmlns:a="http://schemas.openxmlformats.org/drawingml/2006/main" rot="0" flipH="0" flipV="0">
            <a:off x="2696013" y="304603"/>
            <a:ext cx="51336" cy="110934"/>
          </a:xfrm>
          <a:custGeom xmlns:a="http://schemas.openxmlformats.org/drawingml/2006/main">
            <a:gdLst>
              <a:gd name="connsiteX0" fmla="*/ 165735 w 165735"/>
              <a:gd name="connsiteY0" fmla="*/ 295275 h 358139"/>
              <a:gd name="connsiteX1" fmla="*/ 165735 w 165735"/>
              <a:gd name="connsiteY1" fmla="*/ 348615 h 358139"/>
              <a:gd name="connsiteX2" fmla="*/ 113348 w 165735"/>
              <a:gd name="connsiteY2" fmla="*/ 358140 h 358139"/>
              <a:gd name="connsiteX3" fmla="*/ 40958 w 165735"/>
              <a:gd name="connsiteY3" fmla="*/ 282892 h 358139"/>
              <a:gd name="connsiteX4" fmla="*/ 40958 w 165735"/>
              <a:gd name="connsiteY4" fmla="*/ 137160 h 358139"/>
              <a:gd name="connsiteX5" fmla="*/ 0 w 165735"/>
              <a:gd name="connsiteY5" fmla="*/ 137160 h 358139"/>
              <a:gd name="connsiteX6" fmla="*/ 0 w 165735"/>
              <a:gd name="connsiteY6" fmla="*/ 85725 h 358139"/>
              <a:gd name="connsiteX7" fmla="*/ 40005 w 165735"/>
              <a:gd name="connsiteY7" fmla="*/ 85725 h 358139"/>
              <a:gd name="connsiteX8" fmla="*/ 40005 w 165735"/>
              <a:gd name="connsiteY8" fmla="*/ 13335 h 358139"/>
              <a:gd name="connsiteX9" fmla="*/ 101918 w 165735"/>
              <a:gd name="connsiteY9" fmla="*/ 0 h 358139"/>
              <a:gd name="connsiteX10" fmla="*/ 101918 w 165735"/>
              <a:gd name="connsiteY10" fmla="*/ 86677 h 358139"/>
              <a:gd name="connsiteX11" fmla="*/ 165735 w 165735"/>
              <a:gd name="connsiteY11" fmla="*/ 86677 h 358139"/>
              <a:gd name="connsiteX12" fmla="*/ 165735 w 165735"/>
              <a:gd name="connsiteY12" fmla="*/ 138113 h 358139"/>
              <a:gd name="connsiteX13" fmla="*/ 101918 w 165735"/>
              <a:gd name="connsiteY13" fmla="*/ 138113 h 358139"/>
              <a:gd name="connsiteX14" fmla="*/ 101918 w 165735"/>
              <a:gd name="connsiteY14" fmla="*/ 269558 h 358139"/>
              <a:gd name="connsiteX15" fmla="*/ 130493 w 165735"/>
              <a:gd name="connsiteY15" fmla="*/ 304800 h 358139"/>
              <a:gd name="connsiteX16" fmla="*/ 165735 w 165735"/>
              <a:gd name="connsiteY16" fmla="*/ 295275 h 358139"/>
            </a:gdLst>
            <a:rect l="l" t="t" r="r" b="b"/>
            <a:pathLst>
              <a:path w="165735" h="358139">
                <a:moveTo>
                  <a:pt x="165735" y="295275"/>
                </a:moveTo>
                <a:lnTo>
                  <a:pt x="165735" y="348615"/>
                </a:lnTo>
                <a:cubicBezTo>
                  <a:pt x="152400" y="355283"/>
                  <a:pt x="131445" y="358140"/>
                  <a:pt x="113348" y="358140"/>
                </a:cubicBezTo>
                <a:cubicBezTo>
                  <a:pt x="66675" y="358140"/>
                  <a:pt x="40958" y="331470"/>
                  <a:pt x="40958" y="282892"/>
                </a:cubicBezTo>
                <a:lnTo>
                  <a:pt x="40958" y="137160"/>
                </a:lnTo>
                <a:lnTo>
                  <a:pt x="0" y="137160"/>
                </a:lnTo>
                <a:lnTo>
                  <a:pt x="0" y="85725"/>
                </a:lnTo>
                <a:lnTo>
                  <a:pt x="40005" y="85725"/>
                </a:lnTo>
                <a:lnTo>
                  <a:pt x="40005" y="13335"/>
                </a:lnTo>
                <a:lnTo>
                  <a:pt x="101918" y="0"/>
                </a:lnTo>
                <a:lnTo>
                  <a:pt x="101918" y="86677"/>
                </a:lnTo>
                <a:lnTo>
                  <a:pt x="165735" y="86677"/>
                </a:lnTo>
                <a:lnTo>
                  <a:pt x="165735" y="138113"/>
                </a:lnTo>
                <a:lnTo>
                  <a:pt x="101918" y="138113"/>
                </a:lnTo>
                <a:lnTo>
                  <a:pt x="101918" y="269558"/>
                </a:lnTo>
                <a:cubicBezTo>
                  <a:pt x="101918" y="294323"/>
                  <a:pt x="110490" y="304800"/>
                  <a:pt x="130493" y="304800"/>
                </a:cubicBezTo>
                <a:cubicBezTo>
                  <a:pt x="141923" y="303848"/>
                  <a:pt x="155258" y="300038"/>
                  <a:pt x="165735" y="295275"/>
                </a:cubicBezTo>
                <a:close/>
              </a:path>
            </a:pathLst>
          </a:custGeom>
          <a:solidFill xmlns:a="http://schemas.openxmlformats.org/drawingml/2006/main">
            <a:srgbClr val="041E42"/>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70" name="Freihandform: Form 170">
            <a:extLst xmlns:a="http://schemas.openxmlformats.org/drawingml/2006/main">
              <a:ext uri="{FF2B5EF4-FFF2-40B4-BE49-F238E27FC236}">
                <a16:creationId xmlns:a16="http://schemas.microsoft.com/office/drawing/2014/main" id="{EAC5A913-E03E-7D4D-9078-FE9CA24554F9}"/>
              </a:ext>
            </a:extLst>
          </p:cNvPr>
          <p:cNvSpPr>
            <a:spLocks xmlns:a="http://schemas.openxmlformats.org/drawingml/2006/main" noGrp="1"/>
          </p:cNvSpPr>
          <p:nvPr/>
        </p:nvSpPr>
        <p:spPr>
          <a:xfrm xmlns:a="http://schemas.openxmlformats.org/drawingml/2006/main" rot="0" flipH="0" flipV="0">
            <a:off x="2762397" y="295752"/>
            <a:ext cx="69925" cy="119786"/>
          </a:xfrm>
          <a:custGeom xmlns:a="http://schemas.openxmlformats.org/drawingml/2006/main">
            <a:gdLst>
              <a:gd name="connsiteX0" fmla="*/ 114300 w 225742"/>
              <a:gd name="connsiteY0" fmla="*/ 215265 h 386714"/>
              <a:gd name="connsiteX1" fmla="*/ 164783 w 225742"/>
              <a:gd name="connsiteY1" fmla="*/ 220980 h 386714"/>
              <a:gd name="connsiteX2" fmla="*/ 164783 w 225742"/>
              <a:gd name="connsiteY2" fmla="*/ 211455 h 386714"/>
              <a:gd name="connsiteX3" fmla="*/ 105728 w 225742"/>
              <a:gd name="connsiteY3" fmla="*/ 160020 h 386714"/>
              <a:gd name="connsiteX4" fmla="*/ 38100 w 225742"/>
              <a:gd name="connsiteY4" fmla="*/ 175260 h 386714"/>
              <a:gd name="connsiteX5" fmla="*/ 24765 w 225742"/>
              <a:gd name="connsiteY5" fmla="*/ 122873 h 386714"/>
              <a:gd name="connsiteX6" fmla="*/ 112395 w 225742"/>
              <a:gd name="connsiteY6" fmla="*/ 107632 h 386714"/>
              <a:gd name="connsiteX7" fmla="*/ 225743 w 225742"/>
              <a:gd name="connsiteY7" fmla="*/ 210502 h 386714"/>
              <a:gd name="connsiteX8" fmla="*/ 225743 w 225742"/>
              <a:gd name="connsiteY8" fmla="*/ 381000 h 386714"/>
              <a:gd name="connsiteX9" fmla="*/ 166688 w 225742"/>
              <a:gd name="connsiteY9" fmla="*/ 381000 h 386714"/>
              <a:gd name="connsiteX10" fmla="*/ 166688 w 225742"/>
              <a:gd name="connsiteY10" fmla="*/ 352425 h 386714"/>
              <a:gd name="connsiteX11" fmla="*/ 165735 w 225742"/>
              <a:gd name="connsiteY11" fmla="*/ 352425 h 386714"/>
              <a:gd name="connsiteX12" fmla="*/ 87630 w 225742"/>
              <a:gd name="connsiteY12" fmla="*/ 386715 h 386714"/>
              <a:gd name="connsiteX13" fmla="*/ 0 w 225742"/>
              <a:gd name="connsiteY13" fmla="*/ 301942 h 386714"/>
              <a:gd name="connsiteX14" fmla="*/ 114300 w 225742"/>
              <a:gd name="connsiteY14" fmla="*/ 215265 h 386714"/>
              <a:gd name="connsiteX15" fmla="*/ 63818 w 225742"/>
              <a:gd name="connsiteY15" fmla="*/ 72390 h 386714"/>
              <a:gd name="connsiteX16" fmla="*/ 26670 w 225742"/>
              <a:gd name="connsiteY16" fmla="*/ 36195 h 386714"/>
              <a:gd name="connsiteX17" fmla="*/ 63818 w 225742"/>
              <a:gd name="connsiteY17" fmla="*/ 0 h 386714"/>
              <a:gd name="connsiteX18" fmla="*/ 100965 w 225742"/>
              <a:gd name="connsiteY18" fmla="*/ 36195 h 386714"/>
              <a:gd name="connsiteX19" fmla="*/ 63818 w 225742"/>
              <a:gd name="connsiteY19" fmla="*/ 72390 h 386714"/>
              <a:gd name="connsiteX20" fmla="*/ 103823 w 225742"/>
              <a:gd name="connsiteY20" fmla="*/ 340042 h 386714"/>
              <a:gd name="connsiteX21" fmla="*/ 164783 w 225742"/>
              <a:gd name="connsiteY21" fmla="*/ 307658 h 386714"/>
              <a:gd name="connsiteX22" fmla="*/ 164783 w 225742"/>
              <a:gd name="connsiteY22" fmla="*/ 261938 h 386714"/>
              <a:gd name="connsiteX23" fmla="*/ 120968 w 225742"/>
              <a:gd name="connsiteY23" fmla="*/ 257175 h 386714"/>
              <a:gd name="connsiteX24" fmla="*/ 59055 w 225742"/>
              <a:gd name="connsiteY24" fmla="*/ 300990 h 386714"/>
              <a:gd name="connsiteX25" fmla="*/ 103823 w 225742"/>
              <a:gd name="connsiteY25" fmla="*/ 340042 h 386714"/>
              <a:gd name="connsiteX26" fmla="*/ 172403 w 225742"/>
              <a:gd name="connsiteY26" fmla="*/ 72390 h 386714"/>
              <a:gd name="connsiteX27" fmla="*/ 135255 w 225742"/>
              <a:gd name="connsiteY27" fmla="*/ 36195 h 386714"/>
              <a:gd name="connsiteX28" fmla="*/ 172403 w 225742"/>
              <a:gd name="connsiteY28" fmla="*/ 0 h 386714"/>
              <a:gd name="connsiteX29" fmla="*/ 209550 w 225742"/>
              <a:gd name="connsiteY29" fmla="*/ 36195 h 386714"/>
              <a:gd name="connsiteX30" fmla="*/ 172403 w 225742"/>
              <a:gd name="connsiteY30" fmla="*/ 72390 h 386714"/>
            </a:gdLst>
            <a:rect l="l" t="t" r="r" b="b"/>
            <a:pathLst>
              <a:path w="225742" h="386714">
                <a:moveTo>
                  <a:pt x="114300" y="215265"/>
                </a:moveTo>
                <a:cubicBezTo>
                  <a:pt x="131445" y="215265"/>
                  <a:pt x="147638" y="216217"/>
                  <a:pt x="164783" y="220980"/>
                </a:cubicBezTo>
                <a:lnTo>
                  <a:pt x="164783" y="211455"/>
                </a:lnTo>
                <a:cubicBezTo>
                  <a:pt x="164783" y="177165"/>
                  <a:pt x="144780" y="160020"/>
                  <a:pt x="105728" y="160020"/>
                </a:cubicBezTo>
                <a:cubicBezTo>
                  <a:pt x="83820" y="160020"/>
                  <a:pt x="60008" y="164783"/>
                  <a:pt x="38100" y="175260"/>
                </a:cubicBezTo>
                <a:lnTo>
                  <a:pt x="24765" y="122873"/>
                </a:lnTo>
                <a:cubicBezTo>
                  <a:pt x="49530" y="113348"/>
                  <a:pt x="81915" y="107632"/>
                  <a:pt x="112395" y="107632"/>
                </a:cubicBezTo>
                <a:cubicBezTo>
                  <a:pt x="187643" y="107632"/>
                  <a:pt x="225743" y="142875"/>
                  <a:pt x="225743" y="210502"/>
                </a:cubicBezTo>
                <a:lnTo>
                  <a:pt x="225743" y="381000"/>
                </a:lnTo>
                <a:lnTo>
                  <a:pt x="166688" y="381000"/>
                </a:lnTo>
                <a:lnTo>
                  <a:pt x="166688" y="352425"/>
                </a:lnTo>
                <a:lnTo>
                  <a:pt x="165735" y="352425"/>
                </a:lnTo>
                <a:cubicBezTo>
                  <a:pt x="142875" y="376238"/>
                  <a:pt x="119063" y="386715"/>
                  <a:pt x="87630" y="386715"/>
                </a:cubicBezTo>
                <a:cubicBezTo>
                  <a:pt x="34290" y="386715"/>
                  <a:pt x="0" y="353378"/>
                  <a:pt x="0" y="301942"/>
                </a:cubicBezTo>
                <a:cubicBezTo>
                  <a:pt x="0" y="245745"/>
                  <a:pt x="40005" y="215265"/>
                  <a:pt x="114300" y="215265"/>
                </a:cubicBezTo>
                <a:close/>
                <a:moveTo>
                  <a:pt x="63818" y="72390"/>
                </a:moveTo>
                <a:cubicBezTo>
                  <a:pt x="43815" y="72390"/>
                  <a:pt x="26670" y="55245"/>
                  <a:pt x="26670" y="36195"/>
                </a:cubicBezTo>
                <a:cubicBezTo>
                  <a:pt x="26670" y="17145"/>
                  <a:pt x="43815" y="0"/>
                  <a:pt x="63818" y="0"/>
                </a:cubicBezTo>
                <a:cubicBezTo>
                  <a:pt x="83820" y="0"/>
                  <a:pt x="100965" y="17145"/>
                  <a:pt x="100965" y="36195"/>
                </a:cubicBezTo>
                <a:cubicBezTo>
                  <a:pt x="100965" y="56198"/>
                  <a:pt x="83820" y="72390"/>
                  <a:pt x="63818" y="72390"/>
                </a:cubicBezTo>
                <a:close/>
                <a:moveTo>
                  <a:pt x="103823" y="340042"/>
                </a:moveTo>
                <a:cubicBezTo>
                  <a:pt x="126683" y="340042"/>
                  <a:pt x="147638" y="328613"/>
                  <a:pt x="164783" y="307658"/>
                </a:cubicBezTo>
                <a:lnTo>
                  <a:pt x="164783" y="261938"/>
                </a:lnTo>
                <a:cubicBezTo>
                  <a:pt x="150495" y="258127"/>
                  <a:pt x="135255" y="257175"/>
                  <a:pt x="120968" y="257175"/>
                </a:cubicBezTo>
                <a:cubicBezTo>
                  <a:pt x="81915" y="257175"/>
                  <a:pt x="59055" y="272415"/>
                  <a:pt x="59055" y="300990"/>
                </a:cubicBezTo>
                <a:cubicBezTo>
                  <a:pt x="59055" y="324803"/>
                  <a:pt x="76200" y="340042"/>
                  <a:pt x="103823" y="340042"/>
                </a:cubicBezTo>
                <a:close/>
                <a:moveTo>
                  <a:pt x="172403" y="72390"/>
                </a:moveTo>
                <a:cubicBezTo>
                  <a:pt x="152400" y="72390"/>
                  <a:pt x="135255" y="55245"/>
                  <a:pt x="135255" y="36195"/>
                </a:cubicBezTo>
                <a:cubicBezTo>
                  <a:pt x="135255" y="17145"/>
                  <a:pt x="152400" y="0"/>
                  <a:pt x="172403" y="0"/>
                </a:cubicBezTo>
                <a:cubicBezTo>
                  <a:pt x="192405" y="0"/>
                  <a:pt x="209550" y="17145"/>
                  <a:pt x="209550" y="36195"/>
                </a:cubicBezTo>
                <a:cubicBezTo>
                  <a:pt x="209550" y="56198"/>
                  <a:pt x="192405" y="72390"/>
                  <a:pt x="172403" y="72390"/>
                </a:cubicBezTo>
                <a:close/>
              </a:path>
            </a:pathLst>
          </a:custGeom>
          <a:solidFill xmlns:a="http://schemas.openxmlformats.org/drawingml/2006/main">
            <a:srgbClr val="041E42"/>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71" name="Freihandform: Form 171">
            <a:extLst xmlns:a="http://schemas.openxmlformats.org/drawingml/2006/main">
              <a:ext uri="{FF2B5EF4-FFF2-40B4-BE49-F238E27FC236}">
                <a16:creationId xmlns:a16="http://schemas.microsoft.com/office/drawing/2014/main" id="{8FABF0FD-F7EF-5349-A2E7-C349C225F8D4}"/>
              </a:ext>
            </a:extLst>
          </p:cNvPr>
          <p:cNvSpPr>
            <a:spLocks xmlns:a="http://schemas.openxmlformats.org/drawingml/2006/main" noGrp="1"/>
          </p:cNvSpPr>
          <p:nvPr/>
        </p:nvSpPr>
        <p:spPr>
          <a:xfrm xmlns:a="http://schemas.openxmlformats.org/drawingml/2006/main" rot="0" flipH="0" flipV="0">
            <a:off x="2847369" y="304603"/>
            <a:ext cx="51336" cy="110934"/>
          </a:xfrm>
          <a:custGeom xmlns:a="http://schemas.openxmlformats.org/drawingml/2006/main">
            <a:gdLst>
              <a:gd name="connsiteX0" fmla="*/ 165735 w 165734"/>
              <a:gd name="connsiteY0" fmla="*/ 295275 h 358139"/>
              <a:gd name="connsiteX1" fmla="*/ 165735 w 165734"/>
              <a:gd name="connsiteY1" fmla="*/ 348615 h 358139"/>
              <a:gd name="connsiteX2" fmla="*/ 113347 w 165734"/>
              <a:gd name="connsiteY2" fmla="*/ 358140 h 358139"/>
              <a:gd name="connsiteX3" fmla="*/ 40957 w 165734"/>
              <a:gd name="connsiteY3" fmla="*/ 282892 h 358139"/>
              <a:gd name="connsiteX4" fmla="*/ 40957 w 165734"/>
              <a:gd name="connsiteY4" fmla="*/ 137160 h 358139"/>
              <a:gd name="connsiteX5" fmla="*/ 0 w 165734"/>
              <a:gd name="connsiteY5" fmla="*/ 137160 h 358139"/>
              <a:gd name="connsiteX6" fmla="*/ 0 w 165734"/>
              <a:gd name="connsiteY6" fmla="*/ 85725 h 358139"/>
              <a:gd name="connsiteX7" fmla="*/ 40005 w 165734"/>
              <a:gd name="connsiteY7" fmla="*/ 85725 h 358139"/>
              <a:gd name="connsiteX8" fmla="*/ 40005 w 165734"/>
              <a:gd name="connsiteY8" fmla="*/ 13335 h 358139"/>
              <a:gd name="connsiteX9" fmla="*/ 101917 w 165734"/>
              <a:gd name="connsiteY9" fmla="*/ 0 h 358139"/>
              <a:gd name="connsiteX10" fmla="*/ 101917 w 165734"/>
              <a:gd name="connsiteY10" fmla="*/ 86677 h 358139"/>
              <a:gd name="connsiteX11" fmla="*/ 165735 w 165734"/>
              <a:gd name="connsiteY11" fmla="*/ 86677 h 358139"/>
              <a:gd name="connsiteX12" fmla="*/ 165735 w 165734"/>
              <a:gd name="connsiteY12" fmla="*/ 138113 h 358139"/>
              <a:gd name="connsiteX13" fmla="*/ 101917 w 165734"/>
              <a:gd name="connsiteY13" fmla="*/ 138113 h 358139"/>
              <a:gd name="connsiteX14" fmla="*/ 101917 w 165734"/>
              <a:gd name="connsiteY14" fmla="*/ 269558 h 358139"/>
              <a:gd name="connsiteX15" fmla="*/ 130492 w 165734"/>
              <a:gd name="connsiteY15" fmla="*/ 304800 h 358139"/>
              <a:gd name="connsiteX16" fmla="*/ 165735 w 165734"/>
              <a:gd name="connsiteY16" fmla="*/ 295275 h 358139"/>
            </a:gdLst>
            <a:rect l="l" t="t" r="r" b="b"/>
            <a:pathLst>
              <a:path w="165734" h="358139">
                <a:moveTo>
                  <a:pt x="165735" y="295275"/>
                </a:moveTo>
                <a:lnTo>
                  <a:pt x="165735" y="348615"/>
                </a:lnTo>
                <a:cubicBezTo>
                  <a:pt x="152400" y="355283"/>
                  <a:pt x="131445" y="358140"/>
                  <a:pt x="113347" y="358140"/>
                </a:cubicBezTo>
                <a:cubicBezTo>
                  <a:pt x="66675" y="358140"/>
                  <a:pt x="40957" y="331470"/>
                  <a:pt x="40957" y="282892"/>
                </a:cubicBezTo>
                <a:lnTo>
                  <a:pt x="40957" y="137160"/>
                </a:lnTo>
                <a:lnTo>
                  <a:pt x="0" y="137160"/>
                </a:lnTo>
                <a:lnTo>
                  <a:pt x="0" y="85725"/>
                </a:lnTo>
                <a:lnTo>
                  <a:pt x="40005" y="85725"/>
                </a:lnTo>
                <a:lnTo>
                  <a:pt x="40005" y="13335"/>
                </a:lnTo>
                <a:lnTo>
                  <a:pt x="101917" y="0"/>
                </a:lnTo>
                <a:lnTo>
                  <a:pt x="101917" y="86677"/>
                </a:lnTo>
                <a:lnTo>
                  <a:pt x="165735" y="86677"/>
                </a:lnTo>
                <a:lnTo>
                  <a:pt x="165735" y="138113"/>
                </a:lnTo>
                <a:lnTo>
                  <a:pt x="101917" y="138113"/>
                </a:lnTo>
                <a:lnTo>
                  <a:pt x="101917" y="269558"/>
                </a:lnTo>
                <a:cubicBezTo>
                  <a:pt x="101917" y="294323"/>
                  <a:pt x="110490" y="304800"/>
                  <a:pt x="130492" y="304800"/>
                </a:cubicBezTo>
                <a:cubicBezTo>
                  <a:pt x="142875" y="303848"/>
                  <a:pt x="155257" y="300038"/>
                  <a:pt x="165735" y="295275"/>
                </a:cubicBezTo>
                <a:close/>
              </a:path>
            </a:pathLst>
          </a:custGeom>
          <a:solidFill xmlns:a="http://schemas.openxmlformats.org/drawingml/2006/main">
            <a:srgbClr val="041E42"/>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72" name="Freihandform: Form 172">
            <a:extLst xmlns:a="http://schemas.openxmlformats.org/drawingml/2006/main">
              <a:ext uri="{FF2B5EF4-FFF2-40B4-BE49-F238E27FC236}">
                <a16:creationId xmlns:a16="http://schemas.microsoft.com/office/drawing/2014/main" id="{691B08B6-CE79-0F4B-B988-B7D1CEE53D89}"/>
              </a:ext>
            </a:extLst>
          </p:cNvPr>
          <p:cNvSpPr>
            <a:spLocks xmlns:a="http://schemas.openxmlformats.org/drawingml/2006/main" noGrp="1"/>
          </p:cNvSpPr>
          <p:nvPr/>
        </p:nvSpPr>
        <p:spPr>
          <a:xfrm xmlns:a="http://schemas.openxmlformats.org/drawingml/2006/main" rot="0" flipH="0" flipV="0">
            <a:off x="510639" y="478087"/>
            <a:ext cx="85266" cy="114180"/>
          </a:xfrm>
          <a:custGeom xmlns:a="http://schemas.openxmlformats.org/drawingml/2006/main">
            <a:gdLst>
              <a:gd name="connsiteX0" fmla="*/ 275273 w 275272"/>
              <a:gd name="connsiteY0" fmla="*/ 60960 h 368617"/>
              <a:gd name="connsiteX1" fmla="*/ 170498 w 275272"/>
              <a:gd name="connsiteY1" fmla="*/ 60960 h 368617"/>
              <a:gd name="connsiteX2" fmla="*/ 170498 w 275272"/>
              <a:gd name="connsiteY2" fmla="*/ 368617 h 368617"/>
              <a:gd name="connsiteX3" fmla="*/ 104775 w 275272"/>
              <a:gd name="connsiteY3" fmla="*/ 368617 h 368617"/>
              <a:gd name="connsiteX4" fmla="*/ 104775 w 275272"/>
              <a:gd name="connsiteY4" fmla="*/ 60960 h 368617"/>
              <a:gd name="connsiteX5" fmla="*/ 0 w 275272"/>
              <a:gd name="connsiteY5" fmla="*/ 60960 h 368617"/>
              <a:gd name="connsiteX6" fmla="*/ 0 w 275272"/>
              <a:gd name="connsiteY6" fmla="*/ 0 h 368617"/>
              <a:gd name="connsiteX7" fmla="*/ 275273 w 275272"/>
              <a:gd name="connsiteY7" fmla="*/ 0 h 368617"/>
              <a:gd name="connsiteX8" fmla="*/ 275273 w 275272"/>
              <a:gd name="connsiteY8" fmla="*/ 60960 h 368617"/>
            </a:gdLst>
            <a:rect l="l" t="t" r="r" b="b"/>
            <a:pathLst>
              <a:path w="275272" h="368617">
                <a:moveTo>
                  <a:pt x="275273" y="60960"/>
                </a:moveTo>
                <a:lnTo>
                  <a:pt x="170498" y="60960"/>
                </a:lnTo>
                <a:lnTo>
                  <a:pt x="170498" y="368617"/>
                </a:lnTo>
                <a:lnTo>
                  <a:pt x="104775" y="368617"/>
                </a:lnTo>
                <a:lnTo>
                  <a:pt x="104775" y="60960"/>
                </a:lnTo>
                <a:lnTo>
                  <a:pt x="0" y="60960"/>
                </a:lnTo>
                <a:lnTo>
                  <a:pt x="0" y="0"/>
                </a:lnTo>
                <a:lnTo>
                  <a:pt x="275273" y="0"/>
                </a:lnTo>
                <a:lnTo>
                  <a:pt x="275273" y="60960"/>
                </a:lnTo>
                <a:close/>
              </a:path>
            </a:pathLst>
          </a:custGeom>
          <a:solidFill xmlns:a="http://schemas.openxmlformats.org/drawingml/2006/main">
            <a:schemeClr val="tx1"/>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73" name="Freihandform: Form 173">
            <a:extLst xmlns:a="http://schemas.openxmlformats.org/drawingml/2006/main">
              <a:ext uri="{FF2B5EF4-FFF2-40B4-BE49-F238E27FC236}">
                <a16:creationId xmlns:a16="http://schemas.microsoft.com/office/drawing/2014/main" id="{618EC208-E675-F54F-926D-39AE3A23A938}"/>
              </a:ext>
            </a:extLst>
          </p:cNvPr>
          <p:cNvSpPr>
            <a:spLocks xmlns:a="http://schemas.openxmlformats.org/drawingml/2006/main" noGrp="1"/>
          </p:cNvSpPr>
          <p:nvPr/>
        </p:nvSpPr>
        <p:spPr>
          <a:xfrm xmlns:a="http://schemas.openxmlformats.org/drawingml/2006/main" rot="0" flipH="0" flipV="0">
            <a:off x="596497" y="507591"/>
            <a:ext cx="75235" cy="86446"/>
          </a:xfrm>
          <a:custGeom xmlns:a="http://schemas.openxmlformats.org/drawingml/2006/main">
            <a:gdLst>
              <a:gd name="connsiteX0" fmla="*/ 132398 w 242887"/>
              <a:gd name="connsiteY0" fmla="*/ 279083 h 279082"/>
              <a:gd name="connsiteX1" fmla="*/ 0 w 242887"/>
              <a:gd name="connsiteY1" fmla="*/ 139065 h 279082"/>
              <a:gd name="connsiteX2" fmla="*/ 124777 w 242887"/>
              <a:gd name="connsiteY2" fmla="*/ 0 h 279082"/>
              <a:gd name="connsiteX3" fmla="*/ 242888 w 242887"/>
              <a:gd name="connsiteY3" fmla="*/ 135255 h 279082"/>
              <a:gd name="connsiteX4" fmla="*/ 241935 w 242887"/>
              <a:gd name="connsiteY4" fmla="*/ 160972 h 279082"/>
              <a:gd name="connsiteX5" fmla="*/ 63817 w 242887"/>
              <a:gd name="connsiteY5" fmla="*/ 160972 h 279082"/>
              <a:gd name="connsiteX6" fmla="*/ 133350 w 242887"/>
              <a:gd name="connsiteY6" fmla="*/ 225742 h 279082"/>
              <a:gd name="connsiteX7" fmla="*/ 199073 w 242887"/>
              <a:gd name="connsiteY7" fmla="*/ 194310 h 279082"/>
              <a:gd name="connsiteX8" fmla="*/ 238125 w 242887"/>
              <a:gd name="connsiteY8" fmla="*/ 235267 h 279082"/>
              <a:gd name="connsiteX9" fmla="*/ 132398 w 242887"/>
              <a:gd name="connsiteY9" fmla="*/ 279083 h 279082"/>
              <a:gd name="connsiteX10" fmla="*/ 62865 w 242887"/>
              <a:gd name="connsiteY10" fmla="*/ 115252 h 279082"/>
              <a:gd name="connsiteX11" fmla="*/ 183833 w 242887"/>
              <a:gd name="connsiteY11" fmla="*/ 115252 h 279082"/>
              <a:gd name="connsiteX12" fmla="*/ 124777 w 242887"/>
              <a:gd name="connsiteY12" fmla="*/ 50482 h 279082"/>
              <a:gd name="connsiteX13" fmla="*/ 62865 w 242887"/>
              <a:gd name="connsiteY13" fmla="*/ 115252 h 279082"/>
            </a:gdLst>
            <a:rect l="l" t="t" r="r" b="b"/>
            <a:pathLst>
              <a:path w="242887" h="279082">
                <a:moveTo>
                  <a:pt x="132398" y="279083"/>
                </a:moveTo>
                <a:cubicBezTo>
                  <a:pt x="53340" y="279083"/>
                  <a:pt x="0" y="222885"/>
                  <a:pt x="0" y="139065"/>
                </a:cubicBezTo>
                <a:cubicBezTo>
                  <a:pt x="0" y="56197"/>
                  <a:pt x="50483" y="0"/>
                  <a:pt x="124777" y="0"/>
                </a:cubicBezTo>
                <a:cubicBezTo>
                  <a:pt x="196215" y="0"/>
                  <a:pt x="242888" y="53340"/>
                  <a:pt x="242888" y="135255"/>
                </a:cubicBezTo>
                <a:cubicBezTo>
                  <a:pt x="242888" y="143827"/>
                  <a:pt x="241935" y="153352"/>
                  <a:pt x="241935" y="160972"/>
                </a:cubicBezTo>
                <a:lnTo>
                  <a:pt x="63817" y="160972"/>
                </a:lnTo>
                <a:cubicBezTo>
                  <a:pt x="70485" y="201930"/>
                  <a:pt x="95250" y="225742"/>
                  <a:pt x="133350" y="225742"/>
                </a:cubicBezTo>
                <a:cubicBezTo>
                  <a:pt x="158115" y="225742"/>
                  <a:pt x="178117" y="216217"/>
                  <a:pt x="199073" y="194310"/>
                </a:cubicBezTo>
                <a:lnTo>
                  <a:pt x="238125" y="235267"/>
                </a:lnTo>
                <a:cubicBezTo>
                  <a:pt x="206692" y="264795"/>
                  <a:pt x="172402" y="279083"/>
                  <a:pt x="132398" y="279083"/>
                </a:cubicBezTo>
                <a:close/>
                <a:moveTo>
                  <a:pt x="62865" y="115252"/>
                </a:moveTo>
                <a:lnTo>
                  <a:pt x="183833" y="115252"/>
                </a:lnTo>
                <a:cubicBezTo>
                  <a:pt x="180975" y="74295"/>
                  <a:pt x="160020" y="50482"/>
                  <a:pt x="124777" y="50482"/>
                </a:cubicBezTo>
                <a:cubicBezTo>
                  <a:pt x="89535" y="50482"/>
                  <a:pt x="67627" y="74295"/>
                  <a:pt x="62865" y="115252"/>
                </a:cubicBezTo>
                <a:close/>
              </a:path>
            </a:pathLst>
          </a:custGeom>
          <a:solidFill xmlns:a="http://schemas.openxmlformats.org/drawingml/2006/main">
            <a:schemeClr val="tx1"/>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74" name="Freihandform: Form 174">
            <a:extLst xmlns:a="http://schemas.openxmlformats.org/drawingml/2006/main">
              <a:ext uri="{FF2B5EF4-FFF2-40B4-BE49-F238E27FC236}">
                <a16:creationId xmlns:a16="http://schemas.microsoft.com/office/drawing/2014/main" id="{F3D8309A-1653-614D-A944-931615072E3B}"/>
              </a:ext>
            </a:extLst>
          </p:cNvPr>
          <p:cNvSpPr>
            <a:spLocks xmlns:a="http://schemas.openxmlformats.org/drawingml/2006/main" noGrp="1"/>
          </p:cNvSpPr>
          <p:nvPr/>
        </p:nvSpPr>
        <p:spPr>
          <a:xfrm xmlns:a="http://schemas.openxmlformats.org/drawingml/2006/main" rot="0" flipH="0" flipV="0">
            <a:off x="688549" y="507296"/>
            <a:ext cx="69629" cy="86742"/>
          </a:xfrm>
          <a:custGeom xmlns:a="http://schemas.openxmlformats.org/drawingml/2006/main">
            <a:gdLst>
              <a:gd name="connsiteX0" fmla="*/ 222885 w 224790"/>
              <a:gd name="connsiteY0" fmla="*/ 237173 h 280035"/>
              <a:gd name="connsiteX1" fmla="*/ 127635 w 224790"/>
              <a:gd name="connsiteY1" fmla="*/ 280035 h 280035"/>
              <a:gd name="connsiteX2" fmla="*/ 0 w 224790"/>
              <a:gd name="connsiteY2" fmla="*/ 140970 h 280035"/>
              <a:gd name="connsiteX3" fmla="*/ 128588 w 224790"/>
              <a:gd name="connsiteY3" fmla="*/ 0 h 280035"/>
              <a:gd name="connsiteX4" fmla="*/ 224790 w 224790"/>
              <a:gd name="connsiteY4" fmla="*/ 45720 h 280035"/>
              <a:gd name="connsiteX5" fmla="*/ 181928 w 224790"/>
              <a:gd name="connsiteY5" fmla="*/ 86678 h 280035"/>
              <a:gd name="connsiteX6" fmla="*/ 128588 w 224790"/>
              <a:gd name="connsiteY6" fmla="*/ 57150 h 280035"/>
              <a:gd name="connsiteX7" fmla="*/ 62865 w 224790"/>
              <a:gd name="connsiteY7" fmla="*/ 140017 h 280035"/>
              <a:gd name="connsiteX8" fmla="*/ 128588 w 224790"/>
              <a:gd name="connsiteY8" fmla="*/ 222885 h 280035"/>
              <a:gd name="connsiteX9" fmla="*/ 183833 w 224790"/>
              <a:gd name="connsiteY9" fmla="*/ 193358 h 280035"/>
              <a:gd name="connsiteX10" fmla="*/ 222885 w 224790"/>
              <a:gd name="connsiteY10" fmla="*/ 237173 h 280035"/>
            </a:gdLst>
            <a:rect l="l" t="t" r="r" b="b"/>
            <a:pathLst>
              <a:path w="224790" h="280035">
                <a:moveTo>
                  <a:pt x="222885" y="237173"/>
                </a:moveTo>
                <a:cubicBezTo>
                  <a:pt x="196215" y="266700"/>
                  <a:pt x="165735" y="280035"/>
                  <a:pt x="127635" y="280035"/>
                </a:cubicBezTo>
                <a:cubicBezTo>
                  <a:pt x="51435" y="280035"/>
                  <a:pt x="0" y="224790"/>
                  <a:pt x="0" y="140970"/>
                </a:cubicBezTo>
                <a:cubicBezTo>
                  <a:pt x="0" y="57150"/>
                  <a:pt x="51435" y="0"/>
                  <a:pt x="128588" y="0"/>
                </a:cubicBezTo>
                <a:cubicBezTo>
                  <a:pt x="168593" y="0"/>
                  <a:pt x="200978" y="15240"/>
                  <a:pt x="224790" y="45720"/>
                </a:cubicBezTo>
                <a:lnTo>
                  <a:pt x="181928" y="86678"/>
                </a:lnTo>
                <a:cubicBezTo>
                  <a:pt x="166688" y="66675"/>
                  <a:pt x="149543" y="57150"/>
                  <a:pt x="128588" y="57150"/>
                </a:cubicBezTo>
                <a:cubicBezTo>
                  <a:pt x="89535" y="57150"/>
                  <a:pt x="62865" y="89535"/>
                  <a:pt x="62865" y="140017"/>
                </a:cubicBezTo>
                <a:cubicBezTo>
                  <a:pt x="62865" y="189548"/>
                  <a:pt x="89535" y="222885"/>
                  <a:pt x="128588" y="222885"/>
                </a:cubicBezTo>
                <a:cubicBezTo>
                  <a:pt x="149543" y="222885"/>
                  <a:pt x="166688" y="213360"/>
                  <a:pt x="183833" y="193358"/>
                </a:cubicBezTo>
                <a:lnTo>
                  <a:pt x="222885" y="237173"/>
                </a:lnTo>
                <a:close/>
              </a:path>
            </a:pathLst>
          </a:custGeom>
          <a:solidFill xmlns:a="http://schemas.openxmlformats.org/drawingml/2006/main">
            <a:schemeClr val="tx1"/>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75" name="Freihandform: Form 175">
            <a:extLst xmlns:a="http://schemas.openxmlformats.org/drawingml/2006/main">
              <a:ext uri="{FF2B5EF4-FFF2-40B4-BE49-F238E27FC236}">
                <a16:creationId xmlns:a16="http://schemas.microsoft.com/office/drawing/2014/main" id="{717FDDCD-E871-BB4D-B232-2CEF5564DDCE}"/>
              </a:ext>
            </a:extLst>
          </p:cNvPr>
          <p:cNvSpPr>
            <a:spLocks xmlns:a="http://schemas.openxmlformats.org/drawingml/2006/main" noGrp="1"/>
          </p:cNvSpPr>
          <p:nvPr/>
        </p:nvSpPr>
        <p:spPr>
          <a:xfrm xmlns:a="http://schemas.openxmlformats.org/drawingml/2006/main" rot="0" flipH="0" flipV="0">
            <a:off x="774997" y="471596"/>
            <a:ext cx="70809" cy="120670"/>
          </a:xfrm>
          <a:custGeom xmlns:a="http://schemas.openxmlformats.org/drawingml/2006/main">
            <a:gdLst>
              <a:gd name="connsiteX0" fmla="*/ 228600 w 228600"/>
              <a:gd name="connsiteY0" fmla="*/ 388620 h 389572"/>
              <a:gd name="connsiteX1" fmla="*/ 166688 w 228600"/>
              <a:gd name="connsiteY1" fmla="*/ 388620 h 389572"/>
              <a:gd name="connsiteX2" fmla="*/ 166688 w 228600"/>
              <a:gd name="connsiteY2" fmla="*/ 236220 h 389572"/>
              <a:gd name="connsiteX3" fmla="*/ 117158 w 228600"/>
              <a:gd name="connsiteY3" fmla="*/ 171450 h 389572"/>
              <a:gd name="connsiteX4" fmla="*/ 61913 w 228600"/>
              <a:gd name="connsiteY4" fmla="*/ 236220 h 389572"/>
              <a:gd name="connsiteX5" fmla="*/ 61913 w 228600"/>
              <a:gd name="connsiteY5" fmla="*/ 389573 h 389572"/>
              <a:gd name="connsiteX6" fmla="*/ 0 w 228600"/>
              <a:gd name="connsiteY6" fmla="*/ 389573 h 389572"/>
              <a:gd name="connsiteX7" fmla="*/ 0 w 228600"/>
              <a:gd name="connsiteY7" fmla="*/ 15240 h 389572"/>
              <a:gd name="connsiteX8" fmla="*/ 61913 w 228600"/>
              <a:gd name="connsiteY8" fmla="*/ 0 h 389572"/>
              <a:gd name="connsiteX9" fmla="*/ 61913 w 228600"/>
              <a:gd name="connsiteY9" fmla="*/ 155258 h 389572"/>
              <a:gd name="connsiteX10" fmla="*/ 62865 w 228600"/>
              <a:gd name="connsiteY10" fmla="*/ 155258 h 389572"/>
              <a:gd name="connsiteX11" fmla="*/ 140970 w 228600"/>
              <a:gd name="connsiteY11" fmla="*/ 116205 h 389572"/>
              <a:gd name="connsiteX12" fmla="*/ 228600 w 228600"/>
              <a:gd name="connsiteY12" fmla="*/ 223838 h 389572"/>
              <a:gd name="connsiteX13" fmla="*/ 228600 w 228600"/>
              <a:gd name="connsiteY13" fmla="*/ 388620 h 389572"/>
            </a:gdLst>
            <a:rect l="l" t="t" r="r" b="b"/>
            <a:pathLst>
              <a:path w="228600" h="389572">
                <a:moveTo>
                  <a:pt x="228600" y="388620"/>
                </a:moveTo>
                <a:lnTo>
                  <a:pt x="166688" y="388620"/>
                </a:lnTo>
                <a:lnTo>
                  <a:pt x="166688" y="236220"/>
                </a:lnTo>
                <a:cubicBezTo>
                  <a:pt x="166688" y="197168"/>
                  <a:pt x="154305" y="171450"/>
                  <a:pt x="117158" y="171450"/>
                </a:cubicBezTo>
                <a:cubicBezTo>
                  <a:pt x="74295" y="171450"/>
                  <a:pt x="61913" y="205740"/>
                  <a:pt x="61913" y="236220"/>
                </a:cubicBezTo>
                <a:lnTo>
                  <a:pt x="61913" y="389573"/>
                </a:lnTo>
                <a:lnTo>
                  <a:pt x="0" y="389573"/>
                </a:lnTo>
                <a:lnTo>
                  <a:pt x="0" y="15240"/>
                </a:lnTo>
                <a:lnTo>
                  <a:pt x="61913" y="0"/>
                </a:lnTo>
                <a:lnTo>
                  <a:pt x="61913" y="155258"/>
                </a:lnTo>
                <a:lnTo>
                  <a:pt x="62865" y="155258"/>
                </a:lnTo>
                <a:cubicBezTo>
                  <a:pt x="78105" y="131445"/>
                  <a:pt x="105728" y="116205"/>
                  <a:pt x="140970" y="116205"/>
                </a:cubicBezTo>
                <a:cubicBezTo>
                  <a:pt x="202883" y="116205"/>
                  <a:pt x="228600" y="161925"/>
                  <a:pt x="228600" y="223838"/>
                </a:cubicBezTo>
                <a:lnTo>
                  <a:pt x="228600" y="388620"/>
                </a:lnTo>
                <a:close/>
              </a:path>
            </a:pathLst>
          </a:custGeom>
          <a:solidFill xmlns:a="http://schemas.openxmlformats.org/drawingml/2006/main">
            <a:schemeClr val="tx1"/>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76" name="Freihandform: Form 176">
            <a:extLst xmlns:a="http://schemas.openxmlformats.org/drawingml/2006/main">
              <a:ext uri="{FF2B5EF4-FFF2-40B4-BE49-F238E27FC236}">
                <a16:creationId xmlns:a16="http://schemas.microsoft.com/office/drawing/2014/main" id="{C8995C5D-7CC7-2E42-B769-E20C40839485}"/>
              </a:ext>
            </a:extLst>
          </p:cNvPr>
          <p:cNvSpPr>
            <a:spLocks xmlns:a="http://schemas.openxmlformats.org/drawingml/2006/main" noGrp="1"/>
          </p:cNvSpPr>
          <p:nvPr/>
        </p:nvSpPr>
        <p:spPr>
          <a:xfrm xmlns:a="http://schemas.openxmlformats.org/drawingml/2006/main" rot="0" flipH="0" flipV="0">
            <a:off x="870590" y="507591"/>
            <a:ext cx="70809" cy="84676"/>
          </a:xfrm>
          <a:custGeom xmlns:a="http://schemas.openxmlformats.org/drawingml/2006/main">
            <a:gdLst>
              <a:gd name="connsiteX0" fmla="*/ 228600 w 228600"/>
              <a:gd name="connsiteY0" fmla="*/ 272415 h 273367"/>
              <a:gd name="connsiteX1" fmla="*/ 166688 w 228600"/>
              <a:gd name="connsiteY1" fmla="*/ 272415 h 273367"/>
              <a:gd name="connsiteX2" fmla="*/ 166688 w 228600"/>
              <a:gd name="connsiteY2" fmla="*/ 120015 h 273367"/>
              <a:gd name="connsiteX3" fmla="*/ 117158 w 228600"/>
              <a:gd name="connsiteY3" fmla="*/ 55245 h 273367"/>
              <a:gd name="connsiteX4" fmla="*/ 61913 w 228600"/>
              <a:gd name="connsiteY4" fmla="*/ 120015 h 273367"/>
              <a:gd name="connsiteX5" fmla="*/ 61913 w 228600"/>
              <a:gd name="connsiteY5" fmla="*/ 273367 h 273367"/>
              <a:gd name="connsiteX6" fmla="*/ 0 w 228600"/>
              <a:gd name="connsiteY6" fmla="*/ 273367 h 273367"/>
              <a:gd name="connsiteX7" fmla="*/ 0 w 228600"/>
              <a:gd name="connsiteY7" fmla="*/ 6667 h 273367"/>
              <a:gd name="connsiteX8" fmla="*/ 61913 w 228600"/>
              <a:gd name="connsiteY8" fmla="*/ 6667 h 273367"/>
              <a:gd name="connsiteX9" fmla="*/ 61913 w 228600"/>
              <a:gd name="connsiteY9" fmla="*/ 39052 h 273367"/>
              <a:gd name="connsiteX10" fmla="*/ 62865 w 228600"/>
              <a:gd name="connsiteY10" fmla="*/ 39052 h 273367"/>
              <a:gd name="connsiteX11" fmla="*/ 140970 w 228600"/>
              <a:gd name="connsiteY11" fmla="*/ 0 h 273367"/>
              <a:gd name="connsiteX12" fmla="*/ 228600 w 228600"/>
              <a:gd name="connsiteY12" fmla="*/ 107633 h 273367"/>
              <a:gd name="connsiteX13" fmla="*/ 228600 w 228600"/>
              <a:gd name="connsiteY13" fmla="*/ 272415 h 273367"/>
            </a:gdLst>
            <a:rect l="l" t="t" r="r" b="b"/>
            <a:pathLst>
              <a:path w="228600" h="273367">
                <a:moveTo>
                  <a:pt x="228600" y="272415"/>
                </a:moveTo>
                <a:lnTo>
                  <a:pt x="166688" y="272415"/>
                </a:lnTo>
                <a:lnTo>
                  <a:pt x="166688" y="120015"/>
                </a:lnTo>
                <a:cubicBezTo>
                  <a:pt x="166688" y="80963"/>
                  <a:pt x="155258" y="55245"/>
                  <a:pt x="117158" y="55245"/>
                </a:cubicBezTo>
                <a:cubicBezTo>
                  <a:pt x="73343" y="55245"/>
                  <a:pt x="61913" y="90488"/>
                  <a:pt x="61913" y="120015"/>
                </a:cubicBezTo>
                <a:lnTo>
                  <a:pt x="61913" y="273367"/>
                </a:lnTo>
                <a:lnTo>
                  <a:pt x="0" y="273367"/>
                </a:lnTo>
                <a:lnTo>
                  <a:pt x="0" y="6667"/>
                </a:lnTo>
                <a:lnTo>
                  <a:pt x="61913" y="6667"/>
                </a:lnTo>
                <a:lnTo>
                  <a:pt x="61913" y="39052"/>
                </a:lnTo>
                <a:lnTo>
                  <a:pt x="62865" y="39052"/>
                </a:lnTo>
                <a:cubicBezTo>
                  <a:pt x="78105" y="15240"/>
                  <a:pt x="106680" y="0"/>
                  <a:pt x="140970" y="0"/>
                </a:cubicBezTo>
                <a:cubicBezTo>
                  <a:pt x="201930" y="0"/>
                  <a:pt x="228600" y="44767"/>
                  <a:pt x="228600" y="107633"/>
                </a:cubicBezTo>
                <a:lnTo>
                  <a:pt x="228600" y="272415"/>
                </a:lnTo>
                <a:close/>
              </a:path>
            </a:pathLst>
          </a:custGeom>
          <a:solidFill xmlns:a="http://schemas.openxmlformats.org/drawingml/2006/main">
            <a:schemeClr val="tx1"/>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77" name="Freihandform: Form 177">
            <a:extLst xmlns:a="http://schemas.openxmlformats.org/drawingml/2006/main">
              <a:ext uri="{FF2B5EF4-FFF2-40B4-BE49-F238E27FC236}">
                <a16:creationId xmlns:a16="http://schemas.microsoft.com/office/drawing/2014/main" id="{F0031B75-0C69-0A40-8402-DC1DE0934A97}"/>
              </a:ext>
            </a:extLst>
          </p:cNvPr>
          <p:cNvSpPr>
            <a:spLocks xmlns:a="http://schemas.openxmlformats.org/drawingml/2006/main" noGrp="1"/>
          </p:cNvSpPr>
          <p:nvPr/>
        </p:nvSpPr>
        <p:spPr>
          <a:xfrm xmlns:a="http://schemas.openxmlformats.org/drawingml/2006/main" rot="0" flipH="0" flipV="0">
            <a:off x="963233" y="472776"/>
            <a:ext cx="24488" cy="119196"/>
          </a:xfrm>
          <a:custGeom xmlns:a="http://schemas.openxmlformats.org/drawingml/2006/main">
            <a:gdLst>
              <a:gd name="connsiteX0" fmla="*/ 79058 w 79057"/>
              <a:gd name="connsiteY0" fmla="*/ 38100 h 384809"/>
              <a:gd name="connsiteX1" fmla="*/ 39052 w 79057"/>
              <a:gd name="connsiteY1" fmla="*/ 76200 h 384809"/>
              <a:gd name="connsiteX2" fmla="*/ 0 w 79057"/>
              <a:gd name="connsiteY2" fmla="*/ 38100 h 384809"/>
              <a:gd name="connsiteX3" fmla="*/ 39052 w 79057"/>
              <a:gd name="connsiteY3" fmla="*/ 0 h 384809"/>
              <a:gd name="connsiteX4" fmla="*/ 79058 w 79057"/>
              <a:gd name="connsiteY4" fmla="*/ 38100 h 384809"/>
              <a:gd name="connsiteX5" fmla="*/ 70485 w 79057"/>
              <a:gd name="connsiteY5" fmla="*/ 384810 h 384809"/>
              <a:gd name="connsiteX6" fmla="*/ 8572 w 79057"/>
              <a:gd name="connsiteY6" fmla="*/ 384810 h 384809"/>
              <a:gd name="connsiteX7" fmla="*/ 8572 w 79057"/>
              <a:gd name="connsiteY7" fmla="*/ 118110 h 384809"/>
              <a:gd name="connsiteX8" fmla="*/ 70485 w 79057"/>
              <a:gd name="connsiteY8" fmla="*/ 118110 h 384809"/>
              <a:gd name="connsiteX9" fmla="*/ 70485 w 79057"/>
              <a:gd name="connsiteY9" fmla="*/ 384810 h 384809"/>
            </a:gdLst>
            <a:rect l="l" t="t" r="r" b="b"/>
            <a:pathLst>
              <a:path w="79057" h="384809">
                <a:moveTo>
                  <a:pt x="79058" y="38100"/>
                </a:moveTo>
                <a:cubicBezTo>
                  <a:pt x="79058" y="60008"/>
                  <a:pt x="60960" y="76200"/>
                  <a:pt x="39052" y="76200"/>
                </a:cubicBezTo>
                <a:cubicBezTo>
                  <a:pt x="17145" y="76200"/>
                  <a:pt x="0" y="60960"/>
                  <a:pt x="0" y="38100"/>
                </a:cubicBezTo>
                <a:cubicBezTo>
                  <a:pt x="0" y="16192"/>
                  <a:pt x="18097" y="0"/>
                  <a:pt x="39052" y="0"/>
                </a:cubicBezTo>
                <a:cubicBezTo>
                  <a:pt x="60960" y="0"/>
                  <a:pt x="79058" y="16192"/>
                  <a:pt x="79058" y="38100"/>
                </a:cubicBezTo>
                <a:close/>
                <a:moveTo>
                  <a:pt x="70485" y="384810"/>
                </a:moveTo>
                <a:lnTo>
                  <a:pt x="8572" y="384810"/>
                </a:lnTo>
                <a:lnTo>
                  <a:pt x="8572" y="118110"/>
                </a:lnTo>
                <a:lnTo>
                  <a:pt x="70485" y="118110"/>
                </a:lnTo>
                <a:lnTo>
                  <a:pt x="70485" y="384810"/>
                </a:lnTo>
                <a:close/>
              </a:path>
            </a:pathLst>
          </a:custGeom>
          <a:solidFill xmlns:a="http://schemas.openxmlformats.org/drawingml/2006/main">
            <a:schemeClr val="tx1"/>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78" name="Freihandform: Form 178">
            <a:extLst xmlns:a="http://schemas.openxmlformats.org/drawingml/2006/main">
              <a:ext uri="{FF2B5EF4-FFF2-40B4-BE49-F238E27FC236}">
                <a16:creationId xmlns:a16="http://schemas.microsoft.com/office/drawing/2014/main" id="{A0198E80-4FED-D345-A056-52D3E6BA6E76}"/>
              </a:ext>
            </a:extLst>
          </p:cNvPr>
          <p:cNvSpPr>
            <a:spLocks xmlns:a="http://schemas.openxmlformats.org/drawingml/2006/main" noGrp="1"/>
          </p:cNvSpPr>
          <p:nvPr/>
        </p:nvSpPr>
        <p:spPr>
          <a:xfrm xmlns:a="http://schemas.openxmlformats.org/drawingml/2006/main" rot="0" flipH="0" flipV="0">
            <a:off x="1002768" y="507296"/>
            <a:ext cx="63728" cy="86742"/>
          </a:xfrm>
          <a:custGeom xmlns:a="http://schemas.openxmlformats.org/drawingml/2006/main">
            <a:gdLst>
              <a:gd name="connsiteX0" fmla="*/ 29528 w 205740"/>
              <a:gd name="connsiteY0" fmla="*/ 198120 h 280035"/>
              <a:gd name="connsiteX1" fmla="*/ 104775 w 205740"/>
              <a:gd name="connsiteY1" fmla="*/ 227648 h 280035"/>
              <a:gd name="connsiteX2" fmla="*/ 143828 w 205740"/>
              <a:gd name="connsiteY2" fmla="*/ 200978 h 280035"/>
              <a:gd name="connsiteX3" fmla="*/ 10478 w 205740"/>
              <a:gd name="connsiteY3" fmla="*/ 82868 h 280035"/>
              <a:gd name="connsiteX4" fmla="*/ 111442 w 205740"/>
              <a:gd name="connsiteY4" fmla="*/ 0 h 280035"/>
              <a:gd name="connsiteX5" fmla="*/ 203835 w 205740"/>
              <a:gd name="connsiteY5" fmla="*/ 27623 h 280035"/>
              <a:gd name="connsiteX6" fmla="*/ 174308 w 205740"/>
              <a:gd name="connsiteY6" fmla="*/ 76200 h 280035"/>
              <a:gd name="connsiteX7" fmla="*/ 110490 w 205740"/>
              <a:gd name="connsiteY7" fmla="*/ 52388 h 280035"/>
              <a:gd name="connsiteX8" fmla="*/ 72390 w 205740"/>
              <a:gd name="connsiteY8" fmla="*/ 77153 h 280035"/>
              <a:gd name="connsiteX9" fmla="*/ 205740 w 205740"/>
              <a:gd name="connsiteY9" fmla="*/ 195263 h 280035"/>
              <a:gd name="connsiteX10" fmla="*/ 102870 w 205740"/>
              <a:gd name="connsiteY10" fmla="*/ 280035 h 280035"/>
              <a:gd name="connsiteX11" fmla="*/ 0 w 205740"/>
              <a:gd name="connsiteY11" fmla="*/ 247650 h 280035"/>
              <a:gd name="connsiteX12" fmla="*/ 29528 w 205740"/>
              <a:gd name="connsiteY12" fmla="*/ 198120 h 280035"/>
            </a:gdLst>
            <a:rect l="l" t="t" r="r" b="b"/>
            <a:pathLst>
              <a:path w="205740" h="280035">
                <a:moveTo>
                  <a:pt x="29528" y="198120"/>
                </a:moveTo>
                <a:cubicBezTo>
                  <a:pt x="55245" y="218123"/>
                  <a:pt x="80963" y="227648"/>
                  <a:pt x="104775" y="227648"/>
                </a:cubicBezTo>
                <a:cubicBezTo>
                  <a:pt x="127635" y="227648"/>
                  <a:pt x="143828" y="217170"/>
                  <a:pt x="143828" y="200978"/>
                </a:cubicBezTo>
                <a:cubicBezTo>
                  <a:pt x="143828" y="155258"/>
                  <a:pt x="10478" y="171450"/>
                  <a:pt x="10478" y="82868"/>
                </a:cubicBezTo>
                <a:cubicBezTo>
                  <a:pt x="10478" y="33338"/>
                  <a:pt x="51435" y="0"/>
                  <a:pt x="111442" y="0"/>
                </a:cubicBezTo>
                <a:cubicBezTo>
                  <a:pt x="143828" y="0"/>
                  <a:pt x="175260" y="9525"/>
                  <a:pt x="203835" y="27623"/>
                </a:cubicBezTo>
                <a:lnTo>
                  <a:pt x="174308" y="76200"/>
                </a:lnTo>
                <a:cubicBezTo>
                  <a:pt x="151448" y="60960"/>
                  <a:pt x="130492" y="52388"/>
                  <a:pt x="110490" y="52388"/>
                </a:cubicBezTo>
                <a:cubicBezTo>
                  <a:pt x="87630" y="52388"/>
                  <a:pt x="72390" y="61913"/>
                  <a:pt x="72390" y="77153"/>
                </a:cubicBezTo>
                <a:cubicBezTo>
                  <a:pt x="72390" y="120967"/>
                  <a:pt x="205740" y="105728"/>
                  <a:pt x="205740" y="195263"/>
                </a:cubicBezTo>
                <a:cubicBezTo>
                  <a:pt x="205740" y="245745"/>
                  <a:pt x="164783" y="280035"/>
                  <a:pt x="102870" y="280035"/>
                </a:cubicBezTo>
                <a:cubicBezTo>
                  <a:pt x="67628" y="280035"/>
                  <a:pt x="31433" y="268605"/>
                  <a:pt x="0" y="247650"/>
                </a:cubicBezTo>
                <a:lnTo>
                  <a:pt x="29528" y="198120"/>
                </a:lnTo>
                <a:close/>
              </a:path>
            </a:pathLst>
          </a:custGeom>
          <a:solidFill xmlns:a="http://schemas.openxmlformats.org/drawingml/2006/main">
            <a:schemeClr val="tx1"/>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79" name="Freihandform: Form 179">
            <a:extLst xmlns:a="http://schemas.openxmlformats.org/drawingml/2006/main">
              <a:ext uri="{FF2B5EF4-FFF2-40B4-BE49-F238E27FC236}">
                <a16:creationId xmlns:a16="http://schemas.microsoft.com/office/drawing/2014/main" id="{77DC6720-D7A3-F240-A035-723109FD2169}"/>
              </a:ext>
            </a:extLst>
          </p:cNvPr>
          <p:cNvSpPr>
            <a:spLocks xmlns:a="http://schemas.openxmlformats.org/drawingml/2006/main" noGrp="1"/>
          </p:cNvSpPr>
          <p:nvPr/>
        </p:nvSpPr>
        <p:spPr>
          <a:xfrm xmlns:a="http://schemas.openxmlformats.org/drawingml/2006/main" rot="0" flipH="0" flipV="0">
            <a:off x="1082135" y="507296"/>
            <a:ext cx="69629" cy="86742"/>
          </a:xfrm>
          <a:custGeom xmlns:a="http://schemas.openxmlformats.org/drawingml/2006/main">
            <a:gdLst>
              <a:gd name="connsiteX0" fmla="*/ 222885 w 224790"/>
              <a:gd name="connsiteY0" fmla="*/ 237173 h 280035"/>
              <a:gd name="connsiteX1" fmla="*/ 127635 w 224790"/>
              <a:gd name="connsiteY1" fmla="*/ 280035 h 280035"/>
              <a:gd name="connsiteX2" fmla="*/ 0 w 224790"/>
              <a:gd name="connsiteY2" fmla="*/ 140970 h 280035"/>
              <a:gd name="connsiteX3" fmla="*/ 128588 w 224790"/>
              <a:gd name="connsiteY3" fmla="*/ 0 h 280035"/>
              <a:gd name="connsiteX4" fmla="*/ 224790 w 224790"/>
              <a:gd name="connsiteY4" fmla="*/ 45720 h 280035"/>
              <a:gd name="connsiteX5" fmla="*/ 181928 w 224790"/>
              <a:gd name="connsiteY5" fmla="*/ 86678 h 280035"/>
              <a:gd name="connsiteX6" fmla="*/ 128588 w 224790"/>
              <a:gd name="connsiteY6" fmla="*/ 57150 h 280035"/>
              <a:gd name="connsiteX7" fmla="*/ 62865 w 224790"/>
              <a:gd name="connsiteY7" fmla="*/ 140017 h 280035"/>
              <a:gd name="connsiteX8" fmla="*/ 128588 w 224790"/>
              <a:gd name="connsiteY8" fmla="*/ 222885 h 280035"/>
              <a:gd name="connsiteX9" fmla="*/ 183832 w 224790"/>
              <a:gd name="connsiteY9" fmla="*/ 193358 h 280035"/>
              <a:gd name="connsiteX10" fmla="*/ 222885 w 224790"/>
              <a:gd name="connsiteY10" fmla="*/ 237173 h 280035"/>
            </a:gdLst>
            <a:rect l="l" t="t" r="r" b="b"/>
            <a:pathLst>
              <a:path w="224790" h="280035">
                <a:moveTo>
                  <a:pt x="222885" y="237173"/>
                </a:moveTo>
                <a:cubicBezTo>
                  <a:pt x="196215" y="266700"/>
                  <a:pt x="165735" y="280035"/>
                  <a:pt x="127635" y="280035"/>
                </a:cubicBezTo>
                <a:cubicBezTo>
                  <a:pt x="51435" y="280035"/>
                  <a:pt x="0" y="224790"/>
                  <a:pt x="0" y="140970"/>
                </a:cubicBezTo>
                <a:cubicBezTo>
                  <a:pt x="0" y="57150"/>
                  <a:pt x="51435" y="0"/>
                  <a:pt x="128588" y="0"/>
                </a:cubicBezTo>
                <a:cubicBezTo>
                  <a:pt x="168592" y="0"/>
                  <a:pt x="200978" y="15240"/>
                  <a:pt x="224790" y="45720"/>
                </a:cubicBezTo>
                <a:lnTo>
                  <a:pt x="181928" y="86678"/>
                </a:lnTo>
                <a:cubicBezTo>
                  <a:pt x="165735" y="66675"/>
                  <a:pt x="149542" y="57150"/>
                  <a:pt x="128588" y="57150"/>
                </a:cubicBezTo>
                <a:cubicBezTo>
                  <a:pt x="89535" y="57150"/>
                  <a:pt x="62865" y="89535"/>
                  <a:pt x="62865" y="140017"/>
                </a:cubicBezTo>
                <a:cubicBezTo>
                  <a:pt x="62865" y="189548"/>
                  <a:pt x="89535" y="222885"/>
                  <a:pt x="128588" y="222885"/>
                </a:cubicBezTo>
                <a:cubicBezTo>
                  <a:pt x="149542" y="222885"/>
                  <a:pt x="166688" y="213360"/>
                  <a:pt x="183832" y="193358"/>
                </a:cubicBezTo>
                <a:lnTo>
                  <a:pt x="222885" y="237173"/>
                </a:lnTo>
                <a:close/>
              </a:path>
            </a:pathLst>
          </a:custGeom>
          <a:solidFill xmlns:a="http://schemas.openxmlformats.org/drawingml/2006/main">
            <a:schemeClr val="tx1"/>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80" name="Freihandform: Form 180">
            <a:extLst xmlns:a="http://schemas.openxmlformats.org/drawingml/2006/main">
              <a:ext uri="{FF2B5EF4-FFF2-40B4-BE49-F238E27FC236}">
                <a16:creationId xmlns:a16="http://schemas.microsoft.com/office/drawing/2014/main" id="{113741B5-0862-1B40-9D96-56B2A9E93BF4}"/>
              </a:ext>
            </a:extLst>
          </p:cNvPr>
          <p:cNvSpPr>
            <a:spLocks xmlns:a="http://schemas.openxmlformats.org/drawingml/2006/main" noGrp="1"/>
          </p:cNvSpPr>
          <p:nvPr/>
        </p:nvSpPr>
        <p:spPr>
          <a:xfrm xmlns:a="http://schemas.openxmlformats.org/drawingml/2006/main" rot="0" flipH="0" flipV="0">
            <a:off x="1168582" y="471596"/>
            <a:ext cx="70809" cy="120670"/>
          </a:xfrm>
          <a:custGeom xmlns:a="http://schemas.openxmlformats.org/drawingml/2006/main">
            <a:gdLst>
              <a:gd name="connsiteX0" fmla="*/ 228600 w 228600"/>
              <a:gd name="connsiteY0" fmla="*/ 388620 h 389572"/>
              <a:gd name="connsiteX1" fmla="*/ 166688 w 228600"/>
              <a:gd name="connsiteY1" fmla="*/ 388620 h 389572"/>
              <a:gd name="connsiteX2" fmla="*/ 166688 w 228600"/>
              <a:gd name="connsiteY2" fmla="*/ 236220 h 389572"/>
              <a:gd name="connsiteX3" fmla="*/ 117158 w 228600"/>
              <a:gd name="connsiteY3" fmla="*/ 171450 h 389572"/>
              <a:gd name="connsiteX4" fmla="*/ 61913 w 228600"/>
              <a:gd name="connsiteY4" fmla="*/ 236220 h 389572"/>
              <a:gd name="connsiteX5" fmla="*/ 61913 w 228600"/>
              <a:gd name="connsiteY5" fmla="*/ 389573 h 389572"/>
              <a:gd name="connsiteX6" fmla="*/ 0 w 228600"/>
              <a:gd name="connsiteY6" fmla="*/ 389573 h 389572"/>
              <a:gd name="connsiteX7" fmla="*/ 0 w 228600"/>
              <a:gd name="connsiteY7" fmla="*/ 15240 h 389572"/>
              <a:gd name="connsiteX8" fmla="*/ 61913 w 228600"/>
              <a:gd name="connsiteY8" fmla="*/ 0 h 389572"/>
              <a:gd name="connsiteX9" fmla="*/ 61913 w 228600"/>
              <a:gd name="connsiteY9" fmla="*/ 155258 h 389572"/>
              <a:gd name="connsiteX10" fmla="*/ 62865 w 228600"/>
              <a:gd name="connsiteY10" fmla="*/ 155258 h 389572"/>
              <a:gd name="connsiteX11" fmla="*/ 140970 w 228600"/>
              <a:gd name="connsiteY11" fmla="*/ 116205 h 389572"/>
              <a:gd name="connsiteX12" fmla="*/ 228600 w 228600"/>
              <a:gd name="connsiteY12" fmla="*/ 223838 h 389572"/>
              <a:gd name="connsiteX13" fmla="*/ 228600 w 228600"/>
              <a:gd name="connsiteY13" fmla="*/ 388620 h 389572"/>
            </a:gdLst>
            <a:rect l="l" t="t" r="r" b="b"/>
            <a:pathLst>
              <a:path w="228600" h="389572">
                <a:moveTo>
                  <a:pt x="228600" y="388620"/>
                </a:moveTo>
                <a:lnTo>
                  <a:pt x="166688" y="388620"/>
                </a:lnTo>
                <a:lnTo>
                  <a:pt x="166688" y="236220"/>
                </a:lnTo>
                <a:cubicBezTo>
                  <a:pt x="166688" y="197168"/>
                  <a:pt x="154305" y="171450"/>
                  <a:pt x="117158" y="171450"/>
                </a:cubicBezTo>
                <a:cubicBezTo>
                  <a:pt x="74295" y="171450"/>
                  <a:pt x="61913" y="205740"/>
                  <a:pt x="61913" y="236220"/>
                </a:cubicBezTo>
                <a:lnTo>
                  <a:pt x="61913" y="389573"/>
                </a:lnTo>
                <a:lnTo>
                  <a:pt x="0" y="389573"/>
                </a:lnTo>
                <a:lnTo>
                  <a:pt x="0" y="15240"/>
                </a:lnTo>
                <a:lnTo>
                  <a:pt x="61913" y="0"/>
                </a:lnTo>
                <a:lnTo>
                  <a:pt x="61913" y="155258"/>
                </a:lnTo>
                <a:lnTo>
                  <a:pt x="62865" y="155258"/>
                </a:lnTo>
                <a:cubicBezTo>
                  <a:pt x="78105" y="131445"/>
                  <a:pt x="105728" y="116205"/>
                  <a:pt x="140970" y="116205"/>
                </a:cubicBezTo>
                <a:cubicBezTo>
                  <a:pt x="202883" y="116205"/>
                  <a:pt x="228600" y="161925"/>
                  <a:pt x="228600" y="223838"/>
                </a:cubicBezTo>
                <a:lnTo>
                  <a:pt x="228600" y="388620"/>
                </a:lnTo>
                <a:close/>
              </a:path>
            </a:pathLst>
          </a:custGeom>
          <a:solidFill xmlns:a="http://schemas.openxmlformats.org/drawingml/2006/main">
            <a:schemeClr val="tx1"/>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81" name="Freihandform: Form 181">
            <a:extLst xmlns:a="http://schemas.openxmlformats.org/drawingml/2006/main">
              <a:ext uri="{FF2B5EF4-FFF2-40B4-BE49-F238E27FC236}">
                <a16:creationId xmlns:a16="http://schemas.microsoft.com/office/drawing/2014/main" id="{DAB37A08-003F-3245-8E24-7AF93F705B58}"/>
              </a:ext>
            </a:extLst>
          </p:cNvPr>
          <p:cNvSpPr>
            <a:spLocks xmlns:a="http://schemas.openxmlformats.org/drawingml/2006/main" noGrp="1"/>
          </p:cNvSpPr>
          <p:nvPr/>
        </p:nvSpPr>
        <p:spPr>
          <a:xfrm xmlns:a="http://schemas.openxmlformats.org/drawingml/2006/main" rot="0" flipH="0" flipV="0">
            <a:off x="1259455" y="507591"/>
            <a:ext cx="75235" cy="86446"/>
          </a:xfrm>
          <a:custGeom xmlns:a="http://schemas.openxmlformats.org/drawingml/2006/main">
            <a:gdLst>
              <a:gd name="connsiteX0" fmla="*/ 132397 w 242887"/>
              <a:gd name="connsiteY0" fmla="*/ 279083 h 279082"/>
              <a:gd name="connsiteX1" fmla="*/ 0 w 242887"/>
              <a:gd name="connsiteY1" fmla="*/ 139065 h 279082"/>
              <a:gd name="connsiteX2" fmla="*/ 124777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7 w 242887"/>
              <a:gd name="connsiteY6" fmla="*/ 225742 h 279082"/>
              <a:gd name="connsiteX7" fmla="*/ 198120 w 242887"/>
              <a:gd name="connsiteY7" fmla="*/ 194310 h 279082"/>
              <a:gd name="connsiteX8" fmla="*/ 237172 w 242887"/>
              <a:gd name="connsiteY8" fmla="*/ 235267 h 279082"/>
              <a:gd name="connsiteX9" fmla="*/ 132397 w 242887"/>
              <a:gd name="connsiteY9" fmla="*/ 279083 h 279082"/>
              <a:gd name="connsiteX10" fmla="*/ 62865 w 242887"/>
              <a:gd name="connsiteY10" fmla="*/ 115252 h 279082"/>
              <a:gd name="connsiteX11" fmla="*/ 183832 w 242887"/>
              <a:gd name="connsiteY11" fmla="*/ 115252 h 279082"/>
              <a:gd name="connsiteX12" fmla="*/ 124777 w 242887"/>
              <a:gd name="connsiteY12" fmla="*/ 50482 h 279082"/>
              <a:gd name="connsiteX13" fmla="*/ 62865 w 242887"/>
              <a:gd name="connsiteY13" fmla="*/ 115252 h 279082"/>
            </a:gdLst>
            <a:rect l="l" t="t" r="r" b="b"/>
            <a:pathLst>
              <a:path w="242887" h="279082">
                <a:moveTo>
                  <a:pt x="132397" y="279083"/>
                </a:moveTo>
                <a:cubicBezTo>
                  <a:pt x="53340" y="279083"/>
                  <a:pt x="0" y="222885"/>
                  <a:pt x="0" y="139065"/>
                </a:cubicBezTo>
                <a:cubicBezTo>
                  <a:pt x="0" y="56197"/>
                  <a:pt x="50482" y="0"/>
                  <a:pt x="124777" y="0"/>
                </a:cubicBezTo>
                <a:cubicBezTo>
                  <a:pt x="196215" y="0"/>
                  <a:pt x="242888" y="53340"/>
                  <a:pt x="242888" y="135255"/>
                </a:cubicBezTo>
                <a:cubicBezTo>
                  <a:pt x="242888" y="143827"/>
                  <a:pt x="241935" y="153352"/>
                  <a:pt x="241935" y="160972"/>
                </a:cubicBezTo>
                <a:lnTo>
                  <a:pt x="62865" y="160972"/>
                </a:lnTo>
                <a:cubicBezTo>
                  <a:pt x="69532" y="201930"/>
                  <a:pt x="94297" y="225742"/>
                  <a:pt x="132397" y="225742"/>
                </a:cubicBezTo>
                <a:cubicBezTo>
                  <a:pt x="157163" y="225742"/>
                  <a:pt x="177165" y="216217"/>
                  <a:pt x="198120" y="194310"/>
                </a:cubicBezTo>
                <a:lnTo>
                  <a:pt x="237172" y="235267"/>
                </a:lnTo>
                <a:cubicBezTo>
                  <a:pt x="206692" y="264795"/>
                  <a:pt x="172402" y="279083"/>
                  <a:pt x="132397" y="279083"/>
                </a:cubicBezTo>
                <a:close/>
                <a:moveTo>
                  <a:pt x="62865" y="115252"/>
                </a:moveTo>
                <a:lnTo>
                  <a:pt x="183832" y="115252"/>
                </a:lnTo>
                <a:cubicBezTo>
                  <a:pt x="180975" y="74295"/>
                  <a:pt x="160020" y="50482"/>
                  <a:pt x="124777" y="50482"/>
                </a:cubicBezTo>
                <a:cubicBezTo>
                  <a:pt x="89535" y="50482"/>
                  <a:pt x="67627" y="74295"/>
                  <a:pt x="62865" y="115252"/>
                </a:cubicBezTo>
                <a:close/>
              </a:path>
            </a:pathLst>
          </a:custGeom>
          <a:solidFill xmlns:a="http://schemas.openxmlformats.org/drawingml/2006/main">
            <a:schemeClr val="tx1"/>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82" name="Freihandform: Form 182">
            <a:extLst xmlns:a="http://schemas.openxmlformats.org/drawingml/2006/main">
              <a:ext uri="{FF2B5EF4-FFF2-40B4-BE49-F238E27FC236}">
                <a16:creationId xmlns:a16="http://schemas.microsoft.com/office/drawing/2014/main" id="{FCFDE7EE-E7D1-544E-A701-3197B56FF0AD}"/>
              </a:ext>
            </a:extLst>
          </p:cNvPr>
          <p:cNvSpPr>
            <a:spLocks xmlns:a="http://schemas.openxmlformats.org/drawingml/2006/main" noGrp="1"/>
          </p:cNvSpPr>
          <p:nvPr/>
        </p:nvSpPr>
        <p:spPr>
          <a:xfrm xmlns:a="http://schemas.openxmlformats.org/drawingml/2006/main" rot="0" flipH="0" flipV="0">
            <a:off x="1405205" y="478087"/>
            <a:ext cx="71695" cy="114180"/>
          </a:xfrm>
          <a:custGeom xmlns:a="http://schemas.openxmlformats.org/drawingml/2006/main">
            <a:gdLst>
              <a:gd name="connsiteX0" fmla="*/ 231457 w 231457"/>
              <a:gd name="connsiteY0" fmla="*/ 60007 h 368617"/>
              <a:gd name="connsiteX1" fmla="*/ 65722 w 231457"/>
              <a:gd name="connsiteY1" fmla="*/ 60007 h 368617"/>
              <a:gd name="connsiteX2" fmla="*/ 65722 w 231457"/>
              <a:gd name="connsiteY2" fmla="*/ 151447 h 368617"/>
              <a:gd name="connsiteX3" fmla="*/ 189547 w 231457"/>
              <a:gd name="connsiteY3" fmla="*/ 151447 h 368617"/>
              <a:gd name="connsiteX4" fmla="*/ 189547 w 231457"/>
              <a:gd name="connsiteY4" fmla="*/ 211455 h 368617"/>
              <a:gd name="connsiteX5" fmla="*/ 65722 w 231457"/>
              <a:gd name="connsiteY5" fmla="*/ 211455 h 368617"/>
              <a:gd name="connsiteX6" fmla="*/ 65722 w 231457"/>
              <a:gd name="connsiteY6" fmla="*/ 368617 h 368617"/>
              <a:gd name="connsiteX7" fmla="*/ 0 w 231457"/>
              <a:gd name="connsiteY7" fmla="*/ 368617 h 368617"/>
              <a:gd name="connsiteX8" fmla="*/ 0 w 231457"/>
              <a:gd name="connsiteY8" fmla="*/ 0 h 368617"/>
              <a:gd name="connsiteX9" fmla="*/ 231457 w 231457"/>
              <a:gd name="connsiteY9" fmla="*/ 0 h 368617"/>
              <a:gd name="connsiteX10" fmla="*/ 231457 w 231457"/>
              <a:gd name="connsiteY10" fmla="*/ 60007 h 368617"/>
            </a:gdLst>
            <a:rect l="l" t="t" r="r" b="b"/>
            <a:pathLst>
              <a:path w="231457" h="368617">
                <a:moveTo>
                  <a:pt x="231457" y="60007"/>
                </a:moveTo>
                <a:lnTo>
                  <a:pt x="65722" y="60007"/>
                </a:lnTo>
                <a:lnTo>
                  <a:pt x="65722" y="151447"/>
                </a:lnTo>
                <a:lnTo>
                  <a:pt x="189547" y="151447"/>
                </a:lnTo>
                <a:lnTo>
                  <a:pt x="189547" y="211455"/>
                </a:lnTo>
                <a:lnTo>
                  <a:pt x="65722" y="211455"/>
                </a:lnTo>
                <a:lnTo>
                  <a:pt x="65722" y="368617"/>
                </a:lnTo>
                <a:lnTo>
                  <a:pt x="0" y="368617"/>
                </a:lnTo>
                <a:lnTo>
                  <a:pt x="0" y="0"/>
                </a:lnTo>
                <a:lnTo>
                  <a:pt x="231457" y="0"/>
                </a:lnTo>
                <a:lnTo>
                  <a:pt x="231457" y="60007"/>
                </a:lnTo>
                <a:close/>
              </a:path>
            </a:pathLst>
          </a:custGeom>
          <a:solidFill xmlns:a="http://schemas.openxmlformats.org/drawingml/2006/main">
            <a:schemeClr val="tx1"/>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83" name="Freihandform: Form 183">
            <a:extLst xmlns:a="http://schemas.openxmlformats.org/drawingml/2006/main">
              <a:ext uri="{FF2B5EF4-FFF2-40B4-BE49-F238E27FC236}">
                <a16:creationId xmlns:a16="http://schemas.microsoft.com/office/drawing/2014/main" id="{23158B01-DBA4-4448-A419-B14881054104}"/>
              </a:ext>
            </a:extLst>
          </p:cNvPr>
          <p:cNvSpPr>
            <a:spLocks xmlns:a="http://schemas.openxmlformats.org/drawingml/2006/main" noGrp="1"/>
          </p:cNvSpPr>
          <p:nvPr/>
        </p:nvSpPr>
        <p:spPr>
          <a:xfrm xmlns:a="http://schemas.openxmlformats.org/drawingml/2006/main" rot="0" flipH="0" flipV="0">
            <a:off x="1480441" y="507591"/>
            <a:ext cx="70219" cy="86446"/>
          </a:xfrm>
          <a:custGeom xmlns:a="http://schemas.openxmlformats.org/drawingml/2006/main">
            <a:gdLst>
              <a:gd name="connsiteX0" fmla="*/ 115253 w 226694"/>
              <a:gd name="connsiteY0" fmla="*/ 107633 h 279082"/>
              <a:gd name="connsiteX1" fmla="*/ 165735 w 226694"/>
              <a:gd name="connsiteY1" fmla="*/ 113347 h 279082"/>
              <a:gd name="connsiteX2" fmla="*/ 165735 w 226694"/>
              <a:gd name="connsiteY2" fmla="*/ 103822 h 279082"/>
              <a:gd name="connsiteX3" fmla="*/ 106680 w 226694"/>
              <a:gd name="connsiteY3" fmla="*/ 52388 h 279082"/>
              <a:gd name="connsiteX4" fmla="*/ 39053 w 226694"/>
              <a:gd name="connsiteY4" fmla="*/ 67627 h 279082"/>
              <a:gd name="connsiteX5" fmla="*/ 25717 w 226694"/>
              <a:gd name="connsiteY5" fmla="*/ 15240 h 279082"/>
              <a:gd name="connsiteX6" fmla="*/ 113347 w 226694"/>
              <a:gd name="connsiteY6" fmla="*/ 0 h 279082"/>
              <a:gd name="connsiteX7" fmla="*/ 226695 w 226694"/>
              <a:gd name="connsiteY7" fmla="*/ 102870 h 279082"/>
              <a:gd name="connsiteX8" fmla="*/ 226695 w 226694"/>
              <a:gd name="connsiteY8" fmla="*/ 273367 h 279082"/>
              <a:gd name="connsiteX9" fmla="*/ 167640 w 226694"/>
              <a:gd name="connsiteY9" fmla="*/ 273367 h 279082"/>
              <a:gd name="connsiteX10" fmla="*/ 167640 w 226694"/>
              <a:gd name="connsiteY10" fmla="*/ 244792 h 279082"/>
              <a:gd name="connsiteX11" fmla="*/ 165735 w 226694"/>
              <a:gd name="connsiteY11" fmla="*/ 244792 h 279082"/>
              <a:gd name="connsiteX12" fmla="*/ 87630 w 226694"/>
              <a:gd name="connsiteY12" fmla="*/ 279083 h 279082"/>
              <a:gd name="connsiteX13" fmla="*/ 0 w 226694"/>
              <a:gd name="connsiteY13" fmla="*/ 194310 h 279082"/>
              <a:gd name="connsiteX14" fmla="*/ 115253 w 226694"/>
              <a:gd name="connsiteY14" fmla="*/ 107633 h 279082"/>
              <a:gd name="connsiteX15" fmla="*/ 104775 w 226694"/>
              <a:gd name="connsiteY15" fmla="*/ 232410 h 279082"/>
              <a:gd name="connsiteX16" fmla="*/ 165735 w 226694"/>
              <a:gd name="connsiteY16" fmla="*/ 200025 h 279082"/>
              <a:gd name="connsiteX17" fmla="*/ 165735 w 226694"/>
              <a:gd name="connsiteY17" fmla="*/ 153352 h 279082"/>
              <a:gd name="connsiteX18" fmla="*/ 121920 w 226694"/>
              <a:gd name="connsiteY18" fmla="*/ 148590 h 279082"/>
              <a:gd name="connsiteX19" fmla="*/ 60007 w 226694"/>
              <a:gd name="connsiteY19" fmla="*/ 192405 h 279082"/>
              <a:gd name="connsiteX20" fmla="*/ 104775 w 226694"/>
              <a:gd name="connsiteY20" fmla="*/ 232410 h 279082"/>
            </a:gdLst>
            <a:rect l="l" t="t" r="r" b="b"/>
            <a:pathLst>
              <a:path w="226694" h="279082">
                <a:moveTo>
                  <a:pt x="115253" y="107633"/>
                </a:moveTo>
                <a:cubicBezTo>
                  <a:pt x="132397" y="107633"/>
                  <a:pt x="148590" y="108585"/>
                  <a:pt x="165735" y="113347"/>
                </a:cubicBezTo>
                <a:lnTo>
                  <a:pt x="165735" y="103822"/>
                </a:lnTo>
                <a:cubicBezTo>
                  <a:pt x="165735" y="69532"/>
                  <a:pt x="145732" y="52388"/>
                  <a:pt x="106680" y="52388"/>
                </a:cubicBezTo>
                <a:cubicBezTo>
                  <a:pt x="84772" y="52388"/>
                  <a:pt x="60960" y="57150"/>
                  <a:pt x="39053" y="67627"/>
                </a:cubicBezTo>
                <a:lnTo>
                  <a:pt x="25717" y="15240"/>
                </a:lnTo>
                <a:cubicBezTo>
                  <a:pt x="50482" y="5715"/>
                  <a:pt x="82867" y="0"/>
                  <a:pt x="113347" y="0"/>
                </a:cubicBezTo>
                <a:cubicBezTo>
                  <a:pt x="188595" y="0"/>
                  <a:pt x="226695" y="35242"/>
                  <a:pt x="226695" y="102870"/>
                </a:cubicBezTo>
                <a:lnTo>
                  <a:pt x="226695" y="273367"/>
                </a:lnTo>
                <a:lnTo>
                  <a:pt x="167640" y="273367"/>
                </a:lnTo>
                <a:lnTo>
                  <a:pt x="167640" y="244792"/>
                </a:lnTo>
                <a:lnTo>
                  <a:pt x="165735" y="244792"/>
                </a:lnTo>
                <a:cubicBezTo>
                  <a:pt x="142875" y="268605"/>
                  <a:pt x="119063" y="279083"/>
                  <a:pt x="87630" y="279083"/>
                </a:cubicBezTo>
                <a:cubicBezTo>
                  <a:pt x="34290" y="279083"/>
                  <a:pt x="0" y="245745"/>
                  <a:pt x="0" y="194310"/>
                </a:cubicBezTo>
                <a:cubicBezTo>
                  <a:pt x="0" y="138113"/>
                  <a:pt x="40005" y="107633"/>
                  <a:pt x="115253" y="107633"/>
                </a:cubicBezTo>
                <a:close/>
                <a:moveTo>
                  <a:pt x="104775" y="232410"/>
                </a:moveTo>
                <a:cubicBezTo>
                  <a:pt x="127635" y="232410"/>
                  <a:pt x="148590" y="220980"/>
                  <a:pt x="165735" y="200025"/>
                </a:cubicBezTo>
                <a:lnTo>
                  <a:pt x="165735" y="153352"/>
                </a:lnTo>
                <a:cubicBezTo>
                  <a:pt x="151447" y="149542"/>
                  <a:pt x="136207" y="148590"/>
                  <a:pt x="121920" y="148590"/>
                </a:cubicBezTo>
                <a:cubicBezTo>
                  <a:pt x="82867" y="148590"/>
                  <a:pt x="60007" y="163830"/>
                  <a:pt x="60007" y="192405"/>
                </a:cubicBezTo>
                <a:cubicBezTo>
                  <a:pt x="60007" y="217170"/>
                  <a:pt x="77153" y="232410"/>
                  <a:pt x="104775" y="232410"/>
                </a:cubicBezTo>
                <a:close/>
              </a:path>
            </a:pathLst>
          </a:custGeom>
          <a:solidFill xmlns:a="http://schemas.openxmlformats.org/drawingml/2006/main">
            <a:schemeClr val="tx1"/>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84" name="Freihandform: Form 184">
            <a:extLst xmlns:a="http://schemas.openxmlformats.org/drawingml/2006/main">
              <a:ext uri="{FF2B5EF4-FFF2-40B4-BE49-F238E27FC236}">
                <a16:creationId xmlns:a16="http://schemas.microsoft.com/office/drawing/2014/main" id="{F738BA72-6FA5-A340-A4D3-82C845D364B8}"/>
              </a:ext>
            </a:extLst>
          </p:cNvPr>
          <p:cNvSpPr>
            <a:spLocks xmlns:a="http://schemas.openxmlformats.org/drawingml/2006/main" noGrp="1"/>
          </p:cNvSpPr>
          <p:nvPr/>
        </p:nvSpPr>
        <p:spPr>
          <a:xfrm xmlns:a="http://schemas.openxmlformats.org/drawingml/2006/main" rot="0" flipH="0" flipV="0">
            <a:off x="1575150" y="471596"/>
            <a:ext cx="72579" cy="120670"/>
          </a:xfrm>
          <a:custGeom xmlns:a="http://schemas.openxmlformats.org/drawingml/2006/main">
            <a:gdLst>
              <a:gd name="connsiteX0" fmla="*/ 0 w 234314"/>
              <a:gd name="connsiteY0" fmla="*/ 15240 h 389572"/>
              <a:gd name="connsiteX1" fmla="*/ 61913 w 234314"/>
              <a:gd name="connsiteY1" fmla="*/ 0 h 389572"/>
              <a:gd name="connsiteX2" fmla="*/ 61913 w 234314"/>
              <a:gd name="connsiteY2" fmla="*/ 234315 h 389572"/>
              <a:gd name="connsiteX3" fmla="*/ 62865 w 234314"/>
              <a:gd name="connsiteY3" fmla="*/ 234315 h 389572"/>
              <a:gd name="connsiteX4" fmla="*/ 150495 w 234314"/>
              <a:gd name="connsiteY4" fmla="*/ 122873 h 389572"/>
              <a:gd name="connsiteX5" fmla="*/ 224790 w 234314"/>
              <a:gd name="connsiteY5" fmla="*/ 122873 h 389572"/>
              <a:gd name="connsiteX6" fmla="*/ 137160 w 234314"/>
              <a:gd name="connsiteY6" fmla="*/ 227648 h 389572"/>
              <a:gd name="connsiteX7" fmla="*/ 234315 w 234314"/>
              <a:gd name="connsiteY7" fmla="*/ 389573 h 389572"/>
              <a:gd name="connsiteX8" fmla="*/ 160020 w 234314"/>
              <a:gd name="connsiteY8" fmla="*/ 389573 h 389572"/>
              <a:gd name="connsiteX9" fmla="*/ 93345 w 234314"/>
              <a:gd name="connsiteY9" fmla="*/ 274320 h 389572"/>
              <a:gd name="connsiteX10" fmla="*/ 62865 w 234314"/>
              <a:gd name="connsiteY10" fmla="*/ 308610 h 389572"/>
              <a:gd name="connsiteX11" fmla="*/ 62865 w 234314"/>
              <a:gd name="connsiteY11" fmla="*/ 389573 h 389572"/>
              <a:gd name="connsiteX12" fmla="*/ 952 w 234314"/>
              <a:gd name="connsiteY12" fmla="*/ 389573 h 389572"/>
              <a:gd name="connsiteX13" fmla="*/ 952 w 234314"/>
              <a:gd name="connsiteY13" fmla="*/ 15240 h 389572"/>
            </a:gdLst>
            <a:rect l="l" t="t" r="r" b="b"/>
            <a:pathLst>
              <a:path w="234314" h="389572">
                <a:moveTo>
                  <a:pt x="0" y="15240"/>
                </a:moveTo>
                <a:lnTo>
                  <a:pt x="61913" y="0"/>
                </a:lnTo>
                <a:lnTo>
                  <a:pt x="61913" y="234315"/>
                </a:lnTo>
                <a:lnTo>
                  <a:pt x="62865" y="234315"/>
                </a:lnTo>
                <a:lnTo>
                  <a:pt x="150495" y="122873"/>
                </a:lnTo>
                <a:lnTo>
                  <a:pt x="224790" y="122873"/>
                </a:lnTo>
                <a:lnTo>
                  <a:pt x="137160" y="227648"/>
                </a:lnTo>
                <a:lnTo>
                  <a:pt x="234315" y="389573"/>
                </a:lnTo>
                <a:lnTo>
                  <a:pt x="160020" y="389573"/>
                </a:lnTo>
                <a:lnTo>
                  <a:pt x="93345" y="274320"/>
                </a:lnTo>
                <a:lnTo>
                  <a:pt x="62865" y="308610"/>
                </a:lnTo>
                <a:lnTo>
                  <a:pt x="62865" y="389573"/>
                </a:lnTo>
                <a:lnTo>
                  <a:pt x="952" y="389573"/>
                </a:lnTo>
                <a:lnTo>
                  <a:pt x="952" y="15240"/>
                </a:lnTo>
                <a:close/>
              </a:path>
            </a:pathLst>
          </a:custGeom>
          <a:solidFill xmlns:a="http://schemas.openxmlformats.org/drawingml/2006/main">
            <a:schemeClr val="tx1"/>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85" name="Freihandform: Form 185">
            <a:extLst xmlns:a="http://schemas.openxmlformats.org/drawingml/2006/main">
              <a:ext uri="{FF2B5EF4-FFF2-40B4-BE49-F238E27FC236}">
                <a16:creationId xmlns:a16="http://schemas.microsoft.com/office/drawing/2014/main" id="{A6D2746E-5F24-D745-A2A3-D0ADEEF336B5}"/>
              </a:ext>
            </a:extLst>
          </p:cNvPr>
          <p:cNvSpPr>
            <a:spLocks xmlns:a="http://schemas.openxmlformats.org/drawingml/2006/main" noGrp="1"/>
          </p:cNvSpPr>
          <p:nvPr/>
        </p:nvSpPr>
        <p:spPr>
          <a:xfrm xmlns:a="http://schemas.openxmlformats.org/drawingml/2006/main" rot="0" flipH="0" flipV="0">
            <a:off x="1661892" y="509657"/>
            <a:ext cx="71105" cy="84676"/>
          </a:xfrm>
          <a:custGeom xmlns:a="http://schemas.openxmlformats.org/drawingml/2006/main">
            <a:gdLst>
              <a:gd name="connsiteX0" fmla="*/ 62865 w 229552"/>
              <a:gd name="connsiteY0" fmla="*/ 160020 h 273367"/>
              <a:gd name="connsiteX1" fmla="*/ 116205 w 229552"/>
              <a:gd name="connsiteY1" fmla="*/ 216217 h 273367"/>
              <a:gd name="connsiteX2" fmla="*/ 167640 w 229552"/>
              <a:gd name="connsiteY2" fmla="*/ 160020 h 273367"/>
              <a:gd name="connsiteX3" fmla="*/ 167640 w 229552"/>
              <a:gd name="connsiteY3" fmla="*/ 0 h 273367"/>
              <a:gd name="connsiteX4" fmla="*/ 229553 w 229552"/>
              <a:gd name="connsiteY4" fmla="*/ 0 h 273367"/>
              <a:gd name="connsiteX5" fmla="*/ 229553 w 229552"/>
              <a:gd name="connsiteY5" fmla="*/ 161925 h 273367"/>
              <a:gd name="connsiteX6" fmla="*/ 117157 w 229552"/>
              <a:gd name="connsiteY6" fmla="*/ 273367 h 273367"/>
              <a:gd name="connsiteX7" fmla="*/ 0 w 229552"/>
              <a:gd name="connsiteY7" fmla="*/ 162878 h 273367"/>
              <a:gd name="connsiteX8" fmla="*/ 0 w 229552"/>
              <a:gd name="connsiteY8" fmla="*/ 952 h 273367"/>
              <a:gd name="connsiteX9" fmla="*/ 61913 w 229552"/>
              <a:gd name="connsiteY9" fmla="*/ 952 h 273367"/>
              <a:gd name="connsiteX10" fmla="*/ 61913 w 229552"/>
              <a:gd name="connsiteY10" fmla="*/ 160020 h 273367"/>
            </a:gdLst>
            <a:rect l="l" t="t" r="r" b="b"/>
            <a:pathLst>
              <a:path w="229552" h="273367">
                <a:moveTo>
                  <a:pt x="62865" y="160020"/>
                </a:moveTo>
                <a:cubicBezTo>
                  <a:pt x="62865" y="196215"/>
                  <a:pt x="80963" y="216217"/>
                  <a:pt x="116205" y="216217"/>
                </a:cubicBezTo>
                <a:cubicBezTo>
                  <a:pt x="150495" y="216217"/>
                  <a:pt x="167640" y="197167"/>
                  <a:pt x="167640" y="160020"/>
                </a:cubicBezTo>
                <a:lnTo>
                  <a:pt x="167640" y="0"/>
                </a:lnTo>
                <a:lnTo>
                  <a:pt x="229553" y="0"/>
                </a:lnTo>
                <a:lnTo>
                  <a:pt x="229553" y="161925"/>
                </a:lnTo>
                <a:cubicBezTo>
                  <a:pt x="229553" y="232410"/>
                  <a:pt x="190500" y="273367"/>
                  <a:pt x="117157" y="273367"/>
                </a:cubicBezTo>
                <a:cubicBezTo>
                  <a:pt x="44767" y="273367"/>
                  <a:pt x="0" y="232410"/>
                  <a:pt x="0" y="162878"/>
                </a:cubicBezTo>
                <a:lnTo>
                  <a:pt x="0" y="952"/>
                </a:lnTo>
                <a:lnTo>
                  <a:pt x="61913" y="952"/>
                </a:lnTo>
                <a:lnTo>
                  <a:pt x="61913" y="160020"/>
                </a:lnTo>
                <a:close/>
              </a:path>
            </a:pathLst>
          </a:custGeom>
          <a:solidFill xmlns:a="http://schemas.openxmlformats.org/drawingml/2006/main">
            <a:schemeClr val="tx1"/>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86" name="Freihandform: Form 186">
            <a:extLst xmlns:a="http://schemas.openxmlformats.org/drawingml/2006/main">
              <a:ext uri="{FF2B5EF4-FFF2-40B4-BE49-F238E27FC236}">
                <a16:creationId xmlns:a16="http://schemas.microsoft.com/office/drawing/2014/main" id="{F365F04E-F6F3-EC40-8AF7-457F234C8148}"/>
              </a:ext>
            </a:extLst>
          </p:cNvPr>
          <p:cNvSpPr>
            <a:spLocks xmlns:a="http://schemas.openxmlformats.org/drawingml/2006/main" noGrp="1"/>
          </p:cNvSpPr>
          <p:nvPr/>
        </p:nvSpPr>
        <p:spPr>
          <a:xfrm xmlns:a="http://schemas.openxmlformats.org/drawingml/2006/main" rot="0" flipH="0" flipV="0">
            <a:off x="1757780" y="471302"/>
            <a:ext cx="19177" cy="120670"/>
          </a:xfrm>
          <a:custGeom xmlns:a="http://schemas.openxmlformats.org/drawingml/2006/main">
            <a:gdLst>
              <a:gd name="connsiteX0" fmla="*/ 61913 w 61912"/>
              <a:gd name="connsiteY0" fmla="*/ 389572 h 389572"/>
              <a:gd name="connsiteX1" fmla="*/ 0 w 61912"/>
              <a:gd name="connsiteY1" fmla="*/ 389572 h 389572"/>
              <a:gd name="connsiteX2" fmla="*/ 0 w 61912"/>
              <a:gd name="connsiteY2" fmla="*/ 14288 h 389572"/>
              <a:gd name="connsiteX3" fmla="*/ 61913 w 61912"/>
              <a:gd name="connsiteY3" fmla="*/ 0 h 389572"/>
              <a:gd name="connsiteX4" fmla="*/ 61913 w 61912"/>
              <a:gd name="connsiteY4" fmla="*/ 389572 h 389572"/>
            </a:gdLst>
            <a:rect l="l" t="t" r="r" b="b"/>
            <a:pathLst>
              <a:path w="61912" h="389572">
                <a:moveTo>
                  <a:pt x="61913" y="389572"/>
                </a:moveTo>
                <a:lnTo>
                  <a:pt x="0" y="389572"/>
                </a:lnTo>
                <a:lnTo>
                  <a:pt x="0" y="14288"/>
                </a:lnTo>
                <a:lnTo>
                  <a:pt x="61913" y="0"/>
                </a:lnTo>
                <a:lnTo>
                  <a:pt x="61913" y="389572"/>
                </a:lnTo>
                <a:close/>
              </a:path>
            </a:pathLst>
          </a:custGeom>
          <a:solidFill xmlns:a="http://schemas.openxmlformats.org/drawingml/2006/main">
            <a:schemeClr val="tx1"/>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87" name="Freihandform: Form 187">
            <a:extLst xmlns:a="http://schemas.openxmlformats.org/drawingml/2006/main">
              <a:ext uri="{FF2B5EF4-FFF2-40B4-BE49-F238E27FC236}">
                <a16:creationId xmlns:a16="http://schemas.microsoft.com/office/drawing/2014/main" id="{E795987B-C466-AF4D-91C5-7C0A403A567B}"/>
              </a:ext>
            </a:extLst>
          </p:cNvPr>
          <p:cNvSpPr>
            <a:spLocks xmlns:a="http://schemas.openxmlformats.org/drawingml/2006/main" noGrp="1"/>
          </p:cNvSpPr>
          <p:nvPr/>
        </p:nvSpPr>
        <p:spPr>
          <a:xfrm xmlns:a="http://schemas.openxmlformats.org/drawingml/2006/main" rot="0" flipH="0" flipV="0">
            <a:off x="1794070" y="483102"/>
            <a:ext cx="51336" cy="110935"/>
          </a:xfrm>
          <a:custGeom xmlns:a="http://schemas.openxmlformats.org/drawingml/2006/main">
            <a:gdLst>
              <a:gd name="connsiteX0" fmla="*/ 165735 w 165734"/>
              <a:gd name="connsiteY0" fmla="*/ 295275 h 358140"/>
              <a:gd name="connsiteX1" fmla="*/ 165735 w 165734"/>
              <a:gd name="connsiteY1" fmla="*/ 348615 h 358140"/>
              <a:gd name="connsiteX2" fmla="*/ 113347 w 165734"/>
              <a:gd name="connsiteY2" fmla="*/ 358140 h 358140"/>
              <a:gd name="connsiteX3" fmla="*/ 40958 w 165734"/>
              <a:gd name="connsiteY3" fmla="*/ 282892 h 358140"/>
              <a:gd name="connsiteX4" fmla="*/ 40958 w 165734"/>
              <a:gd name="connsiteY4" fmla="*/ 137160 h 358140"/>
              <a:gd name="connsiteX5" fmla="*/ 0 w 165734"/>
              <a:gd name="connsiteY5" fmla="*/ 137160 h 358140"/>
              <a:gd name="connsiteX6" fmla="*/ 0 w 165734"/>
              <a:gd name="connsiteY6" fmla="*/ 85725 h 358140"/>
              <a:gd name="connsiteX7" fmla="*/ 40005 w 165734"/>
              <a:gd name="connsiteY7" fmla="*/ 85725 h 358140"/>
              <a:gd name="connsiteX8" fmla="*/ 40005 w 165734"/>
              <a:gd name="connsiteY8" fmla="*/ 13335 h 358140"/>
              <a:gd name="connsiteX9" fmla="*/ 101918 w 165734"/>
              <a:gd name="connsiteY9" fmla="*/ 0 h 358140"/>
              <a:gd name="connsiteX10" fmla="*/ 101918 w 165734"/>
              <a:gd name="connsiteY10" fmla="*/ 86677 h 358140"/>
              <a:gd name="connsiteX11" fmla="*/ 165735 w 165734"/>
              <a:gd name="connsiteY11" fmla="*/ 86677 h 358140"/>
              <a:gd name="connsiteX12" fmla="*/ 165735 w 165734"/>
              <a:gd name="connsiteY12" fmla="*/ 138113 h 358140"/>
              <a:gd name="connsiteX13" fmla="*/ 101918 w 165734"/>
              <a:gd name="connsiteY13" fmla="*/ 138113 h 358140"/>
              <a:gd name="connsiteX14" fmla="*/ 101918 w 165734"/>
              <a:gd name="connsiteY14" fmla="*/ 269558 h 358140"/>
              <a:gd name="connsiteX15" fmla="*/ 130493 w 165734"/>
              <a:gd name="connsiteY15" fmla="*/ 304800 h 358140"/>
              <a:gd name="connsiteX16" fmla="*/ 165735 w 165734"/>
              <a:gd name="connsiteY16" fmla="*/ 295275 h 358140"/>
            </a:gdLst>
            <a:rect l="l" t="t" r="r" b="b"/>
            <a:pathLst>
              <a:path w="165734" h="358140">
                <a:moveTo>
                  <a:pt x="165735" y="295275"/>
                </a:moveTo>
                <a:lnTo>
                  <a:pt x="165735" y="348615"/>
                </a:lnTo>
                <a:cubicBezTo>
                  <a:pt x="152400" y="355283"/>
                  <a:pt x="131445" y="358140"/>
                  <a:pt x="113347" y="358140"/>
                </a:cubicBezTo>
                <a:cubicBezTo>
                  <a:pt x="66675" y="358140"/>
                  <a:pt x="40958" y="331470"/>
                  <a:pt x="40958" y="282892"/>
                </a:cubicBezTo>
                <a:lnTo>
                  <a:pt x="40958" y="137160"/>
                </a:lnTo>
                <a:lnTo>
                  <a:pt x="0" y="137160"/>
                </a:lnTo>
                <a:lnTo>
                  <a:pt x="0" y="85725"/>
                </a:lnTo>
                <a:lnTo>
                  <a:pt x="40005" y="85725"/>
                </a:lnTo>
                <a:lnTo>
                  <a:pt x="40005" y="13335"/>
                </a:lnTo>
                <a:lnTo>
                  <a:pt x="101918" y="0"/>
                </a:lnTo>
                <a:lnTo>
                  <a:pt x="101918" y="86677"/>
                </a:lnTo>
                <a:lnTo>
                  <a:pt x="165735" y="86677"/>
                </a:lnTo>
                <a:lnTo>
                  <a:pt x="165735" y="138113"/>
                </a:lnTo>
                <a:lnTo>
                  <a:pt x="101918" y="138113"/>
                </a:lnTo>
                <a:lnTo>
                  <a:pt x="101918" y="269558"/>
                </a:lnTo>
                <a:cubicBezTo>
                  <a:pt x="101918" y="294322"/>
                  <a:pt x="110490" y="304800"/>
                  <a:pt x="130493" y="304800"/>
                </a:cubicBezTo>
                <a:cubicBezTo>
                  <a:pt x="141922" y="303847"/>
                  <a:pt x="155258" y="300038"/>
                  <a:pt x="165735" y="295275"/>
                </a:cubicBezTo>
                <a:close/>
              </a:path>
            </a:pathLst>
          </a:custGeom>
          <a:solidFill xmlns:a="http://schemas.openxmlformats.org/drawingml/2006/main">
            <a:schemeClr val="tx1"/>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88" name="Freihandform: Form 188">
            <a:extLst xmlns:a="http://schemas.openxmlformats.org/drawingml/2006/main">
              <a:ext uri="{FF2B5EF4-FFF2-40B4-BE49-F238E27FC236}">
                <a16:creationId xmlns:a16="http://schemas.microsoft.com/office/drawing/2014/main" id="{03A27536-9171-8D4E-A050-974D975CBA72}"/>
              </a:ext>
            </a:extLst>
          </p:cNvPr>
          <p:cNvSpPr>
            <a:spLocks xmlns:a="http://schemas.openxmlformats.org/drawingml/2006/main" noGrp="1"/>
          </p:cNvSpPr>
          <p:nvPr/>
        </p:nvSpPr>
        <p:spPr>
          <a:xfrm xmlns:a="http://schemas.openxmlformats.org/drawingml/2006/main" rot="0" flipH="0" flipV="0">
            <a:off x="1860454" y="474251"/>
            <a:ext cx="69925" cy="119786"/>
          </a:xfrm>
          <a:custGeom xmlns:a="http://schemas.openxmlformats.org/drawingml/2006/main">
            <a:gdLst>
              <a:gd name="connsiteX0" fmla="*/ 114300 w 225742"/>
              <a:gd name="connsiteY0" fmla="*/ 215265 h 386715"/>
              <a:gd name="connsiteX1" fmla="*/ 164783 w 225742"/>
              <a:gd name="connsiteY1" fmla="*/ 220980 h 386715"/>
              <a:gd name="connsiteX2" fmla="*/ 164783 w 225742"/>
              <a:gd name="connsiteY2" fmla="*/ 211455 h 386715"/>
              <a:gd name="connsiteX3" fmla="*/ 105728 w 225742"/>
              <a:gd name="connsiteY3" fmla="*/ 160020 h 386715"/>
              <a:gd name="connsiteX4" fmla="*/ 38100 w 225742"/>
              <a:gd name="connsiteY4" fmla="*/ 175260 h 386715"/>
              <a:gd name="connsiteX5" fmla="*/ 24765 w 225742"/>
              <a:gd name="connsiteY5" fmla="*/ 122873 h 386715"/>
              <a:gd name="connsiteX6" fmla="*/ 112395 w 225742"/>
              <a:gd name="connsiteY6" fmla="*/ 107633 h 386715"/>
              <a:gd name="connsiteX7" fmla="*/ 225742 w 225742"/>
              <a:gd name="connsiteY7" fmla="*/ 210503 h 386715"/>
              <a:gd name="connsiteX8" fmla="*/ 225742 w 225742"/>
              <a:gd name="connsiteY8" fmla="*/ 381000 h 386715"/>
              <a:gd name="connsiteX9" fmla="*/ 166688 w 225742"/>
              <a:gd name="connsiteY9" fmla="*/ 381000 h 386715"/>
              <a:gd name="connsiteX10" fmla="*/ 166688 w 225742"/>
              <a:gd name="connsiteY10" fmla="*/ 352425 h 386715"/>
              <a:gd name="connsiteX11" fmla="*/ 165735 w 225742"/>
              <a:gd name="connsiteY11" fmla="*/ 352425 h 386715"/>
              <a:gd name="connsiteX12" fmla="*/ 87630 w 225742"/>
              <a:gd name="connsiteY12" fmla="*/ 386715 h 386715"/>
              <a:gd name="connsiteX13" fmla="*/ 0 w 225742"/>
              <a:gd name="connsiteY13" fmla="*/ 301942 h 386715"/>
              <a:gd name="connsiteX14" fmla="*/ 114300 w 225742"/>
              <a:gd name="connsiteY14" fmla="*/ 215265 h 386715"/>
              <a:gd name="connsiteX15" fmla="*/ 63817 w 225742"/>
              <a:gd name="connsiteY15" fmla="*/ 72390 h 386715"/>
              <a:gd name="connsiteX16" fmla="*/ 26670 w 225742"/>
              <a:gd name="connsiteY16" fmla="*/ 36195 h 386715"/>
              <a:gd name="connsiteX17" fmla="*/ 63817 w 225742"/>
              <a:gd name="connsiteY17" fmla="*/ 0 h 386715"/>
              <a:gd name="connsiteX18" fmla="*/ 100965 w 225742"/>
              <a:gd name="connsiteY18" fmla="*/ 36195 h 386715"/>
              <a:gd name="connsiteX19" fmla="*/ 63817 w 225742"/>
              <a:gd name="connsiteY19" fmla="*/ 72390 h 386715"/>
              <a:gd name="connsiteX20" fmla="*/ 103822 w 225742"/>
              <a:gd name="connsiteY20" fmla="*/ 340042 h 386715"/>
              <a:gd name="connsiteX21" fmla="*/ 164783 w 225742"/>
              <a:gd name="connsiteY21" fmla="*/ 307658 h 386715"/>
              <a:gd name="connsiteX22" fmla="*/ 164783 w 225742"/>
              <a:gd name="connsiteY22" fmla="*/ 260985 h 386715"/>
              <a:gd name="connsiteX23" fmla="*/ 120967 w 225742"/>
              <a:gd name="connsiteY23" fmla="*/ 256222 h 386715"/>
              <a:gd name="connsiteX24" fmla="*/ 59055 w 225742"/>
              <a:gd name="connsiteY24" fmla="*/ 300038 h 386715"/>
              <a:gd name="connsiteX25" fmla="*/ 103822 w 225742"/>
              <a:gd name="connsiteY25" fmla="*/ 340042 h 386715"/>
              <a:gd name="connsiteX26" fmla="*/ 172403 w 225742"/>
              <a:gd name="connsiteY26" fmla="*/ 72390 h 386715"/>
              <a:gd name="connsiteX27" fmla="*/ 135255 w 225742"/>
              <a:gd name="connsiteY27" fmla="*/ 36195 h 386715"/>
              <a:gd name="connsiteX28" fmla="*/ 172403 w 225742"/>
              <a:gd name="connsiteY28" fmla="*/ 0 h 386715"/>
              <a:gd name="connsiteX29" fmla="*/ 209550 w 225742"/>
              <a:gd name="connsiteY29" fmla="*/ 36195 h 386715"/>
              <a:gd name="connsiteX30" fmla="*/ 172403 w 225742"/>
              <a:gd name="connsiteY30" fmla="*/ 72390 h 386715"/>
            </a:gdLst>
            <a:rect l="l" t="t" r="r" b="b"/>
            <a:pathLst>
              <a:path w="225742" h="386715">
                <a:moveTo>
                  <a:pt x="114300" y="215265"/>
                </a:moveTo>
                <a:cubicBezTo>
                  <a:pt x="131445" y="215265"/>
                  <a:pt x="147638" y="216217"/>
                  <a:pt x="164783" y="220980"/>
                </a:cubicBezTo>
                <a:lnTo>
                  <a:pt x="164783" y="211455"/>
                </a:lnTo>
                <a:cubicBezTo>
                  <a:pt x="164783" y="177165"/>
                  <a:pt x="144780" y="160020"/>
                  <a:pt x="105728" y="160020"/>
                </a:cubicBezTo>
                <a:cubicBezTo>
                  <a:pt x="83820" y="160020"/>
                  <a:pt x="60008" y="164783"/>
                  <a:pt x="38100" y="175260"/>
                </a:cubicBezTo>
                <a:lnTo>
                  <a:pt x="24765" y="122873"/>
                </a:lnTo>
                <a:cubicBezTo>
                  <a:pt x="49530" y="113348"/>
                  <a:pt x="81915" y="107633"/>
                  <a:pt x="112395" y="107633"/>
                </a:cubicBezTo>
                <a:cubicBezTo>
                  <a:pt x="187642" y="107633"/>
                  <a:pt x="225742" y="142875"/>
                  <a:pt x="225742" y="210503"/>
                </a:cubicBezTo>
                <a:lnTo>
                  <a:pt x="225742" y="381000"/>
                </a:lnTo>
                <a:lnTo>
                  <a:pt x="166688" y="381000"/>
                </a:lnTo>
                <a:lnTo>
                  <a:pt x="166688" y="352425"/>
                </a:lnTo>
                <a:lnTo>
                  <a:pt x="165735" y="352425"/>
                </a:lnTo>
                <a:cubicBezTo>
                  <a:pt x="142875" y="376238"/>
                  <a:pt x="119063" y="386715"/>
                  <a:pt x="87630" y="386715"/>
                </a:cubicBezTo>
                <a:cubicBezTo>
                  <a:pt x="34290" y="386715"/>
                  <a:pt x="0" y="353378"/>
                  <a:pt x="0" y="301942"/>
                </a:cubicBezTo>
                <a:cubicBezTo>
                  <a:pt x="0" y="245745"/>
                  <a:pt x="40005" y="215265"/>
                  <a:pt x="114300" y="215265"/>
                </a:cubicBezTo>
                <a:close/>
                <a:moveTo>
                  <a:pt x="63817" y="72390"/>
                </a:moveTo>
                <a:cubicBezTo>
                  <a:pt x="43815" y="72390"/>
                  <a:pt x="26670" y="55245"/>
                  <a:pt x="26670" y="36195"/>
                </a:cubicBezTo>
                <a:cubicBezTo>
                  <a:pt x="26670" y="17145"/>
                  <a:pt x="43815" y="0"/>
                  <a:pt x="63817" y="0"/>
                </a:cubicBezTo>
                <a:cubicBezTo>
                  <a:pt x="83820" y="0"/>
                  <a:pt x="100965" y="17145"/>
                  <a:pt x="100965" y="36195"/>
                </a:cubicBezTo>
                <a:cubicBezTo>
                  <a:pt x="100965" y="56198"/>
                  <a:pt x="83820" y="72390"/>
                  <a:pt x="63817" y="72390"/>
                </a:cubicBezTo>
                <a:close/>
                <a:moveTo>
                  <a:pt x="103822" y="340042"/>
                </a:moveTo>
                <a:cubicBezTo>
                  <a:pt x="126683" y="340042"/>
                  <a:pt x="147638" y="328613"/>
                  <a:pt x="164783" y="307658"/>
                </a:cubicBezTo>
                <a:lnTo>
                  <a:pt x="164783" y="260985"/>
                </a:lnTo>
                <a:cubicBezTo>
                  <a:pt x="150495" y="257175"/>
                  <a:pt x="135255" y="256222"/>
                  <a:pt x="120967" y="256222"/>
                </a:cubicBezTo>
                <a:cubicBezTo>
                  <a:pt x="81915" y="256222"/>
                  <a:pt x="59055" y="271463"/>
                  <a:pt x="59055" y="300038"/>
                </a:cubicBezTo>
                <a:cubicBezTo>
                  <a:pt x="59055" y="324803"/>
                  <a:pt x="76200" y="340042"/>
                  <a:pt x="103822" y="340042"/>
                </a:cubicBezTo>
                <a:close/>
                <a:moveTo>
                  <a:pt x="172403" y="72390"/>
                </a:moveTo>
                <a:cubicBezTo>
                  <a:pt x="152400" y="72390"/>
                  <a:pt x="135255" y="55245"/>
                  <a:pt x="135255" y="36195"/>
                </a:cubicBezTo>
                <a:cubicBezTo>
                  <a:pt x="135255" y="17145"/>
                  <a:pt x="152400" y="0"/>
                  <a:pt x="172403" y="0"/>
                </a:cubicBezTo>
                <a:cubicBezTo>
                  <a:pt x="192405" y="0"/>
                  <a:pt x="209550" y="17145"/>
                  <a:pt x="209550" y="36195"/>
                </a:cubicBezTo>
                <a:cubicBezTo>
                  <a:pt x="209550" y="56198"/>
                  <a:pt x="192405" y="72390"/>
                  <a:pt x="172403" y="72390"/>
                </a:cubicBezTo>
                <a:close/>
              </a:path>
            </a:pathLst>
          </a:custGeom>
          <a:solidFill xmlns:a="http://schemas.openxmlformats.org/drawingml/2006/main">
            <a:schemeClr val="tx1"/>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89" name="Freihandform: Form 189">
            <a:extLst xmlns:a="http://schemas.openxmlformats.org/drawingml/2006/main">
              <a:ext uri="{FF2B5EF4-FFF2-40B4-BE49-F238E27FC236}">
                <a16:creationId xmlns:a16="http://schemas.microsoft.com/office/drawing/2014/main" id="{D643B2AE-9BD8-2447-B0FE-BFB5EF735DB4}"/>
              </a:ext>
            </a:extLst>
          </p:cNvPr>
          <p:cNvSpPr>
            <a:spLocks xmlns:a="http://schemas.openxmlformats.org/drawingml/2006/main" noGrp="1"/>
          </p:cNvSpPr>
          <p:nvPr/>
        </p:nvSpPr>
        <p:spPr>
          <a:xfrm xmlns:a="http://schemas.openxmlformats.org/drawingml/2006/main" rot="0" flipH="0" flipV="0">
            <a:off x="1945427" y="483102"/>
            <a:ext cx="51336" cy="110935"/>
          </a:xfrm>
          <a:custGeom xmlns:a="http://schemas.openxmlformats.org/drawingml/2006/main">
            <a:gdLst>
              <a:gd name="connsiteX0" fmla="*/ 165735 w 165734"/>
              <a:gd name="connsiteY0" fmla="*/ 295275 h 358140"/>
              <a:gd name="connsiteX1" fmla="*/ 165735 w 165734"/>
              <a:gd name="connsiteY1" fmla="*/ 348615 h 358140"/>
              <a:gd name="connsiteX2" fmla="*/ 113347 w 165734"/>
              <a:gd name="connsiteY2" fmla="*/ 358140 h 358140"/>
              <a:gd name="connsiteX3" fmla="*/ 40957 w 165734"/>
              <a:gd name="connsiteY3" fmla="*/ 282892 h 358140"/>
              <a:gd name="connsiteX4" fmla="*/ 40957 w 165734"/>
              <a:gd name="connsiteY4" fmla="*/ 137160 h 358140"/>
              <a:gd name="connsiteX5" fmla="*/ 0 w 165734"/>
              <a:gd name="connsiteY5" fmla="*/ 137160 h 358140"/>
              <a:gd name="connsiteX6" fmla="*/ 0 w 165734"/>
              <a:gd name="connsiteY6" fmla="*/ 85725 h 358140"/>
              <a:gd name="connsiteX7" fmla="*/ 40005 w 165734"/>
              <a:gd name="connsiteY7" fmla="*/ 85725 h 358140"/>
              <a:gd name="connsiteX8" fmla="*/ 40005 w 165734"/>
              <a:gd name="connsiteY8" fmla="*/ 13335 h 358140"/>
              <a:gd name="connsiteX9" fmla="*/ 101918 w 165734"/>
              <a:gd name="connsiteY9" fmla="*/ 0 h 358140"/>
              <a:gd name="connsiteX10" fmla="*/ 101918 w 165734"/>
              <a:gd name="connsiteY10" fmla="*/ 86677 h 358140"/>
              <a:gd name="connsiteX11" fmla="*/ 165735 w 165734"/>
              <a:gd name="connsiteY11" fmla="*/ 86677 h 358140"/>
              <a:gd name="connsiteX12" fmla="*/ 165735 w 165734"/>
              <a:gd name="connsiteY12" fmla="*/ 138113 h 358140"/>
              <a:gd name="connsiteX13" fmla="*/ 102870 w 165734"/>
              <a:gd name="connsiteY13" fmla="*/ 138113 h 358140"/>
              <a:gd name="connsiteX14" fmla="*/ 102870 w 165734"/>
              <a:gd name="connsiteY14" fmla="*/ 269558 h 358140"/>
              <a:gd name="connsiteX15" fmla="*/ 131445 w 165734"/>
              <a:gd name="connsiteY15" fmla="*/ 304800 h 358140"/>
              <a:gd name="connsiteX16" fmla="*/ 165735 w 165734"/>
              <a:gd name="connsiteY16" fmla="*/ 295275 h 358140"/>
            </a:gdLst>
            <a:rect l="l" t="t" r="r" b="b"/>
            <a:pathLst>
              <a:path w="165734" h="358140">
                <a:moveTo>
                  <a:pt x="165735" y="295275"/>
                </a:moveTo>
                <a:lnTo>
                  <a:pt x="165735" y="348615"/>
                </a:lnTo>
                <a:cubicBezTo>
                  <a:pt x="152400" y="355283"/>
                  <a:pt x="131445" y="358140"/>
                  <a:pt x="113347" y="358140"/>
                </a:cubicBezTo>
                <a:cubicBezTo>
                  <a:pt x="66675" y="358140"/>
                  <a:pt x="40957" y="331470"/>
                  <a:pt x="40957" y="282892"/>
                </a:cubicBezTo>
                <a:lnTo>
                  <a:pt x="40957" y="137160"/>
                </a:lnTo>
                <a:lnTo>
                  <a:pt x="0" y="137160"/>
                </a:lnTo>
                <a:lnTo>
                  <a:pt x="0" y="85725"/>
                </a:lnTo>
                <a:lnTo>
                  <a:pt x="40005" y="85725"/>
                </a:lnTo>
                <a:lnTo>
                  <a:pt x="40005" y="13335"/>
                </a:lnTo>
                <a:lnTo>
                  <a:pt x="101918" y="0"/>
                </a:lnTo>
                <a:lnTo>
                  <a:pt x="101918" y="86677"/>
                </a:lnTo>
                <a:lnTo>
                  <a:pt x="165735" y="86677"/>
                </a:lnTo>
                <a:lnTo>
                  <a:pt x="165735" y="138113"/>
                </a:lnTo>
                <a:lnTo>
                  <a:pt x="102870" y="138113"/>
                </a:lnTo>
                <a:lnTo>
                  <a:pt x="102870" y="269558"/>
                </a:lnTo>
                <a:cubicBezTo>
                  <a:pt x="102870" y="294322"/>
                  <a:pt x="111443" y="304800"/>
                  <a:pt x="131445" y="304800"/>
                </a:cubicBezTo>
                <a:cubicBezTo>
                  <a:pt x="142875" y="303847"/>
                  <a:pt x="155257" y="300038"/>
                  <a:pt x="165735" y="295275"/>
                </a:cubicBezTo>
                <a:close/>
              </a:path>
            </a:pathLst>
          </a:custGeom>
          <a:solidFill xmlns:a="http://schemas.openxmlformats.org/drawingml/2006/main">
            <a:schemeClr val="tx1"/>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91" name="Freihandform: Form 87">
            <a:extLst xmlns:a="http://schemas.openxmlformats.org/drawingml/2006/main">
              <a:ext uri="{FF2B5EF4-FFF2-40B4-BE49-F238E27FC236}">
                <a16:creationId xmlns:a16="http://schemas.microsoft.com/office/drawing/2014/main" id="{DEFECFB7-4BFC-2143-8119-7CD966471870}"/>
              </a:ext>
            </a:extLst>
          </p:cNvPr>
          <p:cNvSpPr>
            <a:spLocks xmlns:a="http://schemas.openxmlformats.org/drawingml/2006/main" noGrp="1"/>
          </p:cNvSpPr>
          <p:nvPr/>
        </p:nvSpPr>
        <p:spPr>
          <a:xfrm xmlns:a="http://schemas.openxmlformats.org/drawingml/2006/main">
            <a:off x="10272966" y="300704"/>
            <a:ext cx="1403903" cy="535987"/>
          </a:xfrm>
          <a:custGeom xmlns:a="http://schemas.openxmlformats.org/drawingml/2006/main">
            <a:gdLst>
              <a:gd name="connsiteX0" fmla="*/ 0 w 1456912"/>
              <a:gd name="connsiteY0" fmla="*/ 51854 h 556225"/>
              <a:gd name="connsiteX1" fmla="*/ 28188 w 1456912"/>
              <a:gd name="connsiteY1" fmla="*/ 23666 h 556225"/>
              <a:gd name="connsiteX2" fmla="*/ 28188 w 1456912"/>
              <a:gd name="connsiteY2" fmla="*/ 535557 h 556225"/>
              <a:gd name="connsiteX3" fmla="*/ 0 w 1456912"/>
              <a:gd name="connsiteY3" fmla="*/ 535557 h 556225"/>
              <a:gd name="connsiteX4" fmla="*/ 0 w 1456912"/>
              <a:gd name="connsiteY4" fmla="*/ 51854 h 556225"/>
              <a:gd name="connsiteX5" fmla="*/ 84564 w 1456912"/>
              <a:gd name="connsiteY5" fmla="*/ 28188 h 556225"/>
              <a:gd name="connsiteX6" fmla="*/ 422811 w 1456912"/>
              <a:gd name="connsiteY6" fmla="*/ 28188 h 556225"/>
              <a:gd name="connsiteX7" fmla="*/ 422811 w 1456912"/>
              <a:gd name="connsiteY7" fmla="*/ 0 h 556225"/>
              <a:gd name="connsiteX8" fmla="*/ 56376 w 1456912"/>
              <a:gd name="connsiteY8" fmla="*/ 0 h 556225"/>
              <a:gd name="connsiteX9" fmla="*/ 56376 w 1456912"/>
              <a:gd name="connsiteY9" fmla="*/ 338244 h 556225"/>
              <a:gd name="connsiteX10" fmla="*/ 367711 w 1456912"/>
              <a:gd name="connsiteY10" fmla="*/ 338244 h 556225"/>
              <a:gd name="connsiteX11" fmla="*/ 367711 w 1456912"/>
              <a:gd name="connsiteY11" fmla="*/ 310062 h 556225"/>
              <a:gd name="connsiteX12" fmla="*/ 84564 w 1456912"/>
              <a:gd name="connsiteY12" fmla="*/ 310062 h 556225"/>
              <a:gd name="connsiteX13" fmla="*/ 84564 w 1456912"/>
              <a:gd name="connsiteY13" fmla="*/ 28188 h 556225"/>
              <a:gd name="connsiteX14" fmla="*/ 410152 w 1456912"/>
              <a:gd name="connsiteY14" fmla="*/ 253686 h 556225"/>
              <a:gd name="connsiteX15" fmla="*/ 140937 w 1456912"/>
              <a:gd name="connsiteY15" fmla="*/ 253686 h 556225"/>
              <a:gd name="connsiteX16" fmla="*/ 140937 w 1456912"/>
              <a:gd name="connsiteY16" fmla="*/ 140940 h 556225"/>
              <a:gd name="connsiteX17" fmla="*/ 371171 w 1456912"/>
              <a:gd name="connsiteY17" fmla="*/ 140940 h 556225"/>
              <a:gd name="connsiteX18" fmla="*/ 399359 w 1456912"/>
              <a:gd name="connsiteY18" fmla="*/ 112752 h 556225"/>
              <a:gd name="connsiteX19" fmla="*/ 140937 w 1456912"/>
              <a:gd name="connsiteY19" fmla="*/ 112752 h 556225"/>
              <a:gd name="connsiteX20" fmla="*/ 140937 w 1456912"/>
              <a:gd name="connsiteY20" fmla="*/ 84564 h 556225"/>
              <a:gd name="connsiteX21" fmla="*/ 422811 w 1456912"/>
              <a:gd name="connsiteY21" fmla="*/ 84564 h 556225"/>
              <a:gd name="connsiteX22" fmla="*/ 422811 w 1456912"/>
              <a:gd name="connsiteY22" fmla="*/ 56376 h 556225"/>
              <a:gd name="connsiteX23" fmla="*/ 112749 w 1456912"/>
              <a:gd name="connsiteY23" fmla="*/ 56376 h 556225"/>
              <a:gd name="connsiteX24" fmla="*/ 112749 w 1456912"/>
              <a:gd name="connsiteY24" fmla="*/ 281874 h 556225"/>
              <a:gd name="connsiteX25" fmla="*/ 382334 w 1456912"/>
              <a:gd name="connsiteY25" fmla="*/ 281874 h 556225"/>
              <a:gd name="connsiteX26" fmla="*/ 410152 w 1456912"/>
              <a:gd name="connsiteY26" fmla="*/ 253686 h 556225"/>
              <a:gd name="connsiteX27" fmla="*/ 56376 w 1456912"/>
              <a:gd name="connsiteY27" fmla="*/ 535557 h 556225"/>
              <a:gd name="connsiteX28" fmla="*/ 84564 w 1456912"/>
              <a:gd name="connsiteY28" fmla="*/ 535557 h 556225"/>
              <a:gd name="connsiteX29" fmla="*/ 84564 w 1456912"/>
              <a:gd name="connsiteY29" fmla="*/ 394620 h 556225"/>
              <a:gd name="connsiteX30" fmla="*/ 112752 w 1456912"/>
              <a:gd name="connsiteY30" fmla="*/ 394620 h 556225"/>
              <a:gd name="connsiteX31" fmla="*/ 112752 w 1456912"/>
              <a:gd name="connsiteY31" fmla="*/ 511890 h 556225"/>
              <a:gd name="connsiteX32" fmla="*/ 140940 w 1456912"/>
              <a:gd name="connsiteY32" fmla="*/ 483705 h 556225"/>
              <a:gd name="connsiteX33" fmla="*/ 140940 w 1456912"/>
              <a:gd name="connsiteY33" fmla="*/ 394620 h 556225"/>
              <a:gd name="connsiteX34" fmla="*/ 367714 w 1456912"/>
              <a:gd name="connsiteY34" fmla="*/ 394620 h 556225"/>
              <a:gd name="connsiteX35" fmla="*/ 367714 w 1456912"/>
              <a:gd name="connsiteY35" fmla="*/ 366435 h 556225"/>
              <a:gd name="connsiteX36" fmla="*/ 56376 w 1456912"/>
              <a:gd name="connsiteY36" fmla="*/ 366435 h 556225"/>
              <a:gd name="connsiteX37" fmla="*/ 56376 w 1456912"/>
              <a:gd name="connsiteY37" fmla="*/ 535557 h 556225"/>
              <a:gd name="connsiteX38" fmla="*/ 1428724 w 1456912"/>
              <a:gd name="connsiteY38" fmla="*/ 0 h 556225"/>
              <a:gd name="connsiteX39" fmla="*/ 1428724 w 1456912"/>
              <a:gd name="connsiteY39" fmla="*/ 324156 h 556225"/>
              <a:gd name="connsiteX40" fmla="*/ 1316539 w 1456912"/>
              <a:gd name="connsiteY40" fmla="*/ 514089 h 556225"/>
              <a:gd name="connsiteX41" fmla="*/ 1315903 w 1456912"/>
              <a:gd name="connsiteY41" fmla="*/ 513258 h 556225"/>
              <a:gd name="connsiteX42" fmla="*/ 1400536 w 1456912"/>
              <a:gd name="connsiteY42" fmla="*/ 351869 h 556225"/>
              <a:gd name="connsiteX43" fmla="*/ 1400536 w 1456912"/>
              <a:gd name="connsiteY43" fmla="*/ 3 h 556225"/>
              <a:gd name="connsiteX44" fmla="*/ 1372348 w 1456912"/>
              <a:gd name="connsiteY44" fmla="*/ 3 h 556225"/>
              <a:gd name="connsiteX45" fmla="*/ 1372348 w 1456912"/>
              <a:gd name="connsiteY45" fmla="*/ 351400 h 556225"/>
              <a:gd name="connsiteX46" fmla="*/ 1189132 w 1456912"/>
              <a:gd name="connsiteY46" fmla="*/ 528510 h 556225"/>
              <a:gd name="connsiteX47" fmla="*/ 1005916 w 1456912"/>
              <a:gd name="connsiteY47" fmla="*/ 351400 h 556225"/>
              <a:gd name="connsiteX48" fmla="*/ 1005916 w 1456912"/>
              <a:gd name="connsiteY48" fmla="*/ 23666 h 556225"/>
              <a:gd name="connsiteX49" fmla="*/ 977728 w 1456912"/>
              <a:gd name="connsiteY49" fmla="*/ 51854 h 556225"/>
              <a:gd name="connsiteX50" fmla="*/ 977728 w 1456912"/>
              <a:gd name="connsiteY50" fmla="*/ 351869 h 556225"/>
              <a:gd name="connsiteX51" fmla="*/ 1189132 w 1456912"/>
              <a:gd name="connsiteY51" fmla="*/ 556226 h 556225"/>
              <a:gd name="connsiteX52" fmla="*/ 1217320 w 1456912"/>
              <a:gd name="connsiteY52" fmla="*/ 556226 h 556225"/>
              <a:gd name="connsiteX53" fmla="*/ 1456912 w 1456912"/>
              <a:gd name="connsiteY53" fmla="*/ 324566 h 556225"/>
              <a:gd name="connsiteX54" fmla="*/ 1456912 w 1456912"/>
              <a:gd name="connsiteY54" fmla="*/ 0 h 556225"/>
              <a:gd name="connsiteX55" fmla="*/ 1428724 w 1456912"/>
              <a:gd name="connsiteY55" fmla="*/ 0 h 556225"/>
              <a:gd name="connsiteX56" fmla="*/ 1189132 w 1456912"/>
              <a:gd name="connsiteY56" fmla="*/ 500322 h 556225"/>
              <a:gd name="connsiteX57" fmla="*/ 1344160 w 1456912"/>
              <a:gd name="connsiteY57" fmla="*/ 351400 h 556225"/>
              <a:gd name="connsiteX58" fmla="*/ 1344160 w 1456912"/>
              <a:gd name="connsiteY58" fmla="*/ 351400 h 556225"/>
              <a:gd name="connsiteX59" fmla="*/ 1344160 w 1456912"/>
              <a:gd name="connsiteY59" fmla="*/ 23666 h 556225"/>
              <a:gd name="connsiteX60" fmla="*/ 1315972 w 1456912"/>
              <a:gd name="connsiteY60" fmla="*/ 51854 h 556225"/>
              <a:gd name="connsiteX61" fmla="*/ 1315972 w 1456912"/>
              <a:gd name="connsiteY61" fmla="*/ 324153 h 556225"/>
              <a:gd name="connsiteX62" fmla="*/ 1217317 w 1456912"/>
              <a:gd name="connsiteY62" fmla="*/ 415761 h 556225"/>
              <a:gd name="connsiteX63" fmla="*/ 1118662 w 1456912"/>
              <a:gd name="connsiteY63" fmla="*/ 324153 h 556225"/>
              <a:gd name="connsiteX64" fmla="*/ 1118662 w 1456912"/>
              <a:gd name="connsiteY64" fmla="*/ 3 h 556225"/>
              <a:gd name="connsiteX65" fmla="*/ 1090474 w 1456912"/>
              <a:gd name="connsiteY65" fmla="*/ 3 h 556225"/>
              <a:gd name="connsiteX66" fmla="*/ 1090474 w 1456912"/>
              <a:gd name="connsiteY66" fmla="*/ 324156 h 556225"/>
              <a:gd name="connsiteX67" fmla="*/ 1217317 w 1456912"/>
              <a:gd name="connsiteY67" fmla="*/ 443951 h 556225"/>
              <a:gd name="connsiteX68" fmla="*/ 1304349 w 1456912"/>
              <a:gd name="connsiteY68" fmla="*/ 404889 h 556225"/>
              <a:gd name="connsiteX69" fmla="*/ 1304982 w 1456912"/>
              <a:gd name="connsiteY69" fmla="*/ 405720 h 556225"/>
              <a:gd name="connsiteX70" fmla="*/ 1189129 w 1456912"/>
              <a:gd name="connsiteY70" fmla="*/ 472139 h 556225"/>
              <a:gd name="connsiteX71" fmla="*/ 1062303 w 1456912"/>
              <a:gd name="connsiteY71" fmla="*/ 352344 h 556225"/>
              <a:gd name="connsiteX72" fmla="*/ 1062286 w 1456912"/>
              <a:gd name="connsiteY72" fmla="*/ 352344 h 556225"/>
              <a:gd name="connsiteX73" fmla="*/ 1062286 w 1456912"/>
              <a:gd name="connsiteY73" fmla="*/ 3 h 556225"/>
              <a:gd name="connsiteX74" fmla="*/ 1034098 w 1456912"/>
              <a:gd name="connsiteY74" fmla="*/ 3 h 556225"/>
              <a:gd name="connsiteX75" fmla="*/ 1034098 w 1456912"/>
              <a:gd name="connsiteY75" fmla="*/ 352341 h 556225"/>
              <a:gd name="connsiteX76" fmla="*/ 1034113 w 1456912"/>
              <a:gd name="connsiteY76" fmla="*/ 352341 h 556225"/>
              <a:gd name="connsiteX77" fmla="*/ 1189132 w 1456912"/>
              <a:gd name="connsiteY77" fmla="*/ 500322 h 556225"/>
              <a:gd name="connsiteX78" fmla="*/ 562774 w 1456912"/>
              <a:gd name="connsiteY78" fmla="*/ 366435 h 556225"/>
              <a:gd name="connsiteX79" fmla="*/ 491494 w 1456912"/>
              <a:gd name="connsiteY79" fmla="*/ 535557 h 556225"/>
              <a:gd name="connsiteX80" fmla="*/ 519684 w 1456912"/>
              <a:gd name="connsiteY80" fmla="*/ 535554 h 556225"/>
              <a:gd name="connsiteX81" fmla="*/ 519682 w 1456912"/>
              <a:gd name="connsiteY81" fmla="*/ 535557 h 556225"/>
              <a:gd name="connsiteX82" fmla="*/ 519684 w 1456912"/>
              <a:gd name="connsiteY82" fmla="*/ 535557 h 556225"/>
              <a:gd name="connsiteX83" fmla="*/ 555322 w 1456912"/>
              <a:gd name="connsiteY83" fmla="*/ 450996 h 556225"/>
              <a:gd name="connsiteX84" fmla="*/ 794138 w 1456912"/>
              <a:gd name="connsiteY84" fmla="*/ 450996 h 556225"/>
              <a:gd name="connsiteX85" fmla="*/ 829744 w 1456912"/>
              <a:gd name="connsiteY85" fmla="*/ 535557 h 556225"/>
              <a:gd name="connsiteX86" fmla="*/ 857932 w 1456912"/>
              <a:gd name="connsiteY86" fmla="*/ 535557 h 556225"/>
              <a:gd name="connsiteX87" fmla="*/ 810457 w 1456912"/>
              <a:gd name="connsiteY87" fmla="*/ 422808 h 556225"/>
              <a:gd name="connsiteX88" fmla="*/ 567200 w 1456912"/>
              <a:gd name="connsiteY88" fmla="*/ 422808 h 556225"/>
              <a:gd name="connsiteX89" fmla="*/ 579078 w 1456912"/>
              <a:gd name="connsiteY89" fmla="*/ 394620 h 556225"/>
              <a:gd name="connsiteX90" fmla="*/ 826776 w 1456912"/>
              <a:gd name="connsiteY90" fmla="*/ 394620 h 556225"/>
              <a:gd name="connsiteX91" fmla="*/ 886120 w 1456912"/>
              <a:gd name="connsiteY91" fmla="*/ 535557 h 556225"/>
              <a:gd name="connsiteX92" fmla="*/ 914308 w 1456912"/>
              <a:gd name="connsiteY92" fmla="*/ 535557 h 556225"/>
              <a:gd name="connsiteX93" fmla="*/ 843097 w 1456912"/>
              <a:gd name="connsiteY93" fmla="*/ 366435 h 556225"/>
              <a:gd name="connsiteX94" fmla="*/ 562774 w 1456912"/>
              <a:gd name="connsiteY94" fmla="*/ 366435 h 556225"/>
              <a:gd name="connsiteX95" fmla="*/ 604248 w 1456912"/>
              <a:gd name="connsiteY95" fmla="*/ 0 h 556225"/>
              <a:gd name="connsiteX96" fmla="*/ 397091 w 1456912"/>
              <a:gd name="connsiteY96" fmla="*/ 491374 h 556225"/>
              <a:gd name="connsiteX97" fmla="*/ 415032 w 1456912"/>
              <a:gd name="connsiteY97" fmla="*/ 515732 h 556225"/>
              <a:gd name="connsiteX98" fmla="*/ 632437 w 1456912"/>
              <a:gd name="connsiteY98" fmla="*/ 0 h 556225"/>
              <a:gd name="connsiteX99" fmla="*/ 604248 w 1456912"/>
              <a:gd name="connsiteY99" fmla="*/ 0 h 556225"/>
              <a:gd name="connsiteX100" fmla="*/ 716998 w 1456912"/>
              <a:gd name="connsiteY100" fmla="*/ 3 h 556225"/>
              <a:gd name="connsiteX101" fmla="*/ 934130 w 1456912"/>
              <a:gd name="connsiteY101" fmla="*/ 515735 h 556225"/>
              <a:gd name="connsiteX102" fmla="*/ 952028 w 1456912"/>
              <a:gd name="connsiteY102" fmla="*/ 491377 h 556225"/>
              <a:gd name="connsiteX103" fmla="*/ 745186 w 1456912"/>
              <a:gd name="connsiteY103" fmla="*/ 3 h 556225"/>
              <a:gd name="connsiteX104" fmla="*/ 716998 w 1456912"/>
              <a:gd name="connsiteY104" fmla="*/ 3 h 556225"/>
              <a:gd name="connsiteX105" fmla="*/ 546409 w 1456912"/>
              <a:gd name="connsiteY105" fmla="*/ 338247 h 556225"/>
              <a:gd name="connsiteX106" fmla="*/ 463042 w 1456912"/>
              <a:gd name="connsiteY106" fmla="*/ 535557 h 556225"/>
              <a:gd name="connsiteX107" fmla="*/ 434854 w 1456912"/>
              <a:gd name="connsiteY107" fmla="*/ 535557 h 556225"/>
              <a:gd name="connsiteX108" fmla="*/ 646528 w 1456912"/>
              <a:gd name="connsiteY108" fmla="*/ 33467 h 556225"/>
              <a:gd name="connsiteX109" fmla="*/ 762988 w 1456912"/>
              <a:gd name="connsiteY109" fmla="*/ 310059 h 556225"/>
              <a:gd name="connsiteX110" fmla="*/ 791176 w 1456912"/>
              <a:gd name="connsiteY110" fmla="*/ 310059 h 556225"/>
              <a:gd name="connsiteX111" fmla="*/ 660624 w 1456912"/>
              <a:gd name="connsiteY111" fmla="*/ 3 h 556225"/>
              <a:gd name="connsiteX112" fmla="*/ 688812 w 1456912"/>
              <a:gd name="connsiteY112" fmla="*/ 3 h 556225"/>
              <a:gd name="connsiteX113" fmla="*/ 831231 w 1456912"/>
              <a:gd name="connsiteY113" fmla="*/ 338247 h 556225"/>
              <a:gd name="connsiteX114" fmla="*/ 546409 w 1456912"/>
              <a:gd name="connsiteY114" fmla="*/ 338247 h 556225"/>
              <a:gd name="connsiteX115" fmla="*/ 674788 w 1456912"/>
              <a:gd name="connsiteY115" fmla="*/ 167531 h 556225"/>
              <a:gd name="connsiteX116" fmla="*/ 614721 w 1456912"/>
              <a:gd name="connsiteY116" fmla="*/ 310062 h 556225"/>
              <a:gd name="connsiteX117" fmla="*/ 734800 w 1456912"/>
              <a:gd name="connsiteY117" fmla="*/ 310062 h 556225"/>
              <a:gd name="connsiteX118" fmla="*/ 674788 w 1456912"/>
              <a:gd name="connsiteY118" fmla="*/ 167531 h 556225"/>
              <a:gd name="connsiteX119" fmla="*/ 558275 w 1456912"/>
              <a:gd name="connsiteY119" fmla="*/ 310062 h 556225"/>
              <a:gd name="connsiteX120" fmla="*/ 586535 w 1456912"/>
              <a:gd name="connsiteY120" fmla="*/ 310062 h 556225"/>
              <a:gd name="connsiteX121" fmla="*/ 660703 w 1456912"/>
              <a:gd name="connsiteY121" fmla="*/ 134072 h 556225"/>
              <a:gd name="connsiteX122" fmla="*/ 646588 w 1456912"/>
              <a:gd name="connsiteY122" fmla="*/ 100553 h 556225"/>
              <a:gd name="connsiteX123" fmla="*/ 558275 w 1456912"/>
              <a:gd name="connsiteY123" fmla="*/ 310062 h 556225"/>
            </a:gdLst>
            <a:rect l="l" t="t" r="r" b="b"/>
            <a:pathLst>
              <a:path w="1456912" h="556225">
                <a:moveTo>
                  <a:pt x="0" y="51854"/>
                </a:moveTo>
                <a:lnTo>
                  <a:pt x="28188" y="23666"/>
                </a:lnTo>
                <a:lnTo>
                  <a:pt x="28188" y="535557"/>
                </a:lnTo>
                <a:lnTo>
                  <a:pt x="0" y="535557"/>
                </a:lnTo>
                <a:lnTo>
                  <a:pt x="0" y="51854"/>
                </a:lnTo>
                <a:close/>
                <a:moveTo>
                  <a:pt x="84564" y="28188"/>
                </a:moveTo>
                <a:lnTo>
                  <a:pt x="422811" y="28188"/>
                </a:lnTo>
                <a:lnTo>
                  <a:pt x="422811" y="0"/>
                </a:lnTo>
                <a:lnTo>
                  <a:pt x="56376" y="0"/>
                </a:lnTo>
                <a:lnTo>
                  <a:pt x="56376" y="338244"/>
                </a:lnTo>
                <a:lnTo>
                  <a:pt x="367711" y="338244"/>
                </a:lnTo>
                <a:lnTo>
                  <a:pt x="367711" y="310062"/>
                </a:lnTo>
                <a:lnTo>
                  <a:pt x="84564" y="310062"/>
                </a:lnTo>
                <a:lnTo>
                  <a:pt x="84564" y="28188"/>
                </a:lnTo>
                <a:close/>
                <a:moveTo>
                  <a:pt x="410152" y="253686"/>
                </a:moveTo>
                <a:lnTo>
                  <a:pt x="140937" y="253686"/>
                </a:lnTo>
                <a:lnTo>
                  <a:pt x="140937" y="140940"/>
                </a:lnTo>
                <a:lnTo>
                  <a:pt x="371171" y="140940"/>
                </a:lnTo>
                <a:lnTo>
                  <a:pt x="399359" y="112752"/>
                </a:lnTo>
                <a:lnTo>
                  <a:pt x="140937" y="112752"/>
                </a:lnTo>
                <a:lnTo>
                  <a:pt x="140937" y="84564"/>
                </a:lnTo>
                <a:lnTo>
                  <a:pt x="422811" y="84564"/>
                </a:lnTo>
                <a:lnTo>
                  <a:pt x="422811" y="56376"/>
                </a:lnTo>
                <a:lnTo>
                  <a:pt x="112749" y="56376"/>
                </a:lnTo>
                <a:lnTo>
                  <a:pt x="112749" y="281874"/>
                </a:lnTo>
                <a:lnTo>
                  <a:pt x="382334" y="281874"/>
                </a:lnTo>
                <a:lnTo>
                  <a:pt x="410152" y="253686"/>
                </a:lnTo>
                <a:close/>
                <a:moveTo>
                  <a:pt x="56376" y="535557"/>
                </a:moveTo>
                <a:lnTo>
                  <a:pt x="84564" y="535557"/>
                </a:lnTo>
                <a:lnTo>
                  <a:pt x="84564" y="394620"/>
                </a:lnTo>
                <a:lnTo>
                  <a:pt x="112752" y="394620"/>
                </a:lnTo>
                <a:lnTo>
                  <a:pt x="112752" y="511890"/>
                </a:lnTo>
                <a:lnTo>
                  <a:pt x="140940" y="483705"/>
                </a:lnTo>
                <a:lnTo>
                  <a:pt x="140940" y="394620"/>
                </a:lnTo>
                <a:lnTo>
                  <a:pt x="367714" y="394620"/>
                </a:lnTo>
                <a:lnTo>
                  <a:pt x="367714" y="366435"/>
                </a:lnTo>
                <a:lnTo>
                  <a:pt x="56376" y="366435"/>
                </a:lnTo>
                <a:lnTo>
                  <a:pt x="56376" y="535557"/>
                </a:lnTo>
                <a:close/>
                <a:moveTo>
                  <a:pt x="1428724" y="0"/>
                </a:moveTo>
                <a:lnTo>
                  <a:pt x="1428724" y="324156"/>
                </a:lnTo>
                <a:cubicBezTo>
                  <a:pt x="1428724" y="399584"/>
                  <a:pt x="1395069" y="464387"/>
                  <a:pt x="1316539" y="514089"/>
                </a:cubicBezTo>
                <a:lnTo>
                  <a:pt x="1315903" y="513258"/>
                </a:lnTo>
                <a:cubicBezTo>
                  <a:pt x="1367503" y="472336"/>
                  <a:pt x="1400536" y="419773"/>
                  <a:pt x="1400536" y="351869"/>
                </a:cubicBezTo>
                <a:lnTo>
                  <a:pt x="1400536" y="3"/>
                </a:lnTo>
                <a:lnTo>
                  <a:pt x="1372348" y="3"/>
                </a:lnTo>
                <a:lnTo>
                  <a:pt x="1372348" y="351400"/>
                </a:lnTo>
                <a:cubicBezTo>
                  <a:pt x="1372348" y="452590"/>
                  <a:pt x="1290318" y="528510"/>
                  <a:pt x="1189132" y="528510"/>
                </a:cubicBezTo>
                <a:cubicBezTo>
                  <a:pt x="1087946" y="528510"/>
                  <a:pt x="1005916" y="452587"/>
                  <a:pt x="1005916" y="351400"/>
                </a:cubicBezTo>
                <a:lnTo>
                  <a:pt x="1005916" y="23666"/>
                </a:lnTo>
                <a:lnTo>
                  <a:pt x="977728" y="51854"/>
                </a:lnTo>
                <a:lnTo>
                  <a:pt x="977728" y="351869"/>
                </a:lnTo>
                <a:cubicBezTo>
                  <a:pt x="977728" y="468625"/>
                  <a:pt x="1072376" y="556226"/>
                  <a:pt x="1189132" y="556226"/>
                </a:cubicBezTo>
                <a:cubicBezTo>
                  <a:pt x="1191834" y="556226"/>
                  <a:pt x="1217320" y="556226"/>
                  <a:pt x="1217320" y="556226"/>
                </a:cubicBezTo>
                <a:cubicBezTo>
                  <a:pt x="1332291" y="556226"/>
                  <a:pt x="1456912" y="471321"/>
                  <a:pt x="1456912" y="324566"/>
                </a:cubicBezTo>
                <a:cubicBezTo>
                  <a:pt x="1456912" y="324428"/>
                  <a:pt x="1456912" y="0"/>
                  <a:pt x="1456912" y="0"/>
                </a:cubicBezTo>
                <a:lnTo>
                  <a:pt x="1428724" y="0"/>
                </a:lnTo>
                <a:close/>
                <a:moveTo>
                  <a:pt x="1189132" y="500322"/>
                </a:moveTo>
                <a:cubicBezTo>
                  <a:pt x="1274706" y="500322"/>
                  <a:pt x="1344082" y="436948"/>
                  <a:pt x="1344160" y="351400"/>
                </a:cubicBezTo>
                <a:lnTo>
                  <a:pt x="1344160" y="351400"/>
                </a:lnTo>
                <a:lnTo>
                  <a:pt x="1344160" y="23666"/>
                </a:lnTo>
                <a:lnTo>
                  <a:pt x="1315972" y="51854"/>
                </a:lnTo>
                <a:lnTo>
                  <a:pt x="1315972" y="324153"/>
                </a:lnTo>
                <a:cubicBezTo>
                  <a:pt x="1315972" y="378637"/>
                  <a:pt x="1271801" y="415761"/>
                  <a:pt x="1217317" y="415761"/>
                </a:cubicBezTo>
                <a:cubicBezTo>
                  <a:pt x="1162833" y="415761"/>
                  <a:pt x="1118662" y="378637"/>
                  <a:pt x="1118662" y="324153"/>
                </a:cubicBezTo>
                <a:lnTo>
                  <a:pt x="1118662" y="3"/>
                </a:lnTo>
                <a:lnTo>
                  <a:pt x="1090474" y="3"/>
                </a:lnTo>
                <a:lnTo>
                  <a:pt x="1090474" y="324156"/>
                </a:lnTo>
                <a:cubicBezTo>
                  <a:pt x="1090474" y="394209"/>
                  <a:pt x="1147264" y="443951"/>
                  <a:pt x="1217317" y="443951"/>
                </a:cubicBezTo>
                <a:cubicBezTo>
                  <a:pt x="1245962" y="443951"/>
                  <a:pt x="1280732" y="429800"/>
                  <a:pt x="1304349" y="404889"/>
                </a:cubicBezTo>
                <a:lnTo>
                  <a:pt x="1304982" y="405720"/>
                </a:lnTo>
                <a:cubicBezTo>
                  <a:pt x="1282838" y="446784"/>
                  <a:pt x="1241907" y="472139"/>
                  <a:pt x="1189129" y="472139"/>
                </a:cubicBezTo>
                <a:cubicBezTo>
                  <a:pt x="1119507" y="472139"/>
                  <a:pt x="1062992" y="421734"/>
                  <a:pt x="1062303" y="352344"/>
                </a:cubicBezTo>
                <a:lnTo>
                  <a:pt x="1062286" y="352344"/>
                </a:lnTo>
                <a:lnTo>
                  <a:pt x="1062286" y="3"/>
                </a:lnTo>
                <a:lnTo>
                  <a:pt x="1034098" y="3"/>
                </a:lnTo>
                <a:lnTo>
                  <a:pt x="1034098" y="352341"/>
                </a:lnTo>
                <a:lnTo>
                  <a:pt x="1034113" y="352341"/>
                </a:lnTo>
                <a:cubicBezTo>
                  <a:pt x="1034703" y="437411"/>
                  <a:pt x="1103877" y="500322"/>
                  <a:pt x="1189132" y="500322"/>
                </a:cubicBezTo>
                <a:close/>
                <a:moveTo>
                  <a:pt x="562774" y="366435"/>
                </a:moveTo>
                <a:lnTo>
                  <a:pt x="491494" y="535557"/>
                </a:lnTo>
                <a:lnTo>
                  <a:pt x="519684" y="535554"/>
                </a:lnTo>
                <a:lnTo>
                  <a:pt x="519682" y="535557"/>
                </a:lnTo>
                <a:lnTo>
                  <a:pt x="519684" y="535557"/>
                </a:lnTo>
                <a:lnTo>
                  <a:pt x="555322" y="450996"/>
                </a:lnTo>
                <a:lnTo>
                  <a:pt x="794138" y="450996"/>
                </a:lnTo>
                <a:lnTo>
                  <a:pt x="829744" y="535557"/>
                </a:lnTo>
                <a:lnTo>
                  <a:pt x="857932" y="535557"/>
                </a:lnTo>
                <a:lnTo>
                  <a:pt x="810457" y="422808"/>
                </a:lnTo>
                <a:lnTo>
                  <a:pt x="567200" y="422808"/>
                </a:lnTo>
                <a:lnTo>
                  <a:pt x="579078" y="394620"/>
                </a:lnTo>
                <a:lnTo>
                  <a:pt x="826776" y="394620"/>
                </a:lnTo>
                <a:lnTo>
                  <a:pt x="886120" y="535557"/>
                </a:lnTo>
                <a:lnTo>
                  <a:pt x="914308" y="535557"/>
                </a:lnTo>
                <a:lnTo>
                  <a:pt x="843097" y="366435"/>
                </a:lnTo>
                <a:lnTo>
                  <a:pt x="562774" y="366435"/>
                </a:lnTo>
                <a:close/>
                <a:moveTo>
                  <a:pt x="604248" y="0"/>
                </a:moveTo>
                <a:lnTo>
                  <a:pt x="397091" y="491374"/>
                </a:lnTo>
                <a:lnTo>
                  <a:pt x="415032" y="515732"/>
                </a:lnTo>
                <a:lnTo>
                  <a:pt x="632437" y="0"/>
                </a:lnTo>
                <a:lnTo>
                  <a:pt x="604248" y="0"/>
                </a:lnTo>
                <a:close/>
                <a:moveTo>
                  <a:pt x="716998" y="3"/>
                </a:moveTo>
                <a:lnTo>
                  <a:pt x="934130" y="515735"/>
                </a:lnTo>
                <a:lnTo>
                  <a:pt x="952028" y="491377"/>
                </a:lnTo>
                <a:lnTo>
                  <a:pt x="745186" y="3"/>
                </a:lnTo>
                <a:lnTo>
                  <a:pt x="716998" y="3"/>
                </a:lnTo>
                <a:close/>
                <a:moveTo>
                  <a:pt x="546409" y="338247"/>
                </a:moveTo>
                <a:lnTo>
                  <a:pt x="463042" y="535557"/>
                </a:lnTo>
                <a:lnTo>
                  <a:pt x="434854" y="535557"/>
                </a:lnTo>
                <a:lnTo>
                  <a:pt x="646528" y="33467"/>
                </a:lnTo>
                <a:lnTo>
                  <a:pt x="762988" y="310059"/>
                </a:lnTo>
                <a:lnTo>
                  <a:pt x="791176" y="310059"/>
                </a:lnTo>
                <a:lnTo>
                  <a:pt x="660624" y="3"/>
                </a:lnTo>
                <a:lnTo>
                  <a:pt x="688812" y="3"/>
                </a:lnTo>
                <a:lnTo>
                  <a:pt x="831231" y="338247"/>
                </a:lnTo>
                <a:lnTo>
                  <a:pt x="546409" y="338247"/>
                </a:lnTo>
                <a:close/>
                <a:moveTo>
                  <a:pt x="674788" y="167531"/>
                </a:moveTo>
                <a:lnTo>
                  <a:pt x="614721" y="310062"/>
                </a:lnTo>
                <a:lnTo>
                  <a:pt x="734800" y="310062"/>
                </a:lnTo>
                <a:lnTo>
                  <a:pt x="674788" y="167531"/>
                </a:lnTo>
                <a:close/>
                <a:moveTo>
                  <a:pt x="558275" y="310062"/>
                </a:moveTo>
                <a:lnTo>
                  <a:pt x="586535" y="310062"/>
                </a:lnTo>
                <a:lnTo>
                  <a:pt x="660703" y="134072"/>
                </a:lnTo>
                <a:lnTo>
                  <a:pt x="646588" y="100553"/>
                </a:lnTo>
                <a:lnTo>
                  <a:pt x="558275" y="310062"/>
                </a:lnTo>
                <a:close/>
              </a:path>
            </a:pathLst>
          </a:custGeom>
          <a:solidFill xmlns:a="http://schemas.openxmlformats.org/drawingml/2006/main">
            <a:srgbClr val="041E42"/>
          </a:solidFill>
          <a:ln xmlns:a="http://schemas.openxmlformats.org/drawingml/2006/main" w="2892" cap="flat">
            <a:noFill/>
            <a:prstDash val="solid"/>
            <a:miter/>
          </a:ln>
        </p:spPr>
        <p:txBody>
          <a:bodyPr xmlns:a="http://schemas.openxmlformats.org/drawingml/2006/main" anchor="ctr"/>
          <a:lstStyle xmlns:a="http://schemas.openxmlformats.org/drawingml/2006/main"/>
          <a:p xmlns:a="http://schemas.openxmlformats.org/drawingml/2006/main">
            <a:endParaRPr/>
          </a:p>
        </p:txBody>
      </p:sp>
      <p:pic>
        <p:nvPicPr>
          <p:cNvPr id="112" name="Grafik 111">
            <a:extLst xmlns:a="http://schemas.openxmlformats.org/drawingml/2006/main">
              <a:ext uri="{FF2B5EF4-FFF2-40B4-BE49-F238E27FC236}">
                <a16:creationId xmlns:a16="http://schemas.microsoft.com/office/drawing/2014/main" id="{EB7A3CBC-0DF4-49C3-946A-B31EBC18293E}"/>
              </a:ext>
            </a:extLst>
          </p:cNvPr>
          <p:cNvPicPr>
            <a:picLocks xmlns:a="http://schemas.openxmlformats.org/drawingml/2006/main" noChangeAspect="1"/>
          </p:cNvPicPr>
          <p:nvPr/>
        </p:nvPicPr>
        <p:blipFill>
          <a:blip xmlns:r="http://schemas.openxmlformats.org/officeDocument/2006/relationships" xmlns:a="http://schemas.openxmlformats.org/drawingml/2006/main" r:embed="R93c4d7dcc5f7498c"/>
          <a:stretch xmlns:a="http://schemas.openxmlformats.org/drawingml/2006/main">
            <a:fillRect l="0" t="0" r="0" b="0"/>
          </a:stretch>
        </p:blipFill>
        <p:spPr>
          <a:xfrm xmlns:a="http://schemas.openxmlformats.org/drawingml/2006/main">
            <a:off x="8581493" y="300704"/>
            <a:ext cx="1543659" cy="541185"/>
          </a:xfrm>
          <a:prstGeom xmlns:a="http://schemas.openxmlformats.org/drawingml/2006/main" prst="rect">
            <a:avLst/>
          </a:prstGeom>
        </p:spPr>
      </p:pic>
      <p:sp>
        <p:nvSpPr>
          <p:cNvPr id="113" name="Bildplatzhalter 5">
            <a:extLst xmlns:a="http://schemas.openxmlformats.org/drawingml/2006/main">
              <a:ext uri="{FF2B5EF4-FFF2-40B4-BE49-F238E27FC236}">
                <a16:creationId xmlns:a16="http://schemas.microsoft.com/office/drawing/2014/main" id="{18BA31B8-CD68-46C9-80B5-51DBC8682D06}"/>
              </a:ext>
            </a:extLst>
          </p:cNvPr>
          <p:cNvSpPr>
            <a:spLocks xmlns:a="http://schemas.openxmlformats.org/drawingml/2006/main" noGrp="1"/>
          </p:cNvSpPr>
          <p:nvPr>
            <p:ph type="pic" idx="13"/>
          </p:nvPr>
        </p:nvSpPr>
        <p:spPr>
          <a:xfrm xmlns:a="http://schemas.openxmlformats.org/drawingml/2006/main">
            <a:off x="6524462" y="300704"/>
            <a:ext cx="1731896" cy="535987"/>
          </a:xfrm>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5.xml><?xml version="1.0" encoding="utf-8"?>
<p:sldLayout xmlns:p="http://schemas.openxmlformats.org/presentationml/2006/main" preserve="1" userDrawn="1">
  <p:cSld name="Textfolie">
    <p:spTree>
      <p:nvGrpSpPr>
        <p:cNvPr id="1" name=""/>
        <p:cNvGrpSpPr/>
        <p:nvPr/>
      </p:nvGrpSpPr>
      <p:grpSpPr>
        <a:xfrm xmlns:a="http://schemas.openxmlformats.org/drawingml/2006/main"/>
      </p:grpSpPr>
      <p:sp>
        <p:nvSpPr>
          <p:cNvPr id="3" name="Datumsplatzhalter 2">
            <a:extLst xmlns:a="http://schemas.openxmlformats.org/drawingml/2006/main">
              <a:ext uri="{FF2B5EF4-FFF2-40B4-BE49-F238E27FC236}">
                <a16:creationId xmlns:a16="http://schemas.microsoft.com/office/drawing/2014/main" id="{75E0522E-4B59-4195-AD23-1DB4381AB66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0B4FCF17-48A0-4939-9B86-4A0E590241E6}" type="datetime4">
              <a:t>26. November 2024</a:t>
            </a:fld>
            <a:endParaRPr/>
          </a:p>
        </p:txBody>
      </p:sp>
      <p:sp>
        <p:nvSpPr>
          <p:cNvPr id="4" name="Fußzeilenplatzhalter 3">
            <a:extLst xmlns:a="http://schemas.openxmlformats.org/drawingml/2006/main">
              <a:ext uri="{FF2B5EF4-FFF2-40B4-BE49-F238E27FC236}">
                <a16:creationId xmlns:a16="http://schemas.microsoft.com/office/drawing/2014/main" id="{E0F6FD0B-B0A5-4052-BAB6-95BD027E8CD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Technische Fakultät</a:t>
            </a:r>
            <a:endParaRPr/>
          </a:p>
        </p:txBody>
      </p:sp>
      <p:sp>
        <p:nvSpPr>
          <p:cNvPr id="5" name="Foliennummernplatzhalter 4">
            <a:extLst xmlns:a="http://schemas.openxmlformats.org/drawingml/2006/main">
              <a:ext uri="{FF2B5EF4-FFF2-40B4-BE49-F238E27FC236}">
                <a16:creationId xmlns:a16="http://schemas.microsoft.com/office/drawing/2014/main" id="{C0385CA6-0215-4C6D-9658-F37EA26CE83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949F9DF-37BD-4CD6-BF49-65BA579E1D7A}" type="slidenum">
              <a:t>‹#›</a:t>
            </a:fld>
            <a:endParaRPr/>
          </a:p>
        </p:txBody>
      </p:sp>
      <p:sp>
        <p:nvSpPr>
          <p:cNvPr id="7" name="Textplatzhalter 6">
            <a:extLst xmlns:a="http://schemas.openxmlformats.org/drawingml/2006/main">
              <a:ext uri="{FF2B5EF4-FFF2-40B4-BE49-F238E27FC236}">
                <a16:creationId xmlns:a16="http://schemas.microsoft.com/office/drawing/2014/main" id="{7C50F1EF-7CD3-4F38-8BE6-ED3FCE2DB361}"/>
              </a:ext>
            </a:extLst>
          </p:cNvPr>
          <p:cNvSpPr>
            <a:spLocks xmlns:a="http://schemas.openxmlformats.org/drawingml/2006/main" noGrp="1"/>
          </p:cNvSpPr>
          <p:nvPr>
            <p:ph type="body" idx="13"/>
          </p:nvPr>
        </p:nvSpPr>
        <p:spPr>
          <a:xfrm xmlns:a="http://schemas.openxmlformats.org/drawingml/2006/main">
            <a:off x="518317" y="1631156"/>
            <a:ext cx="11157745" cy="4569619"/>
          </a:xfrm>
        </p:spPr>
        <p:txBody>
          <a:bodyPr xmlns:a="http://schemas.openxmlformats.org/drawingml/2006/main"/>
          <a:lstStyle xmlns:a="http://schemas.openxmlformats.org/drawingml/2006/main"/>
          <a:p xmlns:a="http://schemas.openxmlformats.org/drawingml/2006/main">
            <a:pPr lvl="0">
              <a:buNone/>
            </a:pPr>
            <a:r>
              <a:t>Mastertextformat bearbeiten</a:t>
            </a:r>
          </a:p>
          <a:p xmlns:a="http://schemas.openxmlformats.org/drawingml/2006/main">
            <a:pPr lvl="1">
              <a:buNone/>
            </a:pPr>
            <a:r>
              <a:t>Zweite Ebene</a:t>
            </a:r>
          </a:p>
          <a:p xmlns:a="http://schemas.openxmlformats.org/drawingml/2006/main">
            <a:pPr lvl="2">
              <a:buNone/>
            </a:pPr>
            <a:r>
              <a:t>Dritte Ebene</a:t>
            </a:r>
          </a:p>
          <a:p xmlns:a="http://schemas.openxmlformats.org/drawingml/2006/main">
            <a:pPr lvl="3">
              <a:buNone/>
            </a:pPr>
            <a:r>
              <a:t>Vierte Ebene</a:t>
            </a:r>
          </a:p>
          <a:p xmlns:a="http://schemas.openxmlformats.org/drawingml/2006/main">
            <a:pPr lvl="4">
              <a:buNone/>
            </a:pPr>
            <a:r>
              <a:t>Fünfte Ebene</a:t>
            </a:r>
          </a:p>
        </p:txBody>
      </p:sp>
      <p:sp>
        <p:nvSpPr>
          <p:cNvPr id="6" name="Titel 5">
            <a:extLst xmlns:a="http://schemas.openxmlformats.org/drawingml/2006/main">
              <a:ext uri="{FF2B5EF4-FFF2-40B4-BE49-F238E27FC236}">
                <a16:creationId xmlns:a16="http://schemas.microsoft.com/office/drawing/2014/main" id="{F5C59997-58CB-4A34-A7D6-744D4117FF6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solidFill>
                  <a:srgbClr val="041E42"/>
                </a:solidFill>
              </a:defRPr>
            </a:lvl1pPr>
          </a:lstStyle>
          <a:p xmlns:a="http://schemas.openxmlformats.org/drawingml/2006/main">
            <a:r>
              <a:t>Mastertitelformat bearbeiten</a:t>
            </a:r>
          </a:p>
        </p:txBody>
      </p:sp>
      <p:sp>
        <p:nvSpPr>
          <p:cNvPr id="11" name="Textplatzhalter 9">
            <a:extLst xmlns:a="http://schemas.openxmlformats.org/drawingml/2006/main">
              <a:ext uri="{FF2B5EF4-FFF2-40B4-BE49-F238E27FC236}">
                <a16:creationId xmlns:a16="http://schemas.microsoft.com/office/drawing/2014/main" id="{28AE96D7-C3C8-4590-B13B-86D938A78906}"/>
              </a:ext>
            </a:extLst>
          </p:cNvPr>
          <p:cNvSpPr>
            <a:spLocks xmlns:a="http://schemas.openxmlformats.org/drawingml/2006/main" noGrp="1"/>
          </p:cNvSpPr>
          <p:nvPr>
            <p:ph type="body" idx="37"/>
          </p:nvPr>
        </p:nvSpPr>
        <p:spPr>
          <a:xfrm xmlns:a="http://schemas.openxmlformats.org/drawingml/2006/main">
            <a:off x="518317" y="687598"/>
            <a:ext cx="6844385" cy="249812"/>
          </a:xfrm>
        </p:spPr>
        <p:txBody>
          <a:bodyPr xmlns:a="http://schemas.openxmlformats.org/drawingml/2006/main" wrap="square">
            <a:spAutoFit/>
          </a:bodyPr>
          <a:lstStyle xmlns:a="http://schemas.openxmlformats.org/drawingml/2006/main">
            <a:lvl1pPr>
              <a:buNone/>
              <a:defRPr sz="1600">
                <a:solidFill>
                  <a:srgbClr val="041E42"/>
                </a:solidFill>
              </a:defRPr>
            </a:lvl1pPr>
          </a:lstStyle>
          <a:p xmlns:a="http://schemas.openxmlformats.org/drawingml/2006/main">
            <a:pPr lvl="0">
              <a:buNone/>
            </a:pPr>
            <a:r>
              <a:t>Mastertextformat bearbeiten</a:t>
            </a:r>
          </a:p>
        </p:txBody>
      </p:sp>
      <p:sp>
        <p:nvSpPr>
          <p:cNvPr id="10" name="Bildplatzhalter 6">
            <a:extLst xmlns:a="http://schemas.openxmlformats.org/drawingml/2006/main">
              <a:ext uri="{FF2B5EF4-FFF2-40B4-BE49-F238E27FC236}">
                <a16:creationId xmlns:a16="http://schemas.microsoft.com/office/drawing/2014/main" id="{86D31599-AF4C-4469-80F6-AA369A20BF0B}"/>
              </a:ext>
            </a:extLst>
          </p:cNvPr>
          <p:cNvSpPr>
            <a:spLocks xmlns:a="http://schemas.openxmlformats.org/drawingml/2006/main" noGrp="1"/>
          </p:cNvSpPr>
          <p:nvPr>
            <p:ph type="pic" idx="39" hasCustomPrompt="1"/>
          </p:nvPr>
        </p:nvSpPr>
        <p:spPr>
          <a:xfrm xmlns:a="http://schemas.openxmlformats.org/drawingml/2006/main">
            <a:off x="7900146" y="301185"/>
            <a:ext cx="1080000" cy="386413"/>
          </a:xfrm>
        </p:spPr>
        <p:txBody>
          <a:bodyPr xmlns:a="http://schemas.openxmlformats.org/drawingml/2006/main" rIns="0" anchor="ctr">
            <a:normAutofit/>
          </a:bodyPr>
          <a:lstStyle xmlns:a="http://schemas.openxmlformats.org/drawingml/2006/main">
            <a:lvl1pPr algn="ctr">
              <a:buNone/>
              <a:defRPr sz="800">
                <a:solidFill>
                  <a:schemeClr val="accent6"/>
                </a:solidFill>
              </a:defRPr>
            </a:lvl1pPr>
          </a:lstStyle>
          <a:p xmlns:a="http://schemas.openxmlformats.org/drawingml/2006/main">
            <a:r>
              <a:t>Optional Logo einfügen</a:t>
            </a:r>
          </a:p>
        </p:txBody>
      </p:sp>
      <p:pic>
        <p:nvPicPr>
          <p:cNvPr id="12" name="Grafik 11">
            <a:extLst xmlns:a="http://schemas.openxmlformats.org/drawingml/2006/main">
              <a:ext uri="{FF2B5EF4-FFF2-40B4-BE49-F238E27FC236}">
                <a16:creationId xmlns:a16="http://schemas.microsoft.com/office/drawing/2014/main" id="{CE7E453A-8418-4973-AFA9-DD4475874E06}"/>
              </a:ext>
            </a:extLst>
          </p:cNvPr>
          <p:cNvPicPr>
            <a:picLocks xmlns:a="http://schemas.openxmlformats.org/drawingml/2006/main" noChangeAspect="1"/>
          </p:cNvPicPr>
          <p:nvPr/>
        </p:nvPicPr>
        <p:blipFill>
          <a:blip xmlns:r="http://schemas.openxmlformats.org/officeDocument/2006/relationships" xmlns:a="http://schemas.openxmlformats.org/drawingml/2006/main" r:embed="Rb24f225c480f4e85"/>
          <a:stretch xmlns:a="http://schemas.openxmlformats.org/drawingml/2006/main">
            <a:fillRect l="0" t="0" r="0" b="0"/>
          </a:stretch>
        </p:blipFill>
        <p:spPr>
          <a:xfrm xmlns:a="http://schemas.openxmlformats.org/drawingml/2006/main">
            <a:off x="9341829" y="301184"/>
            <a:ext cx="1102192" cy="386413"/>
          </a:xfrm>
          <a:prstGeom xmlns:a="http://schemas.openxmlformats.org/drawingml/2006/main" prst="rect">
            <a:avLst/>
          </a:prstGeom>
        </p:spPr>
      </p:pic>
    </p:spTree>
  </p:cSld>
</p:sldLayout>
</file>

<file path=ppt/slideLayouts/slideLayout6.xml><?xml version="1.0" encoding="utf-8"?>
<p:sldLayout xmlns:p="http://schemas.openxmlformats.org/presentationml/2006/main" preserve="1" userDrawn="1">
  <p:cSld name="Textfolie | zweispaltig">
    <p:spTree>
      <p:nvGrpSpPr>
        <p:cNvPr id="1" name=""/>
        <p:cNvGrpSpPr/>
        <p:nvPr/>
      </p:nvGrpSpPr>
      <p:grpSpPr>
        <a:xfrm xmlns:a="http://schemas.openxmlformats.org/drawingml/2006/main"/>
      </p:grpSpPr>
      <p:sp>
        <p:nvSpPr>
          <p:cNvPr id="3" name="Datumsplatzhalter 2">
            <a:extLst xmlns:a="http://schemas.openxmlformats.org/drawingml/2006/main">
              <a:ext uri="{FF2B5EF4-FFF2-40B4-BE49-F238E27FC236}">
                <a16:creationId xmlns:a16="http://schemas.microsoft.com/office/drawing/2014/main" id="{75E0522E-4B59-4195-AD23-1DB4381AB66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871C8739-BFB7-40C2-B28E-69BB709E9C11}" type="datetime4">
              <a:t>26. November 2024</a:t>
            </a:fld>
            <a:endParaRPr/>
          </a:p>
        </p:txBody>
      </p:sp>
      <p:sp>
        <p:nvSpPr>
          <p:cNvPr id="4" name="Fußzeilenplatzhalter 3">
            <a:extLst xmlns:a="http://schemas.openxmlformats.org/drawingml/2006/main">
              <a:ext uri="{FF2B5EF4-FFF2-40B4-BE49-F238E27FC236}">
                <a16:creationId xmlns:a16="http://schemas.microsoft.com/office/drawing/2014/main" id="{E0F6FD0B-B0A5-4052-BAB6-95BD027E8CD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Technische Fakultät</a:t>
            </a:r>
            <a:endParaRPr/>
          </a:p>
        </p:txBody>
      </p:sp>
      <p:sp>
        <p:nvSpPr>
          <p:cNvPr id="5" name="Foliennummernplatzhalter 4">
            <a:extLst xmlns:a="http://schemas.openxmlformats.org/drawingml/2006/main">
              <a:ext uri="{FF2B5EF4-FFF2-40B4-BE49-F238E27FC236}">
                <a16:creationId xmlns:a16="http://schemas.microsoft.com/office/drawing/2014/main" id="{C0385CA6-0215-4C6D-9658-F37EA26CE83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949F9DF-37BD-4CD6-BF49-65BA579E1D7A}" type="slidenum">
              <a:t>‹#›</a:t>
            </a:fld>
            <a:endParaRPr/>
          </a:p>
        </p:txBody>
      </p:sp>
      <p:sp>
        <p:nvSpPr>
          <p:cNvPr id="7" name="Textplatzhalter 6">
            <a:extLst xmlns:a="http://schemas.openxmlformats.org/drawingml/2006/main">
              <a:ext uri="{FF2B5EF4-FFF2-40B4-BE49-F238E27FC236}">
                <a16:creationId xmlns:a16="http://schemas.microsoft.com/office/drawing/2014/main" id="{7C50F1EF-7CD3-4F38-8BE6-ED3FCE2DB361}"/>
              </a:ext>
            </a:extLst>
          </p:cNvPr>
          <p:cNvSpPr>
            <a:spLocks xmlns:a="http://schemas.openxmlformats.org/drawingml/2006/main" noGrp="1"/>
          </p:cNvSpPr>
          <p:nvPr>
            <p:ph type="body" idx="13"/>
          </p:nvPr>
        </p:nvSpPr>
        <p:spPr>
          <a:xfrm xmlns:a="http://schemas.openxmlformats.org/drawingml/2006/main">
            <a:off x="518318" y="1631156"/>
            <a:ext cx="5469732" cy="4569619"/>
          </a:xfrm>
        </p:spPr>
        <p:txBody>
          <a:bodyPr xmlns:a="http://schemas.openxmlformats.org/drawingml/2006/main"/>
          <a:lstStyle xmlns:a="http://schemas.openxmlformats.org/drawingml/2006/main"/>
          <a:p xmlns:a="http://schemas.openxmlformats.org/drawingml/2006/main">
            <a:pPr lvl="0">
              <a:buNone/>
            </a:pPr>
            <a:r>
              <a:t>Mastertextformat bearbeiten</a:t>
            </a:r>
          </a:p>
          <a:p xmlns:a="http://schemas.openxmlformats.org/drawingml/2006/main">
            <a:pPr lvl="1">
              <a:buNone/>
            </a:pPr>
            <a:r>
              <a:t>Zweite Ebene</a:t>
            </a:r>
          </a:p>
          <a:p xmlns:a="http://schemas.openxmlformats.org/drawingml/2006/main">
            <a:pPr lvl="2">
              <a:buNone/>
            </a:pPr>
            <a:r>
              <a:t>Dritte Ebene</a:t>
            </a:r>
          </a:p>
          <a:p xmlns:a="http://schemas.openxmlformats.org/drawingml/2006/main">
            <a:pPr lvl="3">
              <a:buNone/>
            </a:pPr>
            <a:r>
              <a:t>Vierte Ebene</a:t>
            </a:r>
          </a:p>
          <a:p xmlns:a="http://schemas.openxmlformats.org/drawingml/2006/main">
            <a:pPr lvl="4">
              <a:buNone/>
            </a:pPr>
            <a:r>
              <a:t>Fünfte Ebene</a:t>
            </a:r>
          </a:p>
        </p:txBody>
      </p:sp>
      <p:sp>
        <p:nvSpPr>
          <p:cNvPr id="8" name="Textplatzhalter 6">
            <a:extLst xmlns:a="http://schemas.openxmlformats.org/drawingml/2006/main">
              <a:ext uri="{FF2B5EF4-FFF2-40B4-BE49-F238E27FC236}">
                <a16:creationId xmlns:a16="http://schemas.microsoft.com/office/drawing/2014/main" id="{024A1079-17C2-45DE-A16B-14C152A08FA0}"/>
              </a:ext>
            </a:extLst>
          </p:cNvPr>
          <p:cNvSpPr>
            <a:spLocks xmlns:a="http://schemas.openxmlformats.org/drawingml/2006/main" noGrp="1"/>
          </p:cNvSpPr>
          <p:nvPr>
            <p:ph type="body" idx="14"/>
          </p:nvPr>
        </p:nvSpPr>
        <p:spPr>
          <a:xfrm xmlns:a="http://schemas.openxmlformats.org/drawingml/2006/main">
            <a:off x="6206329" y="1631156"/>
            <a:ext cx="5469732" cy="4569619"/>
          </a:xfrm>
        </p:spPr>
        <p:txBody>
          <a:bodyPr xmlns:a="http://schemas.openxmlformats.org/drawingml/2006/main"/>
          <a:lstStyle xmlns:a="http://schemas.openxmlformats.org/drawingml/2006/main"/>
          <a:p xmlns:a="http://schemas.openxmlformats.org/drawingml/2006/main">
            <a:pPr lvl="0">
              <a:buNone/>
            </a:pPr>
            <a:r>
              <a:t>Mastertextformat bearbeiten</a:t>
            </a:r>
          </a:p>
          <a:p xmlns:a="http://schemas.openxmlformats.org/drawingml/2006/main">
            <a:pPr lvl="1">
              <a:buNone/>
            </a:pPr>
            <a:r>
              <a:t>Zweite Ebene</a:t>
            </a:r>
          </a:p>
          <a:p xmlns:a="http://schemas.openxmlformats.org/drawingml/2006/main">
            <a:pPr lvl="2">
              <a:buNone/>
            </a:pPr>
            <a:r>
              <a:t>Dritte Ebene</a:t>
            </a:r>
          </a:p>
          <a:p xmlns:a="http://schemas.openxmlformats.org/drawingml/2006/main">
            <a:pPr lvl="3">
              <a:buNone/>
            </a:pPr>
            <a:r>
              <a:t>Vierte Ebene</a:t>
            </a:r>
          </a:p>
          <a:p xmlns:a="http://schemas.openxmlformats.org/drawingml/2006/main">
            <a:pPr lvl="4">
              <a:buNone/>
            </a:pPr>
            <a:r>
              <a:t>Fünfte Ebene</a:t>
            </a:r>
          </a:p>
        </p:txBody>
      </p:sp>
      <p:sp>
        <p:nvSpPr>
          <p:cNvPr id="6" name="Titel 5">
            <a:extLst xmlns:a="http://schemas.openxmlformats.org/drawingml/2006/main">
              <a:ext uri="{FF2B5EF4-FFF2-40B4-BE49-F238E27FC236}">
                <a16:creationId xmlns:a16="http://schemas.microsoft.com/office/drawing/2014/main" id="{5E5E3F57-04C9-40C7-B10F-E51808253F1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solidFill>
                  <a:srgbClr val="041E42"/>
                </a:solidFill>
              </a:defRPr>
            </a:lvl1pPr>
          </a:lstStyle>
          <a:p xmlns:a="http://schemas.openxmlformats.org/drawingml/2006/main">
            <a:r>
              <a:t>Mastertitelformat bearbeiten</a:t>
            </a:r>
          </a:p>
        </p:txBody>
      </p:sp>
      <p:sp>
        <p:nvSpPr>
          <p:cNvPr id="11" name="Textplatzhalter 9">
            <a:extLst xmlns:a="http://schemas.openxmlformats.org/drawingml/2006/main">
              <a:ext uri="{FF2B5EF4-FFF2-40B4-BE49-F238E27FC236}">
                <a16:creationId xmlns:a16="http://schemas.microsoft.com/office/drawing/2014/main" id="{BAC64890-C924-4759-9B9B-7DE74E38C4A6}"/>
              </a:ext>
            </a:extLst>
          </p:cNvPr>
          <p:cNvSpPr>
            <a:spLocks xmlns:a="http://schemas.openxmlformats.org/drawingml/2006/main" noGrp="1"/>
          </p:cNvSpPr>
          <p:nvPr>
            <p:ph type="body" idx="37"/>
          </p:nvPr>
        </p:nvSpPr>
        <p:spPr>
          <a:xfrm xmlns:a="http://schemas.openxmlformats.org/drawingml/2006/main">
            <a:off x="518317" y="687598"/>
            <a:ext cx="6844385" cy="249812"/>
          </a:xfrm>
        </p:spPr>
        <p:txBody>
          <a:bodyPr xmlns:a="http://schemas.openxmlformats.org/drawingml/2006/main" wrap="square">
            <a:spAutoFit/>
          </a:bodyPr>
          <a:lstStyle xmlns:a="http://schemas.openxmlformats.org/drawingml/2006/main">
            <a:lvl1pPr>
              <a:buNone/>
              <a:defRPr sz="1600">
                <a:solidFill>
                  <a:srgbClr val="041E42"/>
                </a:solidFill>
              </a:defRPr>
            </a:lvl1pPr>
          </a:lstStyle>
          <a:p xmlns:a="http://schemas.openxmlformats.org/drawingml/2006/main">
            <a:pPr lvl="0">
              <a:buNone/>
            </a:pPr>
            <a:r>
              <a:t>Mastertextformat bearbeiten</a:t>
            </a:r>
          </a:p>
        </p:txBody>
      </p:sp>
      <p:sp>
        <p:nvSpPr>
          <p:cNvPr id="12" name="Bildplatzhalter 6">
            <a:extLst xmlns:a="http://schemas.openxmlformats.org/drawingml/2006/main">
              <a:ext uri="{FF2B5EF4-FFF2-40B4-BE49-F238E27FC236}">
                <a16:creationId xmlns:a16="http://schemas.microsoft.com/office/drawing/2014/main" id="{86D31599-AF4C-4469-80F6-AA369A20BF0B}"/>
              </a:ext>
            </a:extLst>
          </p:cNvPr>
          <p:cNvSpPr>
            <a:spLocks xmlns:a="http://schemas.openxmlformats.org/drawingml/2006/main" noGrp="1"/>
          </p:cNvSpPr>
          <p:nvPr>
            <p:ph type="pic" idx="39" hasCustomPrompt="1"/>
          </p:nvPr>
        </p:nvSpPr>
        <p:spPr>
          <a:xfrm xmlns:a="http://schemas.openxmlformats.org/drawingml/2006/main">
            <a:off x="7900146" y="301185"/>
            <a:ext cx="1080000" cy="386413"/>
          </a:xfrm>
        </p:spPr>
        <p:txBody>
          <a:bodyPr xmlns:a="http://schemas.openxmlformats.org/drawingml/2006/main" rIns="0" anchor="ctr">
            <a:normAutofit/>
          </a:bodyPr>
          <a:lstStyle xmlns:a="http://schemas.openxmlformats.org/drawingml/2006/main">
            <a:lvl1pPr algn="ctr">
              <a:buNone/>
              <a:defRPr sz="800">
                <a:solidFill>
                  <a:schemeClr val="accent6"/>
                </a:solidFill>
              </a:defRPr>
            </a:lvl1pPr>
          </a:lstStyle>
          <a:p xmlns:a="http://schemas.openxmlformats.org/drawingml/2006/main">
            <a:r>
              <a:t>Optional Logo einfügen</a:t>
            </a:r>
          </a:p>
        </p:txBody>
      </p:sp>
      <p:pic>
        <p:nvPicPr>
          <p:cNvPr id="13" name="Grafik 12">
            <a:extLst xmlns:a="http://schemas.openxmlformats.org/drawingml/2006/main">
              <a:ext uri="{FF2B5EF4-FFF2-40B4-BE49-F238E27FC236}">
                <a16:creationId xmlns:a16="http://schemas.microsoft.com/office/drawing/2014/main" id="{1BD7EA11-3132-44C5-9679-9A1FFE4B3694}"/>
              </a:ext>
            </a:extLst>
          </p:cNvPr>
          <p:cNvPicPr>
            <a:picLocks xmlns:a="http://schemas.openxmlformats.org/drawingml/2006/main" noChangeAspect="1"/>
          </p:cNvPicPr>
          <p:nvPr/>
        </p:nvPicPr>
        <p:blipFill>
          <a:blip xmlns:r="http://schemas.openxmlformats.org/officeDocument/2006/relationships" xmlns:a="http://schemas.openxmlformats.org/drawingml/2006/main" r:embed="Rff49b66f97714cfd"/>
          <a:stretch xmlns:a="http://schemas.openxmlformats.org/drawingml/2006/main">
            <a:fillRect l="0" t="0" r="0" b="0"/>
          </a:stretch>
        </p:blipFill>
        <p:spPr>
          <a:xfrm xmlns:a="http://schemas.openxmlformats.org/drawingml/2006/main">
            <a:off x="9341829" y="301184"/>
            <a:ext cx="1102192" cy="386413"/>
          </a:xfrm>
          <a:prstGeom xmlns:a="http://schemas.openxmlformats.org/drawingml/2006/main" prst="rect">
            <a:avLst/>
          </a:prstGeom>
        </p:spPr>
      </p:pic>
    </p:spTree>
  </p:cSld>
</p:sldLayout>
</file>

<file path=ppt/slideLayouts/slideLayout7.xml><?xml version="1.0" encoding="utf-8"?>
<p:sldLayout xmlns:p="http://schemas.openxmlformats.org/presentationml/2006/main" preserve="1" userDrawn="1">
  <p:cSld name="Textfolie | dreispaltig">
    <p:spTree>
      <p:nvGrpSpPr>
        <p:cNvPr id="1" name=""/>
        <p:cNvGrpSpPr/>
        <p:nvPr/>
      </p:nvGrpSpPr>
      <p:grpSpPr>
        <a:xfrm xmlns:a="http://schemas.openxmlformats.org/drawingml/2006/main"/>
      </p:grpSpPr>
      <p:sp>
        <p:nvSpPr>
          <p:cNvPr id="3" name="Datumsplatzhalter 2">
            <a:extLst xmlns:a="http://schemas.openxmlformats.org/drawingml/2006/main">
              <a:ext uri="{FF2B5EF4-FFF2-40B4-BE49-F238E27FC236}">
                <a16:creationId xmlns:a16="http://schemas.microsoft.com/office/drawing/2014/main" id="{75E0522E-4B59-4195-AD23-1DB4381AB66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9F7B6080-B214-4A27-A13D-95A31493955D}" type="datetime4">
              <a:t>26. November 2024</a:t>
            </a:fld>
            <a:endParaRPr/>
          </a:p>
        </p:txBody>
      </p:sp>
      <p:sp>
        <p:nvSpPr>
          <p:cNvPr id="4" name="Fußzeilenplatzhalter 3">
            <a:extLst xmlns:a="http://schemas.openxmlformats.org/drawingml/2006/main">
              <a:ext uri="{FF2B5EF4-FFF2-40B4-BE49-F238E27FC236}">
                <a16:creationId xmlns:a16="http://schemas.microsoft.com/office/drawing/2014/main" id="{E0F6FD0B-B0A5-4052-BAB6-95BD027E8CD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Technische Fakultät</a:t>
            </a:r>
            <a:endParaRPr/>
          </a:p>
        </p:txBody>
      </p:sp>
      <p:sp>
        <p:nvSpPr>
          <p:cNvPr id="5" name="Foliennummernplatzhalter 4">
            <a:extLst xmlns:a="http://schemas.openxmlformats.org/drawingml/2006/main">
              <a:ext uri="{FF2B5EF4-FFF2-40B4-BE49-F238E27FC236}">
                <a16:creationId xmlns:a16="http://schemas.microsoft.com/office/drawing/2014/main" id="{C0385CA6-0215-4C6D-9658-F37EA26CE837}"/>
              </a:ext>
            </a:extLst>
          </p:cNvPr>
          <p:cNvSpPr>
            <a:spLocks xmlns:a="http://schemas.openxmlformats.org/drawingml/2006/main" noGrp="1"/>
          </p:cNvSpPr>
          <p:nvPr>
            <p:ph type="sldNum" idx="12"/>
          </p:nvPr>
        </p:nvSpPr>
        <p:spPr>
          <a:xfrm xmlns:a="http://schemas.openxmlformats.org/drawingml/2006/main">
            <a:off x="11482099" y="6634666"/>
            <a:ext cx="193964" cy="123111"/>
          </a:xfrm>
        </p:spPr>
        <p:txBody>
          <a:bodyPr xmlns:a="http://schemas.openxmlformats.org/drawingml/2006/main"/>
          <a:lstStyle xmlns:a="http://schemas.openxmlformats.org/drawingml/2006/main"/>
          <a:p xmlns:a="http://schemas.openxmlformats.org/drawingml/2006/main">
            <a:fld id="{D949F9DF-37BD-4CD6-BF49-65BA579E1D7A}" type="slidenum">
              <a:t>‹#›</a:t>
            </a:fld>
            <a:endParaRPr/>
          </a:p>
        </p:txBody>
      </p:sp>
      <p:sp>
        <p:nvSpPr>
          <p:cNvPr id="6" name="Titel 5">
            <a:extLst xmlns:a="http://schemas.openxmlformats.org/drawingml/2006/main">
              <a:ext uri="{FF2B5EF4-FFF2-40B4-BE49-F238E27FC236}">
                <a16:creationId xmlns:a16="http://schemas.microsoft.com/office/drawing/2014/main" id="{636A777D-D5C6-4E84-A9C9-D0F4836A4C4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solidFill>
                  <a:srgbClr val="041E42"/>
                </a:solidFill>
              </a:defRPr>
            </a:lvl1pPr>
          </a:lstStyle>
          <a:p xmlns:a="http://schemas.openxmlformats.org/drawingml/2006/main">
            <a:r>
              <a:t>Mastertitelformat bearbeiten</a:t>
            </a:r>
          </a:p>
        </p:txBody>
      </p:sp>
      <p:sp>
        <p:nvSpPr>
          <p:cNvPr id="11" name="Textplatzhalter 6">
            <a:extLst xmlns:a="http://schemas.openxmlformats.org/drawingml/2006/main">
              <a:ext uri="{FF2B5EF4-FFF2-40B4-BE49-F238E27FC236}">
                <a16:creationId xmlns:a16="http://schemas.microsoft.com/office/drawing/2014/main" id="{D304591F-2FC9-4C29-9FE5-537955E3B924}"/>
              </a:ext>
            </a:extLst>
          </p:cNvPr>
          <p:cNvSpPr>
            <a:spLocks xmlns:a="http://schemas.openxmlformats.org/drawingml/2006/main" noGrp="1"/>
          </p:cNvSpPr>
          <p:nvPr>
            <p:ph type="body" idx="16"/>
          </p:nvPr>
        </p:nvSpPr>
        <p:spPr>
          <a:xfrm xmlns:a="http://schemas.openxmlformats.org/drawingml/2006/main">
            <a:off x="518318" y="1631157"/>
            <a:ext cx="3568821" cy="4569618"/>
          </a:xfrm>
        </p:spPr>
        <p:txBody>
          <a:bodyPr xmlns:a="http://schemas.openxmlformats.org/drawingml/2006/main"/>
          <a:lstStyle xmlns:a="http://schemas.openxmlformats.org/drawingml/2006/main"/>
          <a:p xmlns:a="http://schemas.openxmlformats.org/drawingml/2006/main">
            <a:pPr lvl="0">
              <a:buNone/>
            </a:pPr>
            <a:r>
              <a:t>Mastertextformat bearbeiten</a:t>
            </a:r>
          </a:p>
          <a:p xmlns:a="http://schemas.openxmlformats.org/drawingml/2006/main">
            <a:pPr lvl="1">
              <a:buNone/>
            </a:pPr>
            <a:r>
              <a:t>Zweite Ebene</a:t>
            </a:r>
          </a:p>
          <a:p xmlns:a="http://schemas.openxmlformats.org/drawingml/2006/main">
            <a:pPr lvl="2">
              <a:buNone/>
            </a:pPr>
            <a:r>
              <a:t>Dritte Ebene</a:t>
            </a:r>
          </a:p>
          <a:p xmlns:a="http://schemas.openxmlformats.org/drawingml/2006/main">
            <a:pPr lvl="3">
              <a:buNone/>
            </a:pPr>
            <a:r>
              <a:t>Vierte Ebene</a:t>
            </a:r>
          </a:p>
          <a:p xmlns:a="http://schemas.openxmlformats.org/drawingml/2006/main">
            <a:pPr lvl="4">
              <a:buNone/>
            </a:pPr>
            <a:r>
              <a:t>Fünfte Ebene</a:t>
            </a:r>
          </a:p>
        </p:txBody>
      </p:sp>
      <p:sp>
        <p:nvSpPr>
          <p:cNvPr id="12" name="Textplatzhalter 6">
            <a:extLst xmlns:a="http://schemas.openxmlformats.org/drawingml/2006/main">
              <a:ext uri="{FF2B5EF4-FFF2-40B4-BE49-F238E27FC236}">
                <a16:creationId xmlns:a16="http://schemas.microsoft.com/office/drawing/2014/main" id="{D0C47385-EF97-44EE-867E-E9365B44CAA4}"/>
              </a:ext>
            </a:extLst>
          </p:cNvPr>
          <p:cNvSpPr>
            <a:spLocks xmlns:a="http://schemas.openxmlformats.org/drawingml/2006/main" noGrp="1"/>
          </p:cNvSpPr>
          <p:nvPr>
            <p:ph type="body" idx="17"/>
          </p:nvPr>
        </p:nvSpPr>
        <p:spPr>
          <a:xfrm xmlns:a="http://schemas.openxmlformats.org/drawingml/2006/main">
            <a:off x="8107242" y="1631157"/>
            <a:ext cx="3568821" cy="4569618"/>
          </a:xfrm>
        </p:spPr>
        <p:txBody>
          <a:bodyPr xmlns:a="http://schemas.openxmlformats.org/drawingml/2006/main"/>
          <a:lstStyle xmlns:a="http://schemas.openxmlformats.org/drawingml/2006/main"/>
          <a:p xmlns:a="http://schemas.openxmlformats.org/drawingml/2006/main">
            <a:pPr lvl="0">
              <a:buNone/>
            </a:pPr>
            <a:r>
              <a:t>Mastertextformat bearbeiten</a:t>
            </a:r>
          </a:p>
          <a:p xmlns:a="http://schemas.openxmlformats.org/drawingml/2006/main">
            <a:pPr lvl="1">
              <a:buNone/>
            </a:pPr>
            <a:r>
              <a:t>Zweite Ebene</a:t>
            </a:r>
          </a:p>
          <a:p xmlns:a="http://schemas.openxmlformats.org/drawingml/2006/main">
            <a:pPr lvl="2">
              <a:buNone/>
            </a:pPr>
            <a:r>
              <a:t>Dritte Ebene</a:t>
            </a:r>
          </a:p>
          <a:p xmlns:a="http://schemas.openxmlformats.org/drawingml/2006/main">
            <a:pPr lvl="3">
              <a:buNone/>
            </a:pPr>
            <a:r>
              <a:t>Vierte Ebene</a:t>
            </a:r>
          </a:p>
          <a:p xmlns:a="http://schemas.openxmlformats.org/drawingml/2006/main">
            <a:pPr lvl="4">
              <a:buNone/>
            </a:pPr>
            <a:r>
              <a:t>Fünfte Ebene</a:t>
            </a:r>
          </a:p>
        </p:txBody>
      </p:sp>
      <p:sp>
        <p:nvSpPr>
          <p:cNvPr id="13" name="Textplatzhalter 6">
            <a:extLst xmlns:a="http://schemas.openxmlformats.org/drawingml/2006/main">
              <a:ext uri="{FF2B5EF4-FFF2-40B4-BE49-F238E27FC236}">
                <a16:creationId xmlns:a16="http://schemas.microsoft.com/office/drawing/2014/main" id="{E3F53468-6A74-4DFC-93FD-A760B9619657}"/>
              </a:ext>
            </a:extLst>
          </p:cNvPr>
          <p:cNvSpPr>
            <a:spLocks xmlns:a="http://schemas.openxmlformats.org/drawingml/2006/main" noGrp="1"/>
          </p:cNvSpPr>
          <p:nvPr>
            <p:ph type="body" idx="18"/>
          </p:nvPr>
        </p:nvSpPr>
        <p:spPr>
          <a:xfrm xmlns:a="http://schemas.openxmlformats.org/drawingml/2006/main">
            <a:off x="4312780" y="1631157"/>
            <a:ext cx="3568821" cy="4569618"/>
          </a:xfrm>
        </p:spPr>
        <p:txBody>
          <a:bodyPr xmlns:a="http://schemas.openxmlformats.org/drawingml/2006/main"/>
          <a:lstStyle xmlns:a="http://schemas.openxmlformats.org/drawingml/2006/main"/>
          <a:p xmlns:a="http://schemas.openxmlformats.org/drawingml/2006/main">
            <a:pPr lvl="0">
              <a:buNone/>
            </a:pPr>
            <a:r>
              <a:t>Mastertextformat bearbeiten</a:t>
            </a:r>
          </a:p>
          <a:p xmlns:a="http://schemas.openxmlformats.org/drawingml/2006/main">
            <a:pPr lvl="1">
              <a:buNone/>
            </a:pPr>
            <a:r>
              <a:t>Zweite Ebene</a:t>
            </a:r>
          </a:p>
          <a:p xmlns:a="http://schemas.openxmlformats.org/drawingml/2006/main">
            <a:pPr lvl="2">
              <a:buNone/>
            </a:pPr>
            <a:r>
              <a:t>Dritte Ebene</a:t>
            </a:r>
          </a:p>
          <a:p xmlns:a="http://schemas.openxmlformats.org/drawingml/2006/main">
            <a:pPr lvl="3">
              <a:buNone/>
            </a:pPr>
            <a:r>
              <a:t>Vierte Ebene</a:t>
            </a:r>
          </a:p>
          <a:p xmlns:a="http://schemas.openxmlformats.org/drawingml/2006/main">
            <a:pPr lvl="4">
              <a:buNone/>
            </a:pPr>
            <a:r>
              <a:t>Fünfte Ebene</a:t>
            </a:r>
          </a:p>
        </p:txBody>
      </p:sp>
      <p:sp>
        <p:nvSpPr>
          <p:cNvPr id="14" name="Textplatzhalter 9">
            <a:extLst xmlns:a="http://schemas.openxmlformats.org/drawingml/2006/main">
              <a:ext uri="{FF2B5EF4-FFF2-40B4-BE49-F238E27FC236}">
                <a16:creationId xmlns:a16="http://schemas.microsoft.com/office/drawing/2014/main" id="{7A7A670F-933B-48F3-B921-A1B739D6C9D8}"/>
              </a:ext>
            </a:extLst>
          </p:cNvPr>
          <p:cNvSpPr>
            <a:spLocks xmlns:a="http://schemas.openxmlformats.org/drawingml/2006/main" noGrp="1"/>
          </p:cNvSpPr>
          <p:nvPr>
            <p:ph type="body" idx="37"/>
          </p:nvPr>
        </p:nvSpPr>
        <p:spPr>
          <a:xfrm xmlns:a="http://schemas.openxmlformats.org/drawingml/2006/main">
            <a:off x="518317" y="687598"/>
            <a:ext cx="6844385" cy="249812"/>
          </a:xfrm>
        </p:spPr>
        <p:txBody>
          <a:bodyPr xmlns:a="http://schemas.openxmlformats.org/drawingml/2006/main" wrap="square">
            <a:spAutoFit/>
          </a:bodyPr>
          <a:lstStyle xmlns:a="http://schemas.openxmlformats.org/drawingml/2006/main">
            <a:lvl1pPr>
              <a:buNone/>
              <a:defRPr sz="1600">
                <a:solidFill>
                  <a:srgbClr val="041E42"/>
                </a:solidFill>
              </a:defRPr>
            </a:lvl1pPr>
          </a:lstStyle>
          <a:p xmlns:a="http://schemas.openxmlformats.org/drawingml/2006/main">
            <a:pPr lvl="0">
              <a:buNone/>
            </a:pPr>
            <a:r>
              <a:t>Mastertextformat bearbeiten</a:t>
            </a:r>
          </a:p>
        </p:txBody>
      </p:sp>
      <p:sp>
        <p:nvSpPr>
          <p:cNvPr id="15" name="Bildplatzhalter 6">
            <a:extLst xmlns:a="http://schemas.openxmlformats.org/drawingml/2006/main">
              <a:ext uri="{FF2B5EF4-FFF2-40B4-BE49-F238E27FC236}">
                <a16:creationId xmlns:a16="http://schemas.microsoft.com/office/drawing/2014/main" id="{86D31599-AF4C-4469-80F6-AA369A20BF0B}"/>
              </a:ext>
            </a:extLst>
          </p:cNvPr>
          <p:cNvSpPr>
            <a:spLocks xmlns:a="http://schemas.openxmlformats.org/drawingml/2006/main" noGrp="1"/>
          </p:cNvSpPr>
          <p:nvPr>
            <p:ph type="pic" idx="39" hasCustomPrompt="1"/>
          </p:nvPr>
        </p:nvSpPr>
        <p:spPr>
          <a:xfrm xmlns:a="http://schemas.openxmlformats.org/drawingml/2006/main">
            <a:off x="7900146" y="301185"/>
            <a:ext cx="1080000" cy="386413"/>
          </a:xfrm>
        </p:spPr>
        <p:txBody>
          <a:bodyPr xmlns:a="http://schemas.openxmlformats.org/drawingml/2006/main" rIns="0" anchor="ctr">
            <a:normAutofit/>
          </a:bodyPr>
          <a:lstStyle xmlns:a="http://schemas.openxmlformats.org/drawingml/2006/main">
            <a:lvl1pPr algn="ctr">
              <a:buNone/>
              <a:defRPr sz="800">
                <a:solidFill>
                  <a:schemeClr val="accent6"/>
                </a:solidFill>
              </a:defRPr>
            </a:lvl1pPr>
          </a:lstStyle>
          <a:p xmlns:a="http://schemas.openxmlformats.org/drawingml/2006/main">
            <a:r>
              <a:t>Optional Logo einfügen</a:t>
            </a:r>
          </a:p>
        </p:txBody>
      </p:sp>
      <p:pic>
        <p:nvPicPr>
          <p:cNvPr id="16" name="Grafik 15">
            <a:extLst xmlns:a="http://schemas.openxmlformats.org/drawingml/2006/main">
              <a:ext uri="{FF2B5EF4-FFF2-40B4-BE49-F238E27FC236}">
                <a16:creationId xmlns:a16="http://schemas.microsoft.com/office/drawing/2014/main" id="{3A3FC9D7-56AD-45F3-8439-15B31BD92016}"/>
              </a:ext>
            </a:extLst>
          </p:cNvPr>
          <p:cNvPicPr>
            <a:picLocks xmlns:a="http://schemas.openxmlformats.org/drawingml/2006/main" noChangeAspect="1"/>
          </p:cNvPicPr>
          <p:nvPr/>
        </p:nvPicPr>
        <p:blipFill>
          <a:blip xmlns:r="http://schemas.openxmlformats.org/officeDocument/2006/relationships" xmlns:a="http://schemas.openxmlformats.org/drawingml/2006/main" r:embed="R87050c69a7394fd6"/>
          <a:stretch xmlns:a="http://schemas.openxmlformats.org/drawingml/2006/main">
            <a:fillRect l="0" t="0" r="0" b="0"/>
          </a:stretch>
        </p:blipFill>
        <p:spPr>
          <a:xfrm xmlns:a="http://schemas.openxmlformats.org/drawingml/2006/main">
            <a:off x="9341829" y="301184"/>
            <a:ext cx="1102192" cy="386413"/>
          </a:xfrm>
          <a:prstGeom xmlns:a="http://schemas.openxmlformats.org/drawingml/2006/main" prst="rect">
            <a:avLst/>
          </a:prstGeom>
        </p:spPr>
      </p:pic>
    </p:spTree>
  </p:cSld>
</p:sldLayout>
</file>

<file path=ppt/slideLayouts/slideLayout8.xml><?xml version="1.0" encoding="utf-8"?>
<p:sldLayout xmlns:p="http://schemas.openxmlformats.org/presentationml/2006/main" preserve="1" userDrawn="1">
  <p:cSld name="Text- Bildfolie">
    <p:spTree>
      <p:nvGrpSpPr>
        <p:cNvPr id="1" name=""/>
        <p:cNvGrpSpPr/>
        <p:nvPr/>
      </p:nvGrpSpPr>
      <p:grpSpPr>
        <a:xfrm xmlns:a="http://schemas.openxmlformats.org/drawingml/2006/main"/>
      </p:grpSpPr>
      <p:sp>
        <p:nvSpPr>
          <p:cNvPr id="3" name="Datumsplatzhalter 2">
            <a:extLst xmlns:a="http://schemas.openxmlformats.org/drawingml/2006/main">
              <a:ext uri="{FF2B5EF4-FFF2-40B4-BE49-F238E27FC236}">
                <a16:creationId xmlns:a16="http://schemas.microsoft.com/office/drawing/2014/main" id="{75E0522E-4B59-4195-AD23-1DB4381AB66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A4E4BF54-E288-44CA-9624-72B71A8A42AB}" type="datetime4">
              <a:t>26. November 2024</a:t>
            </a:fld>
            <a:endParaRPr/>
          </a:p>
        </p:txBody>
      </p:sp>
      <p:sp>
        <p:nvSpPr>
          <p:cNvPr id="4" name="Fußzeilenplatzhalter 3">
            <a:extLst xmlns:a="http://schemas.openxmlformats.org/drawingml/2006/main">
              <a:ext uri="{FF2B5EF4-FFF2-40B4-BE49-F238E27FC236}">
                <a16:creationId xmlns:a16="http://schemas.microsoft.com/office/drawing/2014/main" id="{E0F6FD0B-B0A5-4052-BAB6-95BD027E8CD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Technische Fakultät</a:t>
            </a:r>
            <a:endParaRPr/>
          </a:p>
        </p:txBody>
      </p:sp>
      <p:sp>
        <p:nvSpPr>
          <p:cNvPr id="5" name="Foliennummernplatzhalter 4">
            <a:extLst xmlns:a="http://schemas.openxmlformats.org/drawingml/2006/main">
              <a:ext uri="{FF2B5EF4-FFF2-40B4-BE49-F238E27FC236}">
                <a16:creationId xmlns:a16="http://schemas.microsoft.com/office/drawing/2014/main" id="{C0385CA6-0215-4C6D-9658-F37EA26CE83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949F9DF-37BD-4CD6-BF49-65BA579E1D7A}" type="slidenum">
              <a:t>‹#›</a:t>
            </a:fld>
            <a:endParaRPr/>
          </a:p>
        </p:txBody>
      </p:sp>
      <p:sp>
        <p:nvSpPr>
          <p:cNvPr id="7" name="Textplatzhalter 6">
            <a:extLst xmlns:a="http://schemas.openxmlformats.org/drawingml/2006/main">
              <a:ext uri="{FF2B5EF4-FFF2-40B4-BE49-F238E27FC236}">
                <a16:creationId xmlns:a16="http://schemas.microsoft.com/office/drawing/2014/main" id="{7C50F1EF-7CD3-4F38-8BE6-ED3FCE2DB361}"/>
              </a:ext>
            </a:extLst>
          </p:cNvPr>
          <p:cNvSpPr>
            <a:spLocks xmlns:a="http://schemas.openxmlformats.org/drawingml/2006/main" noGrp="1"/>
          </p:cNvSpPr>
          <p:nvPr>
            <p:ph type="body" idx="13"/>
          </p:nvPr>
        </p:nvSpPr>
        <p:spPr>
          <a:xfrm xmlns:a="http://schemas.openxmlformats.org/drawingml/2006/main">
            <a:off x="518318" y="1631156"/>
            <a:ext cx="5469732" cy="4569619"/>
          </a:xfrm>
        </p:spPr>
        <p:txBody>
          <a:bodyPr xmlns:a="http://schemas.openxmlformats.org/drawingml/2006/main"/>
          <a:lstStyle xmlns:a="http://schemas.openxmlformats.org/drawingml/2006/main"/>
          <a:p xmlns:a="http://schemas.openxmlformats.org/drawingml/2006/main">
            <a:pPr lvl="0">
              <a:buNone/>
            </a:pPr>
            <a:r>
              <a:t>Mastertextformat bearbeiten</a:t>
            </a:r>
          </a:p>
          <a:p xmlns:a="http://schemas.openxmlformats.org/drawingml/2006/main">
            <a:pPr lvl="1">
              <a:buNone/>
            </a:pPr>
            <a:r>
              <a:t>Zweite Ebene</a:t>
            </a:r>
          </a:p>
          <a:p xmlns:a="http://schemas.openxmlformats.org/drawingml/2006/main">
            <a:pPr lvl="2">
              <a:buNone/>
            </a:pPr>
            <a:r>
              <a:t>Dritte Ebene</a:t>
            </a:r>
          </a:p>
          <a:p xmlns:a="http://schemas.openxmlformats.org/drawingml/2006/main">
            <a:pPr lvl="3">
              <a:buNone/>
            </a:pPr>
            <a:r>
              <a:t>Vierte Ebene</a:t>
            </a:r>
          </a:p>
          <a:p xmlns:a="http://schemas.openxmlformats.org/drawingml/2006/main">
            <a:pPr lvl="4">
              <a:buNone/>
            </a:pPr>
            <a:r>
              <a:t>Fünfte Ebene</a:t>
            </a:r>
          </a:p>
        </p:txBody>
      </p:sp>
      <p:sp>
        <p:nvSpPr>
          <p:cNvPr id="6" name="Titel 5">
            <a:extLst xmlns:a="http://schemas.openxmlformats.org/drawingml/2006/main">
              <a:ext uri="{FF2B5EF4-FFF2-40B4-BE49-F238E27FC236}">
                <a16:creationId xmlns:a16="http://schemas.microsoft.com/office/drawing/2014/main" id="{5E5E3F57-04C9-40C7-B10F-E51808253F1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solidFill>
                  <a:srgbClr val="041E42"/>
                </a:solidFill>
              </a:defRPr>
            </a:lvl1pPr>
          </a:lstStyle>
          <a:p xmlns:a="http://schemas.openxmlformats.org/drawingml/2006/main">
            <a:r>
              <a:t>Mastertitelformat bearbeiten</a:t>
            </a:r>
          </a:p>
        </p:txBody>
      </p:sp>
      <p:sp>
        <p:nvSpPr>
          <p:cNvPr id="10" name="Bildplatzhalter 8">
            <a:extLst xmlns:a="http://schemas.openxmlformats.org/drawingml/2006/main">
              <a:ext uri="{FF2B5EF4-FFF2-40B4-BE49-F238E27FC236}">
                <a16:creationId xmlns:a16="http://schemas.microsoft.com/office/drawing/2014/main" id="{3A0E3338-4E71-4920-9A06-A4D408E5A297}"/>
              </a:ext>
            </a:extLst>
          </p:cNvPr>
          <p:cNvSpPr>
            <a:spLocks xmlns:a="http://schemas.openxmlformats.org/drawingml/2006/main" noGrp="1"/>
          </p:cNvSpPr>
          <p:nvPr>
            <p:ph type="pic" idx="25" hasCustomPrompt="1"/>
          </p:nvPr>
        </p:nvSpPr>
        <p:spPr>
          <a:xfrm xmlns:a="http://schemas.openxmlformats.org/drawingml/2006/main">
            <a:off x="6206329" y="1631155"/>
            <a:ext cx="5469732" cy="4569619"/>
          </a:xfrm>
          <a:prstGeom xmlns:a="http://schemas.openxmlformats.org/drawingml/2006/main" prst="rect">
            <a:avLst/>
          </a:prstGeom>
          <a:solidFill xmlns:a="http://schemas.openxmlformats.org/drawingml/2006/main">
            <a:schemeClr val="bg1">
              <a:lumMod val="95000"/>
            </a:schemeClr>
          </a:solidFill>
        </p:spPr>
        <p:txBody>
          <a:bodyPr xmlns:a="http://schemas.openxmlformats.org/drawingml/2006/main"/>
          <a:lstStyle xmlns:a="http://schemas.openxmlformats.org/drawingml/2006/main"/>
          <a:p xmlns:a="http://schemas.openxmlformats.org/drawingml/2006/main">
            <a:r>
              <a:t> </a:t>
            </a:r>
          </a:p>
        </p:txBody>
      </p:sp>
      <p:sp>
        <p:nvSpPr>
          <p:cNvPr id="12" name="Textplatzhalter 9">
            <a:extLst xmlns:a="http://schemas.openxmlformats.org/drawingml/2006/main">
              <a:ext uri="{FF2B5EF4-FFF2-40B4-BE49-F238E27FC236}">
                <a16:creationId xmlns:a16="http://schemas.microsoft.com/office/drawing/2014/main" id="{97A335FC-7B0F-4DB2-A1F6-1DF21639819F}"/>
              </a:ext>
            </a:extLst>
          </p:cNvPr>
          <p:cNvSpPr>
            <a:spLocks xmlns:a="http://schemas.openxmlformats.org/drawingml/2006/main" noGrp="1"/>
          </p:cNvSpPr>
          <p:nvPr>
            <p:ph type="body" idx="37"/>
          </p:nvPr>
        </p:nvSpPr>
        <p:spPr>
          <a:xfrm xmlns:a="http://schemas.openxmlformats.org/drawingml/2006/main">
            <a:off x="518317" y="687598"/>
            <a:ext cx="6844385" cy="249812"/>
          </a:xfrm>
        </p:spPr>
        <p:txBody>
          <a:bodyPr xmlns:a="http://schemas.openxmlformats.org/drawingml/2006/main" wrap="square">
            <a:spAutoFit/>
          </a:bodyPr>
          <a:lstStyle xmlns:a="http://schemas.openxmlformats.org/drawingml/2006/main">
            <a:lvl1pPr>
              <a:buNone/>
              <a:defRPr sz="1600">
                <a:solidFill>
                  <a:srgbClr val="041E42"/>
                </a:solidFill>
              </a:defRPr>
            </a:lvl1pPr>
          </a:lstStyle>
          <a:p xmlns:a="http://schemas.openxmlformats.org/drawingml/2006/main">
            <a:pPr lvl="0">
              <a:buNone/>
            </a:pPr>
            <a:r>
              <a:t>Mastertextformat bearbeiten</a:t>
            </a:r>
          </a:p>
        </p:txBody>
      </p:sp>
      <p:sp>
        <p:nvSpPr>
          <p:cNvPr id="13" name="Bildplatzhalter 6">
            <a:extLst xmlns:a="http://schemas.openxmlformats.org/drawingml/2006/main">
              <a:ext uri="{FF2B5EF4-FFF2-40B4-BE49-F238E27FC236}">
                <a16:creationId xmlns:a16="http://schemas.microsoft.com/office/drawing/2014/main" id="{86D31599-AF4C-4469-80F6-AA369A20BF0B}"/>
              </a:ext>
            </a:extLst>
          </p:cNvPr>
          <p:cNvSpPr>
            <a:spLocks xmlns:a="http://schemas.openxmlformats.org/drawingml/2006/main" noGrp="1"/>
          </p:cNvSpPr>
          <p:nvPr>
            <p:ph type="pic" idx="39" hasCustomPrompt="1"/>
          </p:nvPr>
        </p:nvSpPr>
        <p:spPr>
          <a:xfrm xmlns:a="http://schemas.openxmlformats.org/drawingml/2006/main">
            <a:off x="7900146" y="301185"/>
            <a:ext cx="1080000" cy="386413"/>
          </a:xfrm>
        </p:spPr>
        <p:txBody>
          <a:bodyPr xmlns:a="http://schemas.openxmlformats.org/drawingml/2006/main" rIns="0" anchor="ctr">
            <a:normAutofit/>
          </a:bodyPr>
          <a:lstStyle xmlns:a="http://schemas.openxmlformats.org/drawingml/2006/main">
            <a:lvl1pPr algn="ctr">
              <a:buNone/>
              <a:defRPr sz="800">
                <a:solidFill>
                  <a:schemeClr val="accent6"/>
                </a:solidFill>
              </a:defRPr>
            </a:lvl1pPr>
          </a:lstStyle>
          <a:p xmlns:a="http://schemas.openxmlformats.org/drawingml/2006/main">
            <a:r>
              <a:t>Optional Logo einfügen</a:t>
            </a:r>
          </a:p>
        </p:txBody>
      </p:sp>
      <p:pic>
        <p:nvPicPr>
          <p:cNvPr id="14" name="Grafik 13">
            <a:extLst xmlns:a="http://schemas.openxmlformats.org/drawingml/2006/main">
              <a:ext uri="{FF2B5EF4-FFF2-40B4-BE49-F238E27FC236}">
                <a16:creationId xmlns:a16="http://schemas.microsoft.com/office/drawing/2014/main" id="{E7921924-6931-4184-A2AB-07F5B505B0FB}"/>
              </a:ext>
            </a:extLst>
          </p:cNvPr>
          <p:cNvPicPr>
            <a:picLocks xmlns:a="http://schemas.openxmlformats.org/drawingml/2006/main" noChangeAspect="1"/>
          </p:cNvPicPr>
          <p:nvPr/>
        </p:nvPicPr>
        <p:blipFill>
          <a:blip xmlns:r="http://schemas.openxmlformats.org/officeDocument/2006/relationships" xmlns:a="http://schemas.openxmlformats.org/drawingml/2006/main" r:embed="Rd56cf90da6f84c44"/>
          <a:stretch xmlns:a="http://schemas.openxmlformats.org/drawingml/2006/main">
            <a:fillRect l="0" t="0" r="0" b="0"/>
          </a:stretch>
        </p:blipFill>
        <p:spPr>
          <a:xfrm xmlns:a="http://schemas.openxmlformats.org/drawingml/2006/main">
            <a:off x="9341829" y="301184"/>
            <a:ext cx="1102192" cy="386413"/>
          </a:xfrm>
          <a:prstGeom xmlns:a="http://schemas.openxmlformats.org/drawingml/2006/main" prst="rect">
            <a:avLst/>
          </a:prstGeom>
        </p:spPr>
      </p:pic>
    </p:spTree>
  </p:cSld>
</p:sldLayout>
</file>

<file path=ppt/slideLayouts/slideLayout9.xml><?xml version="1.0" encoding="utf-8"?>
<p:sldLayout xmlns:p="http://schemas.openxmlformats.org/presentationml/2006/main" preserve="1" userDrawn="1">
  <p:cSld name="Bild- Textfolie">
    <p:spTree>
      <p:nvGrpSpPr>
        <p:cNvPr id="1" name=""/>
        <p:cNvGrpSpPr/>
        <p:nvPr/>
      </p:nvGrpSpPr>
      <p:grpSpPr>
        <a:xfrm xmlns:a="http://schemas.openxmlformats.org/drawingml/2006/main"/>
      </p:grpSpPr>
      <p:sp>
        <p:nvSpPr>
          <p:cNvPr id="10" name="Bildplatzhalter 8">
            <a:extLst xmlns:a="http://schemas.openxmlformats.org/drawingml/2006/main">
              <a:ext uri="{FF2B5EF4-FFF2-40B4-BE49-F238E27FC236}">
                <a16:creationId xmlns:a16="http://schemas.microsoft.com/office/drawing/2014/main" id="{3A0E3338-4E71-4920-9A06-A4D408E5A297}"/>
              </a:ext>
            </a:extLst>
          </p:cNvPr>
          <p:cNvSpPr>
            <a:spLocks xmlns:a="http://schemas.openxmlformats.org/drawingml/2006/main" noGrp="1"/>
          </p:cNvSpPr>
          <p:nvPr>
            <p:ph type="pic" idx="25" hasCustomPrompt="1"/>
          </p:nvPr>
        </p:nvSpPr>
        <p:spPr>
          <a:xfrm xmlns:a="http://schemas.openxmlformats.org/drawingml/2006/main">
            <a:off x="518318" y="1631155"/>
            <a:ext cx="5469732" cy="4569619"/>
          </a:xfrm>
          <a:prstGeom xmlns:a="http://schemas.openxmlformats.org/drawingml/2006/main" prst="rect">
            <a:avLst/>
          </a:prstGeom>
          <a:solidFill xmlns:a="http://schemas.openxmlformats.org/drawingml/2006/main">
            <a:schemeClr val="bg1">
              <a:lumMod val="95000"/>
            </a:schemeClr>
          </a:solidFill>
        </p:spPr>
        <p:txBody>
          <a:bodyPr xmlns:a="http://schemas.openxmlformats.org/drawingml/2006/main"/>
          <a:lstStyle xmlns:a="http://schemas.openxmlformats.org/drawingml/2006/main"/>
          <a:p xmlns:a="http://schemas.openxmlformats.org/drawingml/2006/main">
            <a:r>
              <a:t> </a:t>
            </a:r>
          </a:p>
        </p:txBody>
      </p:sp>
      <p:sp>
        <p:nvSpPr>
          <p:cNvPr id="3" name="Datumsplatzhalter 2">
            <a:extLst xmlns:a="http://schemas.openxmlformats.org/drawingml/2006/main">
              <a:ext uri="{FF2B5EF4-FFF2-40B4-BE49-F238E27FC236}">
                <a16:creationId xmlns:a16="http://schemas.microsoft.com/office/drawing/2014/main" id="{75E0522E-4B59-4195-AD23-1DB4381AB66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9F2055A8-E7B1-419D-84AA-0C89B698BF26}" type="datetime4">
              <a:t>26. November 2024</a:t>
            </a:fld>
            <a:endParaRPr/>
          </a:p>
        </p:txBody>
      </p:sp>
      <p:sp>
        <p:nvSpPr>
          <p:cNvPr id="4" name="Fußzeilenplatzhalter 3">
            <a:extLst xmlns:a="http://schemas.openxmlformats.org/drawingml/2006/main">
              <a:ext uri="{FF2B5EF4-FFF2-40B4-BE49-F238E27FC236}">
                <a16:creationId xmlns:a16="http://schemas.microsoft.com/office/drawing/2014/main" id="{E0F6FD0B-B0A5-4052-BAB6-95BD027E8CD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Technische Fakultät</a:t>
            </a:r>
            <a:endParaRPr/>
          </a:p>
        </p:txBody>
      </p:sp>
      <p:sp>
        <p:nvSpPr>
          <p:cNvPr id="5" name="Foliennummernplatzhalter 4">
            <a:extLst xmlns:a="http://schemas.openxmlformats.org/drawingml/2006/main">
              <a:ext uri="{FF2B5EF4-FFF2-40B4-BE49-F238E27FC236}">
                <a16:creationId xmlns:a16="http://schemas.microsoft.com/office/drawing/2014/main" id="{C0385CA6-0215-4C6D-9658-F37EA26CE837}"/>
              </a:ext>
            </a:extLst>
          </p:cNvPr>
          <p:cNvSpPr>
            <a:spLocks xmlns:a="http://schemas.openxmlformats.org/drawingml/2006/main" noGrp="1"/>
          </p:cNvSpPr>
          <p:nvPr>
            <p:ph type="sldNum" idx="12"/>
          </p:nvPr>
        </p:nvSpPr>
        <p:spPr>
          <a:xfrm xmlns:a="http://schemas.openxmlformats.org/drawingml/2006/main">
            <a:off x="11482099" y="6634666"/>
            <a:ext cx="193964" cy="123111"/>
          </a:xfrm>
        </p:spPr>
        <p:txBody>
          <a:bodyPr xmlns:a="http://schemas.openxmlformats.org/drawingml/2006/main"/>
          <a:lstStyle xmlns:a="http://schemas.openxmlformats.org/drawingml/2006/main"/>
          <a:p xmlns:a="http://schemas.openxmlformats.org/drawingml/2006/main">
            <a:fld id="{D949F9DF-37BD-4CD6-BF49-65BA579E1D7A}" type="slidenum">
              <a:t>‹#›</a:t>
            </a:fld>
            <a:endParaRPr/>
          </a:p>
        </p:txBody>
      </p:sp>
      <p:sp>
        <p:nvSpPr>
          <p:cNvPr id="7" name="Textplatzhalter 6">
            <a:extLst xmlns:a="http://schemas.openxmlformats.org/drawingml/2006/main">
              <a:ext uri="{FF2B5EF4-FFF2-40B4-BE49-F238E27FC236}">
                <a16:creationId xmlns:a16="http://schemas.microsoft.com/office/drawing/2014/main" id="{7C50F1EF-7CD3-4F38-8BE6-ED3FCE2DB361}"/>
              </a:ext>
            </a:extLst>
          </p:cNvPr>
          <p:cNvSpPr>
            <a:spLocks xmlns:a="http://schemas.openxmlformats.org/drawingml/2006/main" noGrp="1"/>
          </p:cNvSpPr>
          <p:nvPr>
            <p:ph type="body" idx="13"/>
          </p:nvPr>
        </p:nvSpPr>
        <p:spPr>
          <a:xfrm xmlns:a="http://schemas.openxmlformats.org/drawingml/2006/main">
            <a:off x="6206331" y="1631156"/>
            <a:ext cx="5469732" cy="4569619"/>
          </a:xfrm>
        </p:spPr>
        <p:txBody>
          <a:bodyPr xmlns:a="http://schemas.openxmlformats.org/drawingml/2006/main"/>
          <a:lstStyle xmlns:a="http://schemas.openxmlformats.org/drawingml/2006/main"/>
          <a:p xmlns:a="http://schemas.openxmlformats.org/drawingml/2006/main">
            <a:pPr lvl="0">
              <a:buNone/>
            </a:pPr>
            <a:r>
              <a:t>Mastertextformat bearbeiten</a:t>
            </a:r>
          </a:p>
          <a:p xmlns:a="http://schemas.openxmlformats.org/drawingml/2006/main">
            <a:pPr lvl="1">
              <a:buNone/>
            </a:pPr>
            <a:r>
              <a:t>Zweite Ebene</a:t>
            </a:r>
          </a:p>
          <a:p xmlns:a="http://schemas.openxmlformats.org/drawingml/2006/main">
            <a:pPr lvl="2">
              <a:buNone/>
            </a:pPr>
            <a:r>
              <a:t>Dritte Ebene</a:t>
            </a:r>
          </a:p>
          <a:p xmlns:a="http://schemas.openxmlformats.org/drawingml/2006/main">
            <a:pPr lvl="3">
              <a:buNone/>
            </a:pPr>
            <a:r>
              <a:t>Vierte Ebene</a:t>
            </a:r>
          </a:p>
          <a:p xmlns:a="http://schemas.openxmlformats.org/drawingml/2006/main">
            <a:pPr lvl="4">
              <a:buNone/>
            </a:pPr>
            <a:r>
              <a:t>Fünfte Ebene</a:t>
            </a:r>
          </a:p>
        </p:txBody>
      </p:sp>
      <p:sp>
        <p:nvSpPr>
          <p:cNvPr id="6" name="Titel 5">
            <a:extLst xmlns:a="http://schemas.openxmlformats.org/drawingml/2006/main">
              <a:ext uri="{FF2B5EF4-FFF2-40B4-BE49-F238E27FC236}">
                <a16:creationId xmlns:a16="http://schemas.microsoft.com/office/drawing/2014/main" id="{5E5E3F57-04C9-40C7-B10F-E51808253F1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solidFill>
                  <a:srgbClr val="041E42"/>
                </a:solidFill>
              </a:defRPr>
            </a:lvl1pPr>
          </a:lstStyle>
          <a:p xmlns:a="http://schemas.openxmlformats.org/drawingml/2006/main">
            <a:r>
              <a:t>Mastertitelformat bearbeiten</a:t>
            </a:r>
          </a:p>
        </p:txBody>
      </p:sp>
      <p:sp>
        <p:nvSpPr>
          <p:cNvPr id="12" name="Textplatzhalter 9">
            <a:extLst xmlns:a="http://schemas.openxmlformats.org/drawingml/2006/main">
              <a:ext uri="{FF2B5EF4-FFF2-40B4-BE49-F238E27FC236}">
                <a16:creationId xmlns:a16="http://schemas.microsoft.com/office/drawing/2014/main" id="{D7BA2DC0-EE95-4994-AD5A-8F6A7D106E52}"/>
              </a:ext>
            </a:extLst>
          </p:cNvPr>
          <p:cNvSpPr>
            <a:spLocks xmlns:a="http://schemas.openxmlformats.org/drawingml/2006/main" noGrp="1"/>
          </p:cNvSpPr>
          <p:nvPr>
            <p:ph type="body" idx="37"/>
          </p:nvPr>
        </p:nvSpPr>
        <p:spPr>
          <a:xfrm xmlns:a="http://schemas.openxmlformats.org/drawingml/2006/main">
            <a:off x="518317" y="687598"/>
            <a:ext cx="6844385" cy="249812"/>
          </a:xfrm>
        </p:spPr>
        <p:txBody>
          <a:bodyPr xmlns:a="http://schemas.openxmlformats.org/drawingml/2006/main" wrap="square">
            <a:spAutoFit/>
          </a:bodyPr>
          <a:lstStyle xmlns:a="http://schemas.openxmlformats.org/drawingml/2006/main">
            <a:lvl1pPr>
              <a:buNone/>
              <a:defRPr sz="1600">
                <a:solidFill>
                  <a:srgbClr val="041E42"/>
                </a:solidFill>
              </a:defRPr>
            </a:lvl1pPr>
          </a:lstStyle>
          <a:p xmlns:a="http://schemas.openxmlformats.org/drawingml/2006/main">
            <a:pPr lvl="0">
              <a:buNone/>
            </a:pPr>
            <a:r>
              <a:t>Mastertextformat bearbeiten</a:t>
            </a:r>
          </a:p>
        </p:txBody>
      </p:sp>
      <p:sp>
        <p:nvSpPr>
          <p:cNvPr id="13" name="Bildplatzhalter 6">
            <a:extLst xmlns:a="http://schemas.openxmlformats.org/drawingml/2006/main">
              <a:ext uri="{FF2B5EF4-FFF2-40B4-BE49-F238E27FC236}">
                <a16:creationId xmlns:a16="http://schemas.microsoft.com/office/drawing/2014/main" id="{86D31599-AF4C-4469-80F6-AA369A20BF0B}"/>
              </a:ext>
            </a:extLst>
          </p:cNvPr>
          <p:cNvSpPr>
            <a:spLocks xmlns:a="http://schemas.openxmlformats.org/drawingml/2006/main" noGrp="1"/>
          </p:cNvSpPr>
          <p:nvPr>
            <p:ph type="pic" idx="39" hasCustomPrompt="1"/>
          </p:nvPr>
        </p:nvSpPr>
        <p:spPr>
          <a:xfrm xmlns:a="http://schemas.openxmlformats.org/drawingml/2006/main">
            <a:off x="7900146" y="301185"/>
            <a:ext cx="1080000" cy="386413"/>
          </a:xfrm>
        </p:spPr>
        <p:txBody>
          <a:bodyPr xmlns:a="http://schemas.openxmlformats.org/drawingml/2006/main" rIns="0" anchor="ctr">
            <a:normAutofit/>
          </a:bodyPr>
          <a:lstStyle xmlns:a="http://schemas.openxmlformats.org/drawingml/2006/main">
            <a:lvl1pPr algn="ctr">
              <a:buNone/>
              <a:defRPr sz="800">
                <a:solidFill>
                  <a:schemeClr val="accent6"/>
                </a:solidFill>
              </a:defRPr>
            </a:lvl1pPr>
          </a:lstStyle>
          <a:p xmlns:a="http://schemas.openxmlformats.org/drawingml/2006/main">
            <a:r>
              <a:t>Optional Logo einfügen</a:t>
            </a:r>
          </a:p>
        </p:txBody>
      </p:sp>
      <p:pic>
        <p:nvPicPr>
          <p:cNvPr id="14" name="Grafik 13">
            <a:extLst xmlns:a="http://schemas.openxmlformats.org/drawingml/2006/main">
              <a:ext uri="{FF2B5EF4-FFF2-40B4-BE49-F238E27FC236}">
                <a16:creationId xmlns:a16="http://schemas.microsoft.com/office/drawing/2014/main" id="{DB42A5C9-125F-48EE-9BD2-EDB55E8EF6DB}"/>
              </a:ext>
            </a:extLst>
          </p:cNvPr>
          <p:cNvPicPr>
            <a:picLocks xmlns:a="http://schemas.openxmlformats.org/drawingml/2006/main" noChangeAspect="1"/>
          </p:cNvPicPr>
          <p:nvPr/>
        </p:nvPicPr>
        <p:blipFill>
          <a:blip xmlns:r="http://schemas.openxmlformats.org/officeDocument/2006/relationships" xmlns:a="http://schemas.openxmlformats.org/drawingml/2006/main" r:embed="R0d6fcf145e0b4e84"/>
          <a:stretch xmlns:a="http://schemas.openxmlformats.org/drawingml/2006/main">
            <a:fillRect l="0" t="0" r="0" b="0"/>
          </a:stretch>
        </p:blipFill>
        <p:spPr>
          <a:xfrm xmlns:a="http://schemas.openxmlformats.org/drawingml/2006/main">
            <a:off x="9341829" y="301184"/>
            <a:ext cx="1102192" cy="386413"/>
          </a:xfrm>
          <a:prstGeom xmlns:a="http://schemas.openxmlformats.org/drawingml/2006/main" prst="rect">
            <a:avLst/>
          </a:prstGeom>
        </p:spPr>
      </p:pic>
    </p:spTree>
  </p:cSld>
</p:sldLayout>
</file>

<file path=ppt/slideLayouts/slideLayout10.xml><?xml version="1.0" encoding="utf-8"?>
<p:sldLayout xmlns:p="http://schemas.openxmlformats.org/presentationml/2006/main" showMasterSp="0" preserve="1" userDrawn="1">
  <p:cSld name="Bildfolie | mit Störer">
    <p:spTree>
      <p:nvGrpSpPr>
        <p:cNvPr id="1" name=""/>
        <p:cNvGrpSpPr/>
        <p:nvPr/>
      </p:nvGrpSpPr>
      <p:grpSpPr>
        <a:xfrm xmlns:a="http://schemas.openxmlformats.org/drawingml/2006/main"/>
      </p:grpSpPr>
      <p:sp>
        <p:nvSpPr>
          <p:cNvPr id="9" name="Bildplatzhalter 8">
            <a:extLst xmlns:a="http://schemas.openxmlformats.org/drawingml/2006/main">
              <a:ext uri="{FF2B5EF4-FFF2-40B4-BE49-F238E27FC236}">
                <a16:creationId xmlns:a16="http://schemas.microsoft.com/office/drawing/2014/main" id="{C430C106-4EB7-47B9-8F1D-0BFCFBEAECE6}"/>
              </a:ext>
            </a:extLst>
          </p:cNvPr>
          <p:cNvSpPr>
            <a:spLocks xmlns:a="http://schemas.openxmlformats.org/drawingml/2006/main" noGrp="1"/>
          </p:cNvSpPr>
          <p:nvPr>
            <p:ph type="pic" idx="13" hasCustomPrompt="1"/>
          </p:nvPr>
        </p:nvSpPr>
        <p:spPr>
          <a:xfrm xmlns:a="http://schemas.openxmlformats.org/drawingml/2006/main">
            <a:off x="0" y="0"/>
            <a:ext cx="12192000" cy="6858000"/>
          </a:xfrm>
          <a:prstGeom xmlns:a="http://schemas.openxmlformats.org/drawingml/2006/main" prst="rect">
            <a:avLst/>
          </a:prstGeom>
          <a:solidFill xmlns:a="http://schemas.openxmlformats.org/drawingml/2006/main">
            <a:schemeClr val="bg1">
              <a:lumMod val="95000"/>
            </a:schemeClr>
          </a:solidFill>
        </p:spPr>
        <p:txBody>
          <a:bodyPr xmlns:a="http://schemas.openxmlformats.org/drawingml/2006/main"/>
          <a:lstStyle xmlns:a="http://schemas.openxmlformats.org/drawingml/2006/main"/>
          <a:p xmlns:a="http://schemas.openxmlformats.org/drawingml/2006/main">
            <a:r>
              <a:t> </a:t>
            </a:r>
          </a:p>
        </p:txBody>
      </p:sp>
      <p:sp>
        <p:nvSpPr>
          <p:cNvPr id="7" name="Textplatzhalter 6">
            <a:extLst xmlns:a="http://schemas.openxmlformats.org/drawingml/2006/main">
              <a:ext uri="{FF2B5EF4-FFF2-40B4-BE49-F238E27FC236}">
                <a16:creationId xmlns:a16="http://schemas.microsoft.com/office/drawing/2014/main" id="{D1CD45B2-C7E2-4C43-84ED-BFB6DC4E84E4}"/>
              </a:ext>
            </a:extLst>
          </p:cNvPr>
          <p:cNvSpPr>
            <a:spLocks xmlns:a="http://schemas.openxmlformats.org/drawingml/2006/main" noGrp="1"/>
          </p:cNvSpPr>
          <p:nvPr>
            <p:ph type="body" idx="14"/>
          </p:nvPr>
        </p:nvSpPr>
        <p:spPr>
          <a:xfrm xmlns:a="http://schemas.openxmlformats.org/drawingml/2006/main">
            <a:off x="518319" y="3431381"/>
            <a:ext cx="3571200" cy="2769394"/>
          </a:xfrm>
          <a:prstGeom xmlns:a="http://schemas.openxmlformats.org/drawingml/2006/main" prst="rect">
            <a:avLst/>
          </a:prstGeom>
          <a:solidFill xmlns:a="http://schemas.openxmlformats.org/drawingml/2006/main">
            <a:schemeClr val="bg1"/>
          </a:solidFill>
        </p:spPr>
        <p:txBody>
          <a:bodyPr xmlns:a="http://schemas.openxmlformats.org/drawingml/2006/main" wrap="square" lIns="180000" tIns="180000" rIns="360000" bIns="180000">
            <a:noAutofit/>
          </a:bodyPr>
          <a:lstStyle xmlns:a="http://schemas.openxmlformats.org/drawingml/2006/main"/>
          <a:p xmlns:a="http://schemas.openxmlformats.org/drawingml/2006/main">
            <a:pPr lvl="0">
              <a:buNone/>
            </a:pPr>
            <a:r>
              <a:t>Mastertextformat bearbeiten</a:t>
            </a:r>
          </a:p>
          <a:p xmlns:a="http://schemas.openxmlformats.org/drawingml/2006/main">
            <a:pPr lvl="1">
              <a:buNone/>
            </a:pPr>
            <a:r>
              <a:t>Zweite Ebene</a:t>
            </a:r>
          </a:p>
          <a:p xmlns:a="http://schemas.openxmlformats.org/drawingml/2006/main">
            <a:pPr lvl="2">
              <a:buNone/>
            </a:pPr>
            <a:r>
              <a:t>Dritte Ebene</a:t>
            </a:r>
          </a:p>
          <a:p xmlns:a="http://schemas.openxmlformats.org/drawingml/2006/main">
            <a:pPr lvl="3">
              <a:buNone/>
            </a:pPr>
            <a:r>
              <a:t>Vierte Ebene</a:t>
            </a:r>
          </a:p>
          <a:p xmlns:a="http://schemas.openxmlformats.org/drawingml/2006/main">
            <a:pPr lvl="4">
              <a:buNone/>
            </a:pPr>
            <a:r>
              <a:t>Fünfte Ebene</a:t>
            </a:r>
          </a:p>
        </p:txBody>
      </p:sp>
      <p:sp>
        <p:nvSpPr>
          <p:cNvPr id="5" name="Gerader Verbinder 4">
            <a:extLst xmlns:a="http://schemas.openxmlformats.org/drawingml/2006/main">
              <a:ext uri="{FF2B5EF4-FFF2-40B4-BE49-F238E27FC236}">
                <a16:creationId xmlns:a16="http://schemas.microsoft.com/office/drawing/2014/main" id="{EB1C0326-AA44-4401-BA73-8F7C459708B4}"/>
              </a:ext>
            </a:extLst>
          </p:cNvPr>
          <p:cNvSpPr>
            <a:spLocks xmlns:a="http://schemas.openxmlformats.org/drawingml/2006/main" noGrp="1"/>
          </p:cNvSpPr>
          <p:nvPr/>
        </p:nvSpPr>
        <p:spPr>
          <a:xfrm xmlns:a="http://schemas.openxmlformats.org/drawingml/2006/main" rot="0" flipH="0" flipV="0">
            <a:off x="-390525" y="296965"/>
            <a:ext cx="333375" cy="0"/>
          </a:xfrm>
          <a:prstGeom xmlns:a="http://schemas.openxmlformats.org/drawingml/2006/main" prst="line">
            <a:avLst/>
          </a:prstGeom>
          <a:ln xmlns:a="http://schemas.openxmlformats.org/drawingml/2006/main">
            <a:solidFill>
              <a:schemeClr val="accent6"/>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6" name="Textfeld 5">
            <a:extLst xmlns:a="http://schemas.openxmlformats.org/drawingml/2006/main">
              <a:ext uri="{FF2B5EF4-FFF2-40B4-BE49-F238E27FC236}">
                <a16:creationId xmlns:a16="http://schemas.microsoft.com/office/drawing/2014/main" id="{8E0568E8-B36B-404B-9E38-F367F7DFCF81}"/>
              </a:ext>
            </a:extLst>
          </p:cNvPr>
          <p:cNvSpPr>
            <a:spLocks xmlns:a="http://schemas.openxmlformats.org/drawingml/2006/main" noGrp="1"/>
          </p:cNvSpPr>
          <p:nvPr/>
        </p:nvSpPr>
        <p:spPr>
          <a:xfrm xmlns:a="http://schemas.openxmlformats.org/drawingml/2006/main" rot="0" flipH="0" flipV="0">
            <a:off x="-353681" y="160153"/>
            <a:ext cx="259686" cy="124906"/>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marL="0" marR="0" indent="0" algn="ctr" defTabSz="914400">
              <a:lnSpc>
                <a:spcPct val="110000"/>
              </a:lnSpc>
              <a:spcBef>
                <a:spcPts val="0"/>
              </a:spcBef>
              <a:spcAft>
                <a:spcPts val="1200"/>
              </a:spcAft>
              <a:buClrTx/>
              <a:buSzTx/>
              <a:buFont typeface="Arial"/>
              <a:buNone/>
            </a:pPr>
            <a:r>
              <a:rPr sz="800" b="0" i="0" u="none" strike="noStrike" cap="none" spc="0" baseline="0">
                <a:ln>
                  <a:noFill/>
                </a:ln>
                <a:solidFill>
                  <a:schemeClr val="accent6"/>
                </a:solidFill>
                <a:latin typeface="Arial"/>
                <a:ea typeface="Arial"/>
                <a:cs typeface="Arial"/>
              </a:rPr>
              <a:t>08,70</a:t>
            </a:r>
          </a:p>
        </p:txBody>
      </p:sp>
      <p:sp>
        <p:nvSpPr>
          <p:cNvPr id="10" name="Gerader Verbinder 9">
            <a:extLst xmlns:a="http://schemas.openxmlformats.org/drawingml/2006/main">
              <a:ext uri="{FF2B5EF4-FFF2-40B4-BE49-F238E27FC236}">
                <a16:creationId xmlns:a16="http://schemas.microsoft.com/office/drawing/2014/main" id="{ACD56D0D-A10D-4C58-854F-C4A613DB15DA}"/>
              </a:ext>
            </a:extLst>
          </p:cNvPr>
          <p:cNvSpPr>
            <a:spLocks xmlns:a="http://schemas.openxmlformats.org/drawingml/2006/main" noGrp="1"/>
          </p:cNvSpPr>
          <p:nvPr/>
        </p:nvSpPr>
        <p:spPr>
          <a:xfrm xmlns:a="http://schemas.openxmlformats.org/drawingml/2006/main" rot="0" flipH="0" flipV="0">
            <a:off x="-390525" y="1268515"/>
            <a:ext cx="333375" cy="0"/>
          </a:xfrm>
          <a:prstGeom xmlns:a="http://schemas.openxmlformats.org/drawingml/2006/main" prst="line">
            <a:avLst/>
          </a:prstGeom>
          <a:ln xmlns:a="http://schemas.openxmlformats.org/drawingml/2006/main">
            <a:solidFill>
              <a:schemeClr val="accent6"/>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1" name="Textfeld 10">
            <a:extLst xmlns:a="http://schemas.openxmlformats.org/drawingml/2006/main">
              <a:ext uri="{FF2B5EF4-FFF2-40B4-BE49-F238E27FC236}">
                <a16:creationId xmlns:a16="http://schemas.microsoft.com/office/drawing/2014/main" id="{9856DE16-FDEC-4063-8C73-CBF95C803B59}"/>
              </a:ext>
            </a:extLst>
          </p:cNvPr>
          <p:cNvSpPr>
            <a:spLocks xmlns:a="http://schemas.openxmlformats.org/drawingml/2006/main" noGrp="1"/>
          </p:cNvSpPr>
          <p:nvPr/>
        </p:nvSpPr>
        <p:spPr>
          <a:xfrm xmlns:a="http://schemas.openxmlformats.org/drawingml/2006/main" rot="0" flipH="0" flipV="0">
            <a:off x="-353680" y="1131703"/>
            <a:ext cx="259687" cy="124906"/>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marL="0" marR="0" indent="0" algn="ctr" defTabSz="914400">
              <a:lnSpc>
                <a:spcPct val="110000"/>
              </a:lnSpc>
              <a:spcBef>
                <a:spcPts val="0"/>
              </a:spcBef>
              <a:spcAft>
                <a:spcPts val="1200"/>
              </a:spcAft>
              <a:buClrTx/>
              <a:buSzTx/>
              <a:buFont typeface="Arial"/>
              <a:buNone/>
            </a:pPr>
            <a:r>
              <a:rPr sz="800" b="0" i="0" u="none" strike="noStrike" cap="none" spc="0" baseline="0">
                <a:ln>
                  <a:noFill/>
                </a:ln>
                <a:solidFill>
                  <a:schemeClr val="accent6"/>
                </a:solidFill>
                <a:latin typeface="Arial"/>
                <a:ea typeface="Arial"/>
                <a:cs typeface="Arial"/>
              </a:rPr>
              <a:t>06,00</a:t>
            </a:r>
          </a:p>
        </p:txBody>
      </p:sp>
      <p:sp>
        <p:nvSpPr>
          <p:cNvPr id="13" name="Gerader Verbinder 12">
            <a:extLst xmlns:a="http://schemas.openxmlformats.org/drawingml/2006/main">
              <a:ext uri="{FF2B5EF4-FFF2-40B4-BE49-F238E27FC236}">
                <a16:creationId xmlns:a16="http://schemas.microsoft.com/office/drawing/2014/main" id="{626DB941-4602-43BC-8E9C-A7DB620B68DA}"/>
              </a:ext>
            </a:extLst>
          </p:cNvPr>
          <p:cNvSpPr>
            <a:spLocks xmlns:a="http://schemas.openxmlformats.org/drawingml/2006/main" noGrp="1"/>
          </p:cNvSpPr>
          <p:nvPr/>
        </p:nvSpPr>
        <p:spPr>
          <a:xfrm xmlns:a="http://schemas.openxmlformats.org/drawingml/2006/main" rot="0" flipH="0" flipV="0">
            <a:off x="-390525" y="1628775"/>
            <a:ext cx="333375" cy="0"/>
          </a:xfrm>
          <a:prstGeom xmlns:a="http://schemas.openxmlformats.org/drawingml/2006/main" prst="line">
            <a:avLst/>
          </a:prstGeom>
          <a:ln xmlns:a="http://schemas.openxmlformats.org/drawingml/2006/main">
            <a:solidFill>
              <a:schemeClr val="accent6"/>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4" name="Textfeld 13">
            <a:extLst xmlns:a="http://schemas.openxmlformats.org/drawingml/2006/main">
              <a:ext uri="{FF2B5EF4-FFF2-40B4-BE49-F238E27FC236}">
                <a16:creationId xmlns:a16="http://schemas.microsoft.com/office/drawing/2014/main" id="{618D5641-3E9B-4072-8388-BB46336975A8}"/>
              </a:ext>
            </a:extLst>
          </p:cNvPr>
          <p:cNvSpPr>
            <a:spLocks xmlns:a="http://schemas.openxmlformats.org/drawingml/2006/main" noGrp="1"/>
          </p:cNvSpPr>
          <p:nvPr/>
        </p:nvSpPr>
        <p:spPr>
          <a:xfrm xmlns:a="http://schemas.openxmlformats.org/drawingml/2006/main" rot="0" flipH="0" flipV="0">
            <a:off x="-353680" y="1491963"/>
            <a:ext cx="259687" cy="124906"/>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marL="0" marR="0" indent="0" algn="ctr" defTabSz="914400">
              <a:lnSpc>
                <a:spcPct val="110000"/>
              </a:lnSpc>
              <a:spcBef>
                <a:spcPts val="0"/>
              </a:spcBef>
              <a:spcAft>
                <a:spcPts val="1200"/>
              </a:spcAft>
              <a:buClrTx/>
              <a:buSzTx/>
              <a:buFont typeface="Arial"/>
              <a:buNone/>
            </a:pPr>
            <a:r>
              <a:rPr sz="800" b="0" i="0" u="none" strike="noStrike" cap="none" spc="0" baseline="0">
                <a:ln>
                  <a:noFill/>
                </a:ln>
                <a:solidFill>
                  <a:schemeClr val="accent6"/>
                </a:solidFill>
                <a:latin typeface="Arial"/>
                <a:ea typeface="Arial"/>
                <a:cs typeface="Arial"/>
              </a:rPr>
              <a:t>05,00</a:t>
            </a:r>
          </a:p>
        </p:txBody>
      </p:sp>
      <p:sp>
        <p:nvSpPr>
          <p:cNvPr id="16" name="Gerader Verbinder 15">
            <a:extLst xmlns:a="http://schemas.openxmlformats.org/drawingml/2006/main">
              <a:ext uri="{FF2B5EF4-FFF2-40B4-BE49-F238E27FC236}">
                <a16:creationId xmlns:a16="http://schemas.microsoft.com/office/drawing/2014/main" id="{ED7BA84E-96DE-4779-8D4E-211BDD4A104D}"/>
              </a:ext>
            </a:extLst>
          </p:cNvPr>
          <p:cNvSpPr>
            <a:spLocks xmlns:a="http://schemas.openxmlformats.org/drawingml/2006/main" noGrp="1"/>
          </p:cNvSpPr>
          <p:nvPr/>
        </p:nvSpPr>
        <p:spPr>
          <a:xfrm xmlns:a="http://schemas.openxmlformats.org/drawingml/2006/main" rot="0" flipH="0" flipV="0">
            <a:off x="-390525" y="3429000"/>
            <a:ext cx="333375" cy="0"/>
          </a:xfrm>
          <a:prstGeom xmlns:a="http://schemas.openxmlformats.org/drawingml/2006/main" prst="line">
            <a:avLst/>
          </a:prstGeom>
          <a:ln xmlns:a="http://schemas.openxmlformats.org/drawingml/2006/main">
            <a:solidFill>
              <a:schemeClr val="accent6"/>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7" name="Textfeld 16">
            <a:extLst xmlns:a="http://schemas.openxmlformats.org/drawingml/2006/main">
              <a:ext uri="{FF2B5EF4-FFF2-40B4-BE49-F238E27FC236}">
                <a16:creationId xmlns:a16="http://schemas.microsoft.com/office/drawing/2014/main" id="{8E7E0758-62D1-453D-B55E-FDC4CCE3C6E4}"/>
              </a:ext>
            </a:extLst>
          </p:cNvPr>
          <p:cNvSpPr>
            <a:spLocks xmlns:a="http://schemas.openxmlformats.org/drawingml/2006/main" noGrp="1"/>
          </p:cNvSpPr>
          <p:nvPr/>
        </p:nvSpPr>
        <p:spPr>
          <a:xfrm xmlns:a="http://schemas.openxmlformats.org/drawingml/2006/main" rot="0" flipH="0" flipV="0">
            <a:off x="-353680" y="3292188"/>
            <a:ext cx="259687" cy="124906"/>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marL="0" marR="0" indent="0" algn="ctr" defTabSz="914400">
              <a:lnSpc>
                <a:spcPct val="110000"/>
              </a:lnSpc>
              <a:spcBef>
                <a:spcPts val="0"/>
              </a:spcBef>
              <a:spcAft>
                <a:spcPts val="1200"/>
              </a:spcAft>
              <a:buClrTx/>
              <a:buSzTx/>
              <a:buFont typeface="Arial"/>
              <a:buNone/>
            </a:pPr>
            <a:r>
              <a:rPr sz="800" b="0" i="0" u="none" strike="noStrike" cap="none" spc="0" baseline="0">
                <a:ln>
                  <a:noFill/>
                </a:ln>
                <a:solidFill>
                  <a:schemeClr val="accent6"/>
                </a:solidFill>
                <a:latin typeface="Arial"/>
                <a:ea typeface="Arial"/>
                <a:cs typeface="Arial"/>
              </a:rPr>
              <a:t>00,00</a:t>
            </a:r>
          </a:p>
        </p:txBody>
      </p:sp>
      <p:sp>
        <p:nvSpPr>
          <p:cNvPr id="19" name="Gerader Verbinder 18">
            <a:extLst xmlns:a="http://schemas.openxmlformats.org/drawingml/2006/main">
              <a:ext uri="{FF2B5EF4-FFF2-40B4-BE49-F238E27FC236}">
                <a16:creationId xmlns:a16="http://schemas.microsoft.com/office/drawing/2014/main" id="{FC95A709-2D7D-4EDD-A0EE-D32308168CFA}"/>
              </a:ext>
            </a:extLst>
          </p:cNvPr>
          <p:cNvSpPr>
            <a:spLocks xmlns:a="http://schemas.openxmlformats.org/drawingml/2006/main" noGrp="1"/>
          </p:cNvSpPr>
          <p:nvPr/>
        </p:nvSpPr>
        <p:spPr>
          <a:xfrm xmlns:a="http://schemas.openxmlformats.org/drawingml/2006/main" rot="0" flipH="0" flipV="0">
            <a:off x="-390525" y="6200775"/>
            <a:ext cx="333375" cy="0"/>
          </a:xfrm>
          <a:prstGeom xmlns:a="http://schemas.openxmlformats.org/drawingml/2006/main" prst="line">
            <a:avLst/>
          </a:prstGeom>
          <a:ln xmlns:a="http://schemas.openxmlformats.org/drawingml/2006/main">
            <a:solidFill>
              <a:schemeClr val="accent6"/>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0" name="Textfeld 19">
            <a:extLst xmlns:a="http://schemas.openxmlformats.org/drawingml/2006/main">
              <a:ext uri="{FF2B5EF4-FFF2-40B4-BE49-F238E27FC236}">
                <a16:creationId xmlns:a16="http://schemas.microsoft.com/office/drawing/2014/main" id="{DF5B0BA6-3F36-41A3-8125-15AA496849C8}"/>
              </a:ext>
            </a:extLst>
          </p:cNvPr>
          <p:cNvSpPr>
            <a:spLocks xmlns:a="http://schemas.openxmlformats.org/drawingml/2006/main" noGrp="1"/>
          </p:cNvSpPr>
          <p:nvPr/>
        </p:nvSpPr>
        <p:spPr>
          <a:xfrm xmlns:a="http://schemas.openxmlformats.org/drawingml/2006/main" rot="0" flipH="0" flipV="0">
            <a:off x="-353679" y="6063963"/>
            <a:ext cx="259687" cy="124906"/>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marL="0" marR="0" indent="0" algn="ctr" defTabSz="914400">
              <a:lnSpc>
                <a:spcPct val="110000"/>
              </a:lnSpc>
              <a:spcBef>
                <a:spcPts val="0"/>
              </a:spcBef>
              <a:spcAft>
                <a:spcPts val="1200"/>
              </a:spcAft>
              <a:buClrTx/>
              <a:buSzTx/>
              <a:buFont typeface="Arial"/>
              <a:buNone/>
            </a:pPr>
            <a:r>
              <a:rPr sz="800" b="0" i="0" u="none" strike="noStrike" cap="none" spc="0" baseline="0">
                <a:ln>
                  <a:noFill/>
                </a:ln>
                <a:solidFill>
                  <a:schemeClr val="accent6"/>
                </a:solidFill>
                <a:latin typeface="Arial"/>
                <a:ea typeface="Arial"/>
                <a:cs typeface="Arial"/>
              </a:rPr>
              <a:t>07,70</a:t>
            </a:r>
          </a:p>
        </p:txBody>
      </p:sp>
      <p:sp>
        <p:nvSpPr>
          <p:cNvPr id="22" name="Gerader Verbinder 21">
            <a:extLst xmlns:a="http://schemas.openxmlformats.org/drawingml/2006/main">
              <a:ext uri="{FF2B5EF4-FFF2-40B4-BE49-F238E27FC236}">
                <a16:creationId xmlns:a16="http://schemas.microsoft.com/office/drawing/2014/main" id="{23363025-46CD-4D6F-80D7-AC51216F5148}"/>
              </a:ext>
            </a:extLst>
          </p:cNvPr>
          <p:cNvSpPr>
            <a:spLocks xmlns:a="http://schemas.openxmlformats.org/drawingml/2006/main" noGrp="1"/>
          </p:cNvSpPr>
          <p:nvPr/>
        </p:nvSpPr>
        <p:spPr>
          <a:xfrm xmlns:a="http://schemas.openxmlformats.org/drawingml/2006/main" rot="0" flipH="0" flipV="0">
            <a:off x="-390525" y="6632575"/>
            <a:ext cx="333375" cy="0"/>
          </a:xfrm>
          <a:prstGeom xmlns:a="http://schemas.openxmlformats.org/drawingml/2006/main" prst="line">
            <a:avLst/>
          </a:prstGeom>
          <a:ln xmlns:a="http://schemas.openxmlformats.org/drawingml/2006/main">
            <a:solidFill>
              <a:schemeClr val="accent6"/>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3" name="Textfeld 22">
            <a:extLst xmlns:a="http://schemas.openxmlformats.org/drawingml/2006/main">
              <a:ext uri="{FF2B5EF4-FFF2-40B4-BE49-F238E27FC236}">
                <a16:creationId xmlns:a16="http://schemas.microsoft.com/office/drawing/2014/main" id="{F79F31FE-DC89-4DED-A231-3D8DCBF48D98}"/>
              </a:ext>
            </a:extLst>
          </p:cNvPr>
          <p:cNvSpPr>
            <a:spLocks xmlns:a="http://schemas.openxmlformats.org/drawingml/2006/main" noGrp="1"/>
          </p:cNvSpPr>
          <p:nvPr/>
        </p:nvSpPr>
        <p:spPr>
          <a:xfrm xmlns:a="http://schemas.openxmlformats.org/drawingml/2006/main" rot="0" flipH="0" flipV="0">
            <a:off x="-353678" y="6495763"/>
            <a:ext cx="259687" cy="124906"/>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marL="0" marR="0" indent="0" algn="ctr" defTabSz="914400">
              <a:lnSpc>
                <a:spcPct val="110000"/>
              </a:lnSpc>
              <a:spcBef>
                <a:spcPts val="0"/>
              </a:spcBef>
              <a:spcAft>
                <a:spcPts val="1200"/>
              </a:spcAft>
              <a:buClrTx/>
              <a:buSzTx/>
              <a:buFont typeface="Arial"/>
              <a:buNone/>
            </a:pPr>
            <a:r>
              <a:rPr sz="800" b="0" i="0" u="none" strike="noStrike" cap="none" spc="0" baseline="0">
                <a:ln>
                  <a:noFill/>
                </a:ln>
                <a:solidFill>
                  <a:schemeClr val="accent6"/>
                </a:solidFill>
                <a:latin typeface="Arial"/>
                <a:ea typeface="Arial"/>
                <a:cs typeface="Arial"/>
              </a:rPr>
              <a:t>08,90</a:t>
            </a:r>
          </a:p>
        </p:txBody>
      </p:sp>
      <p:sp>
        <p:nvSpPr>
          <p:cNvPr id="25" name="Gerader Verbinder 24">
            <a:extLst xmlns:a="http://schemas.openxmlformats.org/drawingml/2006/main">
              <a:ext uri="{FF2B5EF4-FFF2-40B4-BE49-F238E27FC236}">
                <a16:creationId xmlns:a16="http://schemas.microsoft.com/office/drawing/2014/main" id="{AA3F9CA5-9A4C-4987-8272-8A24B07A19E8}"/>
              </a:ext>
            </a:extLst>
          </p:cNvPr>
          <p:cNvSpPr>
            <a:spLocks xmlns:a="http://schemas.openxmlformats.org/drawingml/2006/main" noGrp="1"/>
          </p:cNvSpPr>
          <p:nvPr/>
        </p:nvSpPr>
        <p:spPr>
          <a:xfrm xmlns:a="http://schemas.openxmlformats.org/drawingml/2006/main" rot="0" flipH="0" flipV="0">
            <a:off x="281643" y="-162328"/>
            <a:ext cx="333375" cy="0"/>
          </a:xfrm>
          <a:prstGeom xmlns:a="http://schemas.openxmlformats.org/drawingml/2006/main" prst="line">
            <a:avLst/>
          </a:prstGeom>
          <a:ln xmlns:a="http://schemas.openxmlformats.org/drawingml/2006/main">
            <a:solidFill>
              <a:schemeClr val="accent6"/>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6" name="Textfeld 25">
            <a:extLst xmlns:a="http://schemas.openxmlformats.org/drawingml/2006/main">
              <a:ext uri="{FF2B5EF4-FFF2-40B4-BE49-F238E27FC236}">
                <a16:creationId xmlns:a16="http://schemas.microsoft.com/office/drawing/2014/main" id="{0B2C23E7-0482-498A-B984-44C6CF40F3B6}"/>
              </a:ext>
            </a:extLst>
          </p:cNvPr>
          <p:cNvSpPr>
            <a:spLocks xmlns:a="http://schemas.openxmlformats.org/drawingml/2006/main" noGrp="1"/>
          </p:cNvSpPr>
          <p:nvPr/>
        </p:nvSpPr>
        <p:spPr>
          <a:xfrm xmlns:a="http://schemas.openxmlformats.org/drawingml/2006/main" rot="0" flipH="0" flipV="0">
            <a:off x="318486" y="-299136"/>
            <a:ext cx="259687" cy="124906"/>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marL="0" marR="0" indent="0" algn="ctr" defTabSz="914400">
              <a:lnSpc>
                <a:spcPct val="110000"/>
              </a:lnSpc>
              <a:spcBef>
                <a:spcPts val="0"/>
              </a:spcBef>
              <a:spcAft>
                <a:spcPts val="1200"/>
              </a:spcAft>
              <a:buClrTx/>
              <a:buSzTx/>
              <a:buFont typeface="Arial"/>
              <a:buNone/>
            </a:pPr>
            <a:r>
              <a:rPr sz="800" b="0" i="0" u="none" strike="noStrike" cap="none" spc="0" baseline="0">
                <a:ln>
                  <a:noFill/>
                </a:ln>
                <a:solidFill>
                  <a:schemeClr val="accent6"/>
                </a:solidFill>
                <a:latin typeface="Arial"/>
                <a:ea typeface="Arial"/>
                <a:cs typeface="Arial"/>
              </a:rPr>
              <a:t>15,50</a:t>
            </a:r>
          </a:p>
        </p:txBody>
      </p:sp>
      <p:sp>
        <p:nvSpPr>
          <p:cNvPr id="28" name="Gerader Verbinder 27">
            <a:extLst xmlns:a="http://schemas.openxmlformats.org/drawingml/2006/main">
              <a:ext uri="{FF2B5EF4-FFF2-40B4-BE49-F238E27FC236}">
                <a16:creationId xmlns:a16="http://schemas.microsoft.com/office/drawing/2014/main" id="{DF2DD64A-028D-40FC-8F33-5752796EA28F}"/>
              </a:ext>
            </a:extLst>
          </p:cNvPr>
          <p:cNvSpPr>
            <a:spLocks xmlns:a="http://schemas.openxmlformats.org/drawingml/2006/main" noGrp="1"/>
          </p:cNvSpPr>
          <p:nvPr/>
        </p:nvSpPr>
        <p:spPr>
          <a:xfrm xmlns:a="http://schemas.openxmlformats.org/drawingml/2006/main" rot="0" flipH="0" flipV="0">
            <a:off x="5752963" y="-162332"/>
            <a:ext cx="333375" cy="0"/>
          </a:xfrm>
          <a:prstGeom xmlns:a="http://schemas.openxmlformats.org/drawingml/2006/main" prst="line">
            <a:avLst/>
          </a:prstGeom>
          <a:ln xmlns:a="http://schemas.openxmlformats.org/drawingml/2006/main">
            <a:solidFill>
              <a:schemeClr val="accent6"/>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9" name="Textfeld 28">
            <a:extLst xmlns:a="http://schemas.openxmlformats.org/drawingml/2006/main">
              <a:ext uri="{FF2B5EF4-FFF2-40B4-BE49-F238E27FC236}">
                <a16:creationId xmlns:a16="http://schemas.microsoft.com/office/drawing/2014/main" id="{E259A48F-52D3-481E-86F8-360FED16B872}"/>
              </a:ext>
            </a:extLst>
          </p:cNvPr>
          <p:cNvSpPr>
            <a:spLocks xmlns:a="http://schemas.openxmlformats.org/drawingml/2006/main" noGrp="1"/>
          </p:cNvSpPr>
          <p:nvPr/>
        </p:nvSpPr>
        <p:spPr>
          <a:xfrm xmlns:a="http://schemas.openxmlformats.org/drawingml/2006/main" rot="0" flipH="0" flipV="0">
            <a:off x="5789809" y="-299136"/>
            <a:ext cx="259687" cy="124906"/>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marL="0" marR="0" indent="0" algn="ctr" defTabSz="914400">
              <a:lnSpc>
                <a:spcPct val="110000"/>
              </a:lnSpc>
              <a:spcBef>
                <a:spcPts val="0"/>
              </a:spcBef>
              <a:spcAft>
                <a:spcPts val="1200"/>
              </a:spcAft>
              <a:buClrTx/>
              <a:buSzTx/>
              <a:buFont typeface="Arial"/>
              <a:buNone/>
            </a:pPr>
            <a:r>
              <a:rPr sz="800" b="0" i="0" u="none" strike="noStrike" cap="none" spc="0" baseline="0">
                <a:ln>
                  <a:noFill/>
                </a:ln>
                <a:solidFill>
                  <a:schemeClr val="accent6"/>
                </a:solidFill>
                <a:latin typeface="Arial"/>
                <a:ea typeface="Arial"/>
                <a:cs typeface="Arial"/>
              </a:rPr>
              <a:t>00,30</a:t>
            </a:r>
          </a:p>
        </p:txBody>
      </p:sp>
      <p:sp>
        <p:nvSpPr>
          <p:cNvPr id="31" name="Gerader Verbinder 30">
            <a:extLst xmlns:a="http://schemas.openxmlformats.org/drawingml/2006/main">
              <a:ext uri="{FF2B5EF4-FFF2-40B4-BE49-F238E27FC236}">
                <a16:creationId xmlns:a16="http://schemas.microsoft.com/office/drawing/2014/main" id="{A6BD2415-8B3C-4657-B920-DB2A1EA58CAE}"/>
              </a:ext>
            </a:extLst>
          </p:cNvPr>
          <p:cNvSpPr>
            <a:spLocks xmlns:a="http://schemas.openxmlformats.org/drawingml/2006/main" noGrp="1"/>
          </p:cNvSpPr>
          <p:nvPr/>
        </p:nvSpPr>
        <p:spPr>
          <a:xfrm xmlns:a="http://schemas.openxmlformats.org/drawingml/2006/main" rot="16200000" flipH="0" flipV="0">
            <a:off x="6037263" y="-230736"/>
            <a:ext cx="333375" cy="0"/>
          </a:xfrm>
          <a:prstGeom xmlns:a="http://schemas.openxmlformats.org/drawingml/2006/main" prst="line">
            <a:avLst/>
          </a:prstGeom>
          <a:ln xmlns:a="http://schemas.openxmlformats.org/drawingml/2006/main">
            <a:solidFill>
              <a:schemeClr val="accent6"/>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2" name="Textfeld 31">
            <a:extLst xmlns:a="http://schemas.openxmlformats.org/drawingml/2006/main">
              <a:ext uri="{FF2B5EF4-FFF2-40B4-BE49-F238E27FC236}">
                <a16:creationId xmlns:a16="http://schemas.microsoft.com/office/drawing/2014/main" id="{A40BADBF-D4AC-4B48-AE66-D79BD3055404}"/>
              </a:ext>
            </a:extLst>
          </p:cNvPr>
          <p:cNvSpPr>
            <a:spLocks xmlns:a="http://schemas.openxmlformats.org/drawingml/2006/main" noGrp="1"/>
          </p:cNvSpPr>
          <p:nvPr/>
        </p:nvSpPr>
        <p:spPr>
          <a:xfrm xmlns:a="http://schemas.openxmlformats.org/drawingml/2006/main" rot="16200000" flipH="0" flipV="0">
            <a:off x="6136559" y="-293191"/>
            <a:ext cx="259687" cy="124906"/>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marL="0" marR="0" indent="0" algn="ctr" defTabSz="914400">
              <a:lnSpc>
                <a:spcPct val="110000"/>
              </a:lnSpc>
              <a:spcBef>
                <a:spcPts val="0"/>
              </a:spcBef>
              <a:spcAft>
                <a:spcPts val="1200"/>
              </a:spcAft>
              <a:buClrTx/>
              <a:buSzTx/>
              <a:buFont typeface="Arial"/>
              <a:buNone/>
            </a:pPr>
            <a:r>
              <a:rPr sz="800" b="0" i="0" u="none" strike="noStrike" cap="none" spc="0" baseline="0">
                <a:ln>
                  <a:noFill/>
                </a:ln>
                <a:solidFill>
                  <a:schemeClr val="accent6"/>
                </a:solidFill>
                <a:latin typeface="Arial"/>
                <a:ea typeface="Arial"/>
                <a:cs typeface="Arial"/>
              </a:rPr>
              <a:t>00,30</a:t>
            </a:r>
          </a:p>
        </p:txBody>
      </p:sp>
      <p:sp>
        <p:nvSpPr>
          <p:cNvPr id="33" name="Gerader Verbinder 32">
            <a:extLst xmlns:a="http://schemas.openxmlformats.org/drawingml/2006/main">
              <a:ext uri="{FF2B5EF4-FFF2-40B4-BE49-F238E27FC236}">
                <a16:creationId xmlns:a16="http://schemas.microsoft.com/office/drawing/2014/main" id="{F505B097-7C20-4B31-9F06-7AB9E8029C77}"/>
              </a:ext>
            </a:extLst>
          </p:cNvPr>
          <p:cNvSpPr>
            <a:spLocks xmlns:a="http://schemas.openxmlformats.org/drawingml/2006/main" noGrp="1"/>
          </p:cNvSpPr>
          <p:nvPr/>
        </p:nvSpPr>
        <p:spPr>
          <a:xfrm xmlns:a="http://schemas.openxmlformats.org/drawingml/2006/main" rot="16200000">
            <a:off x="5929313" y="-230736"/>
            <a:ext cx="333375" cy="0"/>
          </a:xfrm>
          <a:prstGeom xmlns:a="http://schemas.openxmlformats.org/drawingml/2006/main" prst="line">
            <a:avLst/>
          </a:prstGeom>
          <a:ln xmlns:a="http://schemas.openxmlformats.org/drawingml/2006/main">
            <a:solidFill>
              <a:schemeClr val="accent6"/>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5" name="Gerader Verbinder 34">
            <a:extLst xmlns:a="http://schemas.openxmlformats.org/drawingml/2006/main">
              <a:ext uri="{FF2B5EF4-FFF2-40B4-BE49-F238E27FC236}">
                <a16:creationId xmlns:a16="http://schemas.microsoft.com/office/drawing/2014/main" id="{BF624AB1-E5E8-4746-BAA9-4065A40C5C7E}"/>
              </a:ext>
            </a:extLst>
          </p:cNvPr>
          <p:cNvSpPr>
            <a:spLocks xmlns:a="http://schemas.openxmlformats.org/drawingml/2006/main" noGrp="1"/>
          </p:cNvSpPr>
          <p:nvPr/>
        </p:nvSpPr>
        <p:spPr>
          <a:xfrm xmlns:a="http://schemas.openxmlformats.org/drawingml/2006/main" rot="0" flipH="0" flipV="0">
            <a:off x="11447325" y="-162339"/>
            <a:ext cx="333375" cy="0"/>
          </a:xfrm>
          <a:prstGeom xmlns:a="http://schemas.openxmlformats.org/drawingml/2006/main" prst="line">
            <a:avLst/>
          </a:prstGeom>
          <a:ln xmlns:a="http://schemas.openxmlformats.org/drawingml/2006/main">
            <a:solidFill>
              <a:schemeClr val="accent6"/>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6" name="Textfeld 35">
            <a:extLst xmlns:a="http://schemas.openxmlformats.org/drawingml/2006/main">
              <a:ext uri="{FF2B5EF4-FFF2-40B4-BE49-F238E27FC236}">
                <a16:creationId xmlns:a16="http://schemas.microsoft.com/office/drawing/2014/main" id="{D1C22B97-CFD8-4E78-BF7E-02A71F190F83}"/>
              </a:ext>
            </a:extLst>
          </p:cNvPr>
          <p:cNvSpPr>
            <a:spLocks xmlns:a="http://schemas.openxmlformats.org/drawingml/2006/main" noGrp="1"/>
          </p:cNvSpPr>
          <p:nvPr/>
        </p:nvSpPr>
        <p:spPr>
          <a:xfrm xmlns:a="http://schemas.openxmlformats.org/drawingml/2006/main" rot="0" flipH="0" flipV="0">
            <a:off x="11484174" y="-299139"/>
            <a:ext cx="259687" cy="124906"/>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marL="0" marR="0" indent="0" algn="ctr" defTabSz="914400">
              <a:lnSpc>
                <a:spcPct val="110000"/>
              </a:lnSpc>
              <a:spcBef>
                <a:spcPts val="0"/>
              </a:spcBef>
              <a:spcAft>
                <a:spcPts val="1200"/>
              </a:spcAft>
              <a:buClrTx/>
              <a:buSzTx/>
              <a:buFont typeface="Arial"/>
              <a:buNone/>
            </a:pPr>
            <a:r>
              <a:rPr sz="800" b="0" i="0" u="none" strike="noStrike" cap="none" spc="0" baseline="0">
                <a:ln>
                  <a:noFill/>
                </a:ln>
                <a:solidFill>
                  <a:schemeClr val="accent6"/>
                </a:solidFill>
                <a:latin typeface="Arial"/>
                <a:ea typeface="Arial"/>
                <a:cs typeface="Arial"/>
              </a:rPr>
              <a:t>15,50</a:t>
            </a:r>
          </a:p>
        </p:txBody>
      </p:sp>
    </p:spTree>
  </p:cSld>
</p:sldLayout>
</file>

<file path=ppt/slideLayouts/slideLayout11.xml><?xml version="1.0" encoding="utf-8"?>
<p:sldLayout xmlns:p="http://schemas.openxmlformats.org/presentationml/2006/main" preserve="1" userDrawn="1">
  <p:cSld name="Bildfolie | 1x">
    <p:spTree>
      <p:nvGrpSpPr>
        <p:cNvPr id="1" name=""/>
        <p:cNvGrpSpPr/>
        <p:nvPr/>
      </p:nvGrpSpPr>
      <p:grpSpPr>
        <a:xfrm xmlns:a="http://schemas.openxmlformats.org/drawingml/2006/main"/>
      </p:grpSpPr>
      <p:sp>
        <p:nvSpPr>
          <p:cNvPr id="3" name="Datumsplatzhalter 2">
            <a:extLst xmlns:a="http://schemas.openxmlformats.org/drawingml/2006/main">
              <a:ext uri="{FF2B5EF4-FFF2-40B4-BE49-F238E27FC236}">
                <a16:creationId xmlns:a16="http://schemas.microsoft.com/office/drawing/2014/main" id="{75E0522E-4B59-4195-AD23-1DB4381AB66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02D4C7B6-65DB-4651-9D6D-787BD251B230}" type="datetime4">
              <a:t>26. November 2024</a:t>
            </a:fld>
            <a:endParaRPr/>
          </a:p>
        </p:txBody>
      </p:sp>
      <p:sp>
        <p:nvSpPr>
          <p:cNvPr id="4" name="Fußzeilenplatzhalter 3">
            <a:extLst xmlns:a="http://schemas.openxmlformats.org/drawingml/2006/main">
              <a:ext uri="{FF2B5EF4-FFF2-40B4-BE49-F238E27FC236}">
                <a16:creationId xmlns:a16="http://schemas.microsoft.com/office/drawing/2014/main" id="{E0F6FD0B-B0A5-4052-BAB6-95BD027E8CD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Technische Fakultät</a:t>
            </a:r>
            <a:endParaRPr/>
          </a:p>
        </p:txBody>
      </p:sp>
      <p:sp>
        <p:nvSpPr>
          <p:cNvPr id="5" name="Foliennummernplatzhalter 4">
            <a:extLst xmlns:a="http://schemas.openxmlformats.org/drawingml/2006/main">
              <a:ext uri="{FF2B5EF4-FFF2-40B4-BE49-F238E27FC236}">
                <a16:creationId xmlns:a16="http://schemas.microsoft.com/office/drawing/2014/main" id="{C0385CA6-0215-4C6D-9658-F37EA26CE83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949F9DF-37BD-4CD6-BF49-65BA579E1D7A}" type="slidenum">
              <a:t>‹#›</a:t>
            </a:fld>
            <a:endParaRPr/>
          </a:p>
        </p:txBody>
      </p:sp>
      <p:sp>
        <p:nvSpPr>
          <p:cNvPr id="13" name="Titel 12">
            <a:extLst xmlns:a="http://schemas.openxmlformats.org/drawingml/2006/main">
              <a:ext uri="{FF2B5EF4-FFF2-40B4-BE49-F238E27FC236}">
                <a16:creationId xmlns:a16="http://schemas.microsoft.com/office/drawing/2014/main" id="{6A4CB3A7-ACED-41D0-8E35-318CD3693EA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solidFill>
                  <a:srgbClr val="041E42"/>
                </a:solidFill>
              </a:defRPr>
            </a:lvl1pPr>
          </a:lstStyle>
          <a:p xmlns:a="http://schemas.openxmlformats.org/drawingml/2006/main">
            <a:r>
              <a:t>Mastertitelformat bearbeiten</a:t>
            </a:r>
          </a:p>
        </p:txBody>
      </p:sp>
      <p:sp>
        <p:nvSpPr>
          <p:cNvPr id="10" name="Bildplatzhalter 8">
            <a:extLst xmlns:a="http://schemas.openxmlformats.org/drawingml/2006/main">
              <a:ext uri="{FF2B5EF4-FFF2-40B4-BE49-F238E27FC236}">
                <a16:creationId xmlns:a16="http://schemas.microsoft.com/office/drawing/2014/main" id="{EBFE18BD-74E5-4328-B98A-9C6FC4FCA59F}"/>
              </a:ext>
            </a:extLst>
          </p:cNvPr>
          <p:cNvSpPr>
            <a:spLocks xmlns:a="http://schemas.openxmlformats.org/drawingml/2006/main" noGrp="1"/>
          </p:cNvSpPr>
          <p:nvPr>
            <p:ph type="pic" idx="25" hasCustomPrompt="1"/>
          </p:nvPr>
        </p:nvSpPr>
        <p:spPr>
          <a:xfrm xmlns:a="http://schemas.openxmlformats.org/drawingml/2006/main">
            <a:off x="518317" y="1631156"/>
            <a:ext cx="11157746" cy="3951164"/>
          </a:xfrm>
          <a:prstGeom xmlns:a="http://schemas.openxmlformats.org/drawingml/2006/main" prst="rect">
            <a:avLst/>
          </a:prstGeom>
          <a:solidFill xmlns:a="http://schemas.openxmlformats.org/drawingml/2006/main">
            <a:schemeClr val="bg1">
              <a:lumMod val="95000"/>
            </a:schemeClr>
          </a:solidFill>
        </p:spPr>
        <p:txBody>
          <a:bodyPr xmlns:a="http://schemas.openxmlformats.org/drawingml/2006/main"/>
          <a:lstStyle xmlns:a="http://schemas.openxmlformats.org/drawingml/2006/main"/>
          <a:p xmlns:a="http://schemas.openxmlformats.org/drawingml/2006/main">
            <a:r>
              <a:t> </a:t>
            </a:r>
          </a:p>
        </p:txBody>
      </p:sp>
      <p:sp>
        <p:nvSpPr>
          <p:cNvPr id="12" name="Textplatzhalter 10">
            <a:extLst xmlns:a="http://schemas.openxmlformats.org/drawingml/2006/main">
              <a:ext uri="{FF2B5EF4-FFF2-40B4-BE49-F238E27FC236}">
                <a16:creationId xmlns:a16="http://schemas.microsoft.com/office/drawing/2014/main" id="{A51E223D-AC82-4D54-A383-0E2DF84E2EFB}"/>
              </a:ext>
            </a:extLst>
          </p:cNvPr>
          <p:cNvSpPr>
            <a:spLocks xmlns:a="http://schemas.openxmlformats.org/drawingml/2006/main" noGrp="1"/>
          </p:cNvSpPr>
          <p:nvPr>
            <p:ph type="body" idx="26"/>
          </p:nvPr>
        </p:nvSpPr>
        <p:spPr>
          <a:xfrm xmlns:a="http://schemas.openxmlformats.org/drawingml/2006/main">
            <a:off x="518317" y="5690271"/>
            <a:ext cx="11157746" cy="511084"/>
          </a:xfrm>
        </p:spPr>
        <p:txBody>
          <a:bodyPr xmlns:a="http://schemas.openxmlformats.org/drawingml/2006/main" wrap="square">
            <a:noAutofit/>
          </a:bodyPr>
          <a:lstStyle xmlns:a="http://schemas.openxmlformats.org/drawingml/2006/main">
            <a:lvl1pPr>
              <a:lnSpc>
                <a:spcPct val="110000"/>
              </a:lnSpc>
              <a:spcAft>
                <a:spcPts val="0"/>
              </a:spcAft>
              <a:buNone/>
              <a:defRPr sz="1400"/>
            </a:lvl1pPr>
          </a:lstStyle>
          <a:p xmlns:a="http://schemas.openxmlformats.org/drawingml/2006/main">
            <a:pPr lvl="0">
              <a:buNone/>
            </a:pPr>
            <a:r>
              <a:t>Mastertextformat bearbeiten</a:t>
            </a:r>
          </a:p>
        </p:txBody>
      </p:sp>
      <p:sp>
        <p:nvSpPr>
          <p:cNvPr id="11" name="Textplatzhalter 9">
            <a:extLst xmlns:a="http://schemas.openxmlformats.org/drawingml/2006/main">
              <a:ext uri="{FF2B5EF4-FFF2-40B4-BE49-F238E27FC236}">
                <a16:creationId xmlns:a16="http://schemas.microsoft.com/office/drawing/2014/main" id="{122FFE2B-554A-4423-8513-4D2A70D2DB10}"/>
              </a:ext>
            </a:extLst>
          </p:cNvPr>
          <p:cNvSpPr>
            <a:spLocks xmlns:a="http://schemas.openxmlformats.org/drawingml/2006/main" noGrp="1"/>
          </p:cNvSpPr>
          <p:nvPr>
            <p:ph type="body" idx="37"/>
          </p:nvPr>
        </p:nvSpPr>
        <p:spPr>
          <a:xfrm xmlns:a="http://schemas.openxmlformats.org/drawingml/2006/main">
            <a:off x="518317" y="687598"/>
            <a:ext cx="6844385" cy="249812"/>
          </a:xfrm>
        </p:spPr>
        <p:txBody>
          <a:bodyPr xmlns:a="http://schemas.openxmlformats.org/drawingml/2006/main" wrap="square">
            <a:spAutoFit/>
          </a:bodyPr>
          <a:lstStyle xmlns:a="http://schemas.openxmlformats.org/drawingml/2006/main">
            <a:lvl1pPr>
              <a:buNone/>
              <a:defRPr sz="1600">
                <a:solidFill>
                  <a:srgbClr val="041E42"/>
                </a:solidFill>
              </a:defRPr>
            </a:lvl1pPr>
          </a:lstStyle>
          <a:p xmlns:a="http://schemas.openxmlformats.org/drawingml/2006/main">
            <a:pPr lvl="0">
              <a:buNone/>
            </a:pPr>
            <a:r>
              <a:t>Mastertextformat bearbeiten</a:t>
            </a:r>
          </a:p>
        </p:txBody>
      </p:sp>
      <p:sp>
        <p:nvSpPr>
          <p:cNvPr id="14" name="Bildplatzhalter 6">
            <a:extLst xmlns:a="http://schemas.openxmlformats.org/drawingml/2006/main">
              <a:ext uri="{FF2B5EF4-FFF2-40B4-BE49-F238E27FC236}">
                <a16:creationId xmlns:a16="http://schemas.microsoft.com/office/drawing/2014/main" id="{86D31599-AF4C-4469-80F6-AA369A20BF0B}"/>
              </a:ext>
            </a:extLst>
          </p:cNvPr>
          <p:cNvSpPr>
            <a:spLocks xmlns:a="http://schemas.openxmlformats.org/drawingml/2006/main" noGrp="1"/>
          </p:cNvSpPr>
          <p:nvPr>
            <p:ph type="pic" idx="39" hasCustomPrompt="1"/>
          </p:nvPr>
        </p:nvSpPr>
        <p:spPr>
          <a:xfrm xmlns:a="http://schemas.openxmlformats.org/drawingml/2006/main">
            <a:off x="7900146" y="301185"/>
            <a:ext cx="1080000" cy="386413"/>
          </a:xfrm>
        </p:spPr>
        <p:txBody>
          <a:bodyPr xmlns:a="http://schemas.openxmlformats.org/drawingml/2006/main" rIns="0" anchor="ctr">
            <a:normAutofit/>
          </a:bodyPr>
          <a:lstStyle xmlns:a="http://schemas.openxmlformats.org/drawingml/2006/main">
            <a:lvl1pPr algn="ctr">
              <a:buNone/>
              <a:defRPr sz="800">
                <a:solidFill>
                  <a:schemeClr val="accent6"/>
                </a:solidFill>
              </a:defRPr>
            </a:lvl1pPr>
          </a:lstStyle>
          <a:p xmlns:a="http://schemas.openxmlformats.org/drawingml/2006/main">
            <a:r>
              <a:t>Optional Logo einfügen</a:t>
            </a:r>
          </a:p>
        </p:txBody>
      </p:sp>
      <p:pic>
        <p:nvPicPr>
          <p:cNvPr id="15" name="Grafik 14">
            <a:extLst xmlns:a="http://schemas.openxmlformats.org/drawingml/2006/main">
              <a:ext uri="{FF2B5EF4-FFF2-40B4-BE49-F238E27FC236}">
                <a16:creationId xmlns:a16="http://schemas.microsoft.com/office/drawing/2014/main" id="{DA9DC501-CDB2-44BB-9DDF-32235D40336C}"/>
              </a:ext>
            </a:extLst>
          </p:cNvPr>
          <p:cNvPicPr>
            <a:picLocks xmlns:a="http://schemas.openxmlformats.org/drawingml/2006/main" noChangeAspect="1"/>
          </p:cNvPicPr>
          <p:nvPr/>
        </p:nvPicPr>
        <p:blipFill>
          <a:blip xmlns:r="http://schemas.openxmlformats.org/officeDocument/2006/relationships" xmlns:a="http://schemas.openxmlformats.org/drawingml/2006/main" r:embed="Rf985690a00ee46cc"/>
          <a:stretch xmlns:a="http://schemas.openxmlformats.org/drawingml/2006/main">
            <a:fillRect l="0" t="0" r="0" b="0"/>
          </a:stretch>
        </p:blipFill>
        <p:spPr>
          <a:xfrm xmlns:a="http://schemas.openxmlformats.org/drawingml/2006/main">
            <a:off x="9341829" y="301184"/>
            <a:ext cx="1102192" cy="386413"/>
          </a:xfrm>
          <a:prstGeom xmlns:a="http://schemas.openxmlformats.org/drawingml/2006/main" prst="rect">
            <a:avLst/>
          </a:prstGeom>
        </p:spPr>
      </p:pic>
    </p:spTree>
  </p:cSld>
</p:sldLayout>
</file>

<file path=ppt/slideLayouts/slideLayout12.xml><?xml version="1.0" encoding="utf-8"?>
<p:sldLayout xmlns:p="http://schemas.openxmlformats.org/presentationml/2006/main" preserve="1" userDrawn="1">
  <p:cSld name="Bildfolie | 2x">
    <p:spTree>
      <p:nvGrpSpPr>
        <p:cNvPr id="1" name=""/>
        <p:cNvGrpSpPr/>
        <p:nvPr/>
      </p:nvGrpSpPr>
      <p:grpSpPr>
        <a:xfrm xmlns:a="http://schemas.openxmlformats.org/drawingml/2006/main"/>
      </p:grpSpPr>
      <p:sp>
        <p:nvSpPr>
          <p:cNvPr id="3" name="Datumsplatzhalter 2">
            <a:extLst xmlns:a="http://schemas.openxmlformats.org/drawingml/2006/main">
              <a:ext uri="{FF2B5EF4-FFF2-40B4-BE49-F238E27FC236}">
                <a16:creationId xmlns:a16="http://schemas.microsoft.com/office/drawing/2014/main" id="{75E0522E-4B59-4195-AD23-1DB4381AB66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56074B9-4BBE-42DB-8ECC-1B8A75D6203E}" type="datetime4">
              <a:t>26. November 2024</a:t>
            </a:fld>
            <a:endParaRPr/>
          </a:p>
        </p:txBody>
      </p:sp>
      <p:sp>
        <p:nvSpPr>
          <p:cNvPr id="4" name="Fußzeilenplatzhalter 3">
            <a:extLst xmlns:a="http://schemas.openxmlformats.org/drawingml/2006/main">
              <a:ext uri="{FF2B5EF4-FFF2-40B4-BE49-F238E27FC236}">
                <a16:creationId xmlns:a16="http://schemas.microsoft.com/office/drawing/2014/main" id="{E0F6FD0B-B0A5-4052-BAB6-95BD027E8CD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Technische Fakultät</a:t>
            </a:r>
            <a:endParaRPr/>
          </a:p>
        </p:txBody>
      </p:sp>
      <p:sp>
        <p:nvSpPr>
          <p:cNvPr id="5" name="Foliennummernplatzhalter 4">
            <a:extLst xmlns:a="http://schemas.openxmlformats.org/drawingml/2006/main">
              <a:ext uri="{FF2B5EF4-FFF2-40B4-BE49-F238E27FC236}">
                <a16:creationId xmlns:a16="http://schemas.microsoft.com/office/drawing/2014/main" id="{C0385CA6-0215-4C6D-9658-F37EA26CE837}"/>
              </a:ext>
            </a:extLst>
          </p:cNvPr>
          <p:cNvSpPr>
            <a:spLocks xmlns:a="http://schemas.openxmlformats.org/drawingml/2006/main" noGrp="1"/>
          </p:cNvSpPr>
          <p:nvPr>
            <p:ph type="sldNum" idx="12"/>
          </p:nvPr>
        </p:nvSpPr>
        <p:spPr>
          <a:xfrm xmlns:a="http://schemas.openxmlformats.org/drawingml/2006/main">
            <a:off x="11482099" y="6634666"/>
            <a:ext cx="193964" cy="123111"/>
          </a:xfrm>
        </p:spPr>
        <p:txBody>
          <a:bodyPr xmlns:a="http://schemas.openxmlformats.org/drawingml/2006/main"/>
          <a:lstStyle xmlns:a="http://schemas.openxmlformats.org/drawingml/2006/main"/>
          <a:p xmlns:a="http://schemas.openxmlformats.org/drawingml/2006/main">
            <a:fld id="{D949F9DF-37BD-4CD6-BF49-65BA579E1D7A}" type="slidenum">
              <a:t>‹#›</a:t>
            </a:fld>
            <a:endParaRPr/>
          </a:p>
        </p:txBody>
      </p:sp>
      <p:sp>
        <p:nvSpPr>
          <p:cNvPr id="6" name="Titel 5">
            <a:extLst xmlns:a="http://schemas.openxmlformats.org/drawingml/2006/main">
              <a:ext uri="{FF2B5EF4-FFF2-40B4-BE49-F238E27FC236}">
                <a16:creationId xmlns:a16="http://schemas.microsoft.com/office/drawing/2014/main" id="{C8C7F934-D7F3-42CA-88CC-3AEB50FF165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solidFill>
                  <a:srgbClr val="041E42"/>
                </a:solidFill>
              </a:defRPr>
            </a:lvl1pPr>
          </a:lstStyle>
          <a:p xmlns:a="http://schemas.openxmlformats.org/drawingml/2006/main">
            <a:r>
              <a:t>Mastertitelformat bearbeiten</a:t>
            </a:r>
          </a:p>
        </p:txBody>
      </p:sp>
      <p:sp>
        <p:nvSpPr>
          <p:cNvPr id="14" name="Bildplatzhalter 8">
            <a:extLst xmlns:a="http://schemas.openxmlformats.org/drawingml/2006/main">
              <a:ext uri="{FF2B5EF4-FFF2-40B4-BE49-F238E27FC236}">
                <a16:creationId xmlns:a16="http://schemas.microsoft.com/office/drawing/2014/main" id="{B4B72DA6-61BE-42F9-8894-08B159BC7C7D}"/>
              </a:ext>
            </a:extLst>
          </p:cNvPr>
          <p:cNvSpPr>
            <a:spLocks xmlns:a="http://schemas.openxmlformats.org/drawingml/2006/main" noGrp="1"/>
          </p:cNvSpPr>
          <p:nvPr>
            <p:ph type="pic" idx="25" hasCustomPrompt="1"/>
          </p:nvPr>
        </p:nvSpPr>
        <p:spPr>
          <a:xfrm xmlns:a="http://schemas.openxmlformats.org/drawingml/2006/main">
            <a:off x="518317" y="1631156"/>
            <a:ext cx="5469732" cy="3951164"/>
          </a:xfrm>
          <a:prstGeom xmlns:a="http://schemas.openxmlformats.org/drawingml/2006/main" prst="rect">
            <a:avLst/>
          </a:prstGeom>
          <a:solidFill xmlns:a="http://schemas.openxmlformats.org/drawingml/2006/main">
            <a:schemeClr val="bg1">
              <a:lumMod val="95000"/>
            </a:schemeClr>
          </a:solidFill>
        </p:spPr>
        <p:txBody>
          <a:bodyPr xmlns:a="http://schemas.openxmlformats.org/drawingml/2006/main"/>
          <a:lstStyle xmlns:a="http://schemas.openxmlformats.org/drawingml/2006/main"/>
          <a:p xmlns:a="http://schemas.openxmlformats.org/drawingml/2006/main">
            <a:r>
              <a:t> </a:t>
            </a:r>
          </a:p>
        </p:txBody>
      </p:sp>
      <p:sp>
        <p:nvSpPr>
          <p:cNvPr id="15" name="Textplatzhalter 10">
            <a:extLst xmlns:a="http://schemas.openxmlformats.org/drawingml/2006/main">
              <a:ext uri="{FF2B5EF4-FFF2-40B4-BE49-F238E27FC236}">
                <a16:creationId xmlns:a16="http://schemas.microsoft.com/office/drawing/2014/main" id="{0E2D86CD-8C0A-461A-82DE-DEB73A6F9ACE}"/>
              </a:ext>
            </a:extLst>
          </p:cNvPr>
          <p:cNvSpPr>
            <a:spLocks xmlns:a="http://schemas.openxmlformats.org/drawingml/2006/main" noGrp="1"/>
          </p:cNvSpPr>
          <p:nvPr>
            <p:ph type="body" idx="26"/>
          </p:nvPr>
        </p:nvSpPr>
        <p:spPr>
          <a:xfrm xmlns:a="http://schemas.openxmlformats.org/drawingml/2006/main">
            <a:off x="518317" y="5690271"/>
            <a:ext cx="5469732" cy="511084"/>
          </a:xfrm>
        </p:spPr>
        <p:txBody>
          <a:bodyPr xmlns:a="http://schemas.openxmlformats.org/drawingml/2006/main" wrap="square">
            <a:noAutofit/>
          </a:bodyPr>
          <a:lstStyle xmlns:a="http://schemas.openxmlformats.org/drawingml/2006/main">
            <a:lvl1pPr>
              <a:lnSpc>
                <a:spcPct val="110000"/>
              </a:lnSpc>
              <a:spcAft>
                <a:spcPts val="0"/>
              </a:spcAft>
              <a:buNone/>
              <a:defRPr sz="1400"/>
            </a:lvl1pPr>
          </a:lstStyle>
          <a:p xmlns:a="http://schemas.openxmlformats.org/drawingml/2006/main">
            <a:pPr lvl="0">
              <a:buNone/>
            </a:pPr>
            <a:r>
              <a:t>Mastertextformat bearbeiten</a:t>
            </a:r>
          </a:p>
        </p:txBody>
      </p:sp>
      <p:sp>
        <p:nvSpPr>
          <p:cNvPr id="16" name="Bildplatzhalter 8">
            <a:extLst xmlns:a="http://schemas.openxmlformats.org/drawingml/2006/main">
              <a:ext uri="{FF2B5EF4-FFF2-40B4-BE49-F238E27FC236}">
                <a16:creationId xmlns:a16="http://schemas.microsoft.com/office/drawing/2014/main" id="{B4E7C39B-83E8-467B-AD57-55CA08888B5C}"/>
              </a:ext>
            </a:extLst>
          </p:cNvPr>
          <p:cNvSpPr>
            <a:spLocks xmlns:a="http://schemas.openxmlformats.org/drawingml/2006/main" noGrp="1"/>
          </p:cNvSpPr>
          <p:nvPr>
            <p:ph type="pic" idx="27" hasCustomPrompt="1"/>
          </p:nvPr>
        </p:nvSpPr>
        <p:spPr>
          <a:xfrm xmlns:a="http://schemas.openxmlformats.org/drawingml/2006/main">
            <a:off x="6206331" y="1631156"/>
            <a:ext cx="5469732" cy="3951164"/>
          </a:xfrm>
          <a:prstGeom xmlns:a="http://schemas.openxmlformats.org/drawingml/2006/main" prst="rect">
            <a:avLst/>
          </a:prstGeom>
          <a:solidFill xmlns:a="http://schemas.openxmlformats.org/drawingml/2006/main">
            <a:schemeClr val="bg1">
              <a:lumMod val="95000"/>
            </a:schemeClr>
          </a:solidFill>
        </p:spPr>
        <p:txBody>
          <a:bodyPr xmlns:a="http://schemas.openxmlformats.org/drawingml/2006/main"/>
          <a:lstStyle xmlns:a="http://schemas.openxmlformats.org/drawingml/2006/main"/>
          <a:p xmlns:a="http://schemas.openxmlformats.org/drawingml/2006/main">
            <a:r>
              <a:t> </a:t>
            </a:r>
          </a:p>
        </p:txBody>
      </p:sp>
      <p:sp>
        <p:nvSpPr>
          <p:cNvPr id="17" name="Textplatzhalter 10">
            <a:extLst xmlns:a="http://schemas.openxmlformats.org/drawingml/2006/main">
              <a:ext uri="{FF2B5EF4-FFF2-40B4-BE49-F238E27FC236}">
                <a16:creationId xmlns:a16="http://schemas.microsoft.com/office/drawing/2014/main" id="{CE124A50-74B4-4E32-AA56-DCD775B13003}"/>
              </a:ext>
            </a:extLst>
          </p:cNvPr>
          <p:cNvSpPr>
            <a:spLocks xmlns:a="http://schemas.openxmlformats.org/drawingml/2006/main" noGrp="1"/>
          </p:cNvSpPr>
          <p:nvPr>
            <p:ph type="body" idx="28"/>
          </p:nvPr>
        </p:nvSpPr>
        <p:spPr>
          <a:xfrm xmlns:a="http://schemas.openxmlformats.org/drawingml/2006/main">
            <a:off x="6206331" y="5690271"/>
            <a:ext cx="5469732" cy="511084"/>
          </a:xfrm>
        </p:spPr>
        <p:txBody>
          <a:bodyPr xmlns:a="http://schemas.openxmlformats.org/drawingml/2006/main" wrap="square">
            <a:noAutofit/>
          </a:bodyPr>
          <a:lstStyle xmlns:a="http://schemas.openxmlformats.org/drawingml/2006/main">
            <a:lvl1pPr>
              <a:lnSpc>
                <a:spcPct val="110000"/>
              </a:lnSpc>
              <a:spcAft>
                <a:spcPts val="0"/>
              </a:spcAft>
              <a:buNone/>
              <a:defRPr sz="1400"/>
            </a:lvl1pPr>
          </a:lstStyle>
          <a:p xmlns:a="http://schemas.openxmlformats.org/drawingml/2006/main">
            <a:pPr lvl="0">
              <a:buNone/>
            </a:pPr>
            <a:r>
              <a:t>Mastertextformat bearbeiten</a:t>
            </a:r>
          </a:p>
        </p:txBody>
      </p:sp>
      <p:sp>
        <p:nvSpPr>
          <p:cNvPr id="12" name="Textplatzhalter 9">
            <a:extLst xmlns:a="http://schemas.openxmlformats.org/drawingml/2006/main">
              <a:ext uri="{FF2B5EF4-FFF2-40B4-BE49-F238E27FC236}">
                <a16:creationId xmlns:a16="http://schemas.microsoft.com/office/drawing/2014/main" id="{5F1A965F-F63A-4B03-A142-6DC4620DA5F8}"/>
              </a:ext>
            </a:extLst>
          </p:cNvPr>
          <p:cNvSpPr>
            <a:spLocks xmlns:a="http://schemas.openxmlformats.org/drawingml/2006/main" noGrp="1"/>
          </p:cNvSpPr>
          <p:nvPr>
            <p:ph type="body" idx="37"/>
          </p:nvPr>
        </p:nvSpPr>
        <p:spPr>
          <a:xfrm xmlns:a="http://schemas.openxmlformats.org/drawingml/2006/main">
            <a:off x="518317" y="687598"/>
            <a:ext cx="6844385" cy="249812"/>
          </a:xfrm>
        </p:spPr>
        <p:txBody>
          <a:bodyPr xmlns:a="http://schemas.openxmlformats.org/drawingml/2006/main" wrap="square">
            <a:spAutoFit/>
          </a:bodyPr>
          <a:lstStyle xmlns:a="http://schemas.openxmlformats.org/drawingml/2006/main">
            <a:lvl1pPr>
              <a:buNone/>
              <a:defRPr sz="1600">
                <a:solidFill>
                  <a:srgbClr val="041E42"/>
                </a:solidFill>
              </a:defRPr>
            </a:lvl1pPr>
          </a:lstStyle>
          <a:p xmlns:a="http://schemas.openxmlformats.org/drawingml/2006/main">
            <a:pPr lvl="0">
              <a:buNone/>
            </a:pPr>
            <a:r>
              <a:t>Mastertextformat bearbeiten</a:t>
            </a:r>
          </a:p>
        </p:txBody>
      </p:sp>
      <p:sp>
        <p:nvSpPr>
          <p:cNvPr id="13" name="Bildplatzhalter 6">
            <a:extLst xmlns:a="http://schemas.openxmlformats.org/drawingml/2006/main">
              <a:ext uri="{FF2B5EF4-FFF2-40B4-BE49-F238E27FC236}">
                <a16:creationId xmlns:a16="http://schemas.microsoft.com/office/drawing/2014/main" id="{86D31599-AF4C-4469-80F6-AA369A20BF0B}"/>
              </a:ext>
            </a:extLst>
          </p:cNvPr>
          <p:cNvSpPr>
            <a:spLocks xmlns:a="http://schemas.openxmlformats.org/drawingml/2006/main" noGrp="1"/>
          </p:cNvSpPr>
          <p:nvPr>
            <p:ph type="pic" idx="39" hasCustomPrompt="1"/>
          </p:nvPr>
        </p:nvSpPr>
        <p:spPr>
          <a:xfrm xmlns:a="http://schemas.openxmlformats.org/drawingml/2006/main">
            <a:off x="7900146" y="301185"/>
            <a:ext cx="1080000" cy="386413"/>
          </a:xfrm>
        </p:spPr>
        <p:txBody>
          <a:bodyPr xmlns:a="http://schemas.openxmlformats.org/drawingml/2006/main" rIns="0" anchor="ctr">
            <a:normAutofit/>
          </a:bodyPr>
          <a:lstStyle xmlns:a="http://schemas.openxmlformats.org/drawingml/2006/main">
            <a:lvl1pPr algn="ctr">
              <a:buNone/>
              <a:defRPr sz="800">
                <a:solidFill>
                  <a:schemeClr val="accent6"/>
                </a:solidFill>
              </a:defRPr>
            </a:lvl1pPr>
          </a:lstStyle>
          <a:p xmlns:a="http://schemas.openxmlformats.org/drawingml/2006/main">
            <a:r>
              <a:t>Optional Logo einfügen</a:t>
            </a:r>
          </a:p>
        </p:txBody>
      </p:sp>
      <p:pic>
        <p:nvPicPr>
          <p:cNvPr id="18" name="Grafik 17">
            <a:extLst xmlns:a="http://schemas.openxmlformats.org/drawingml/2006/main">
              <a:ext uri="{FF2B5EF4-FFF2-40B4-BE49-F238E27FC236}">
                <a16:creationId xmlns:a16="http://schemas.microsoft.com/office/drawing/2014/main" id="{32E6A45F-F5D1-4A35-8793-592CAC9EE84B}"/>
              </a:ext>
            </a:extLst>
          </p:cNvPr>
          <p:cNvPicPr>
            <a:picLocks xmlns:a="http://schemas.openxmlformats.org/drawingml/2006/main" noChangeAspect="1"/>
          </p:cNvPicPr>
          <p:nvPr/>
        </p:nvPicPr>
        <p:blipFill>
          <a:blip xmlns:r="http://schemas.openxmlformats.org/officeDocument/2006/relationships" xmlns:a="http://schemas.openxmlformats.org/drawingml/2006/main" r:embed="R39f4966ef8714b46"/>
          <a:stretch xmlns:a="http://schemas.openxmlformats.org/drawingml/2006/main">
            <a:fillRect l="0" t="0" r="0" b="0"/>
          </a:stretch>
        </p:blipFill>
        <p:spPr>
          <a:xfrm xmlns:a="http://schemas.openxmlformats.org/drawingml/2006/main">
            <a:off x="9341829" y="301184"/>
            <a:ext cx="1102192" cy="386413"/>
          </a:xfrm>
          <a:prstGeom xmlns:a="http://schemas.openxmlformats.org/drawingml/2006/main" prst="rect">
            <a:avLst/>
          </a:prstGeom>
        </p:spPr>
      </p:pic>
    </p:spTree>
  </p:cSld>
</p:sldLayout>
</file>

<file path=ppt/slideLayouts/slideLayout13.xml><?xml version="1.0" encoding="utf-8"?>
<p:sldLayout xmlns:p="http://schemas.openxmlformats.org/presentationml/2006/main" preserve="1" userDrawn="1">
  <p:cSld name="Bildfolie | 3x">
    <p:spTree>
      <p:nvGrpSpPr>
        <p:cNvPr id="1" name=""/>
        <p:cNvGrpSpPr/>
        <p:nvPr/>
      </p:nvGrpSpPr>
      <p:grpSpPr>
        <a:xfrm xmlns:a="http://schemas.openxmlformats.org/drawingml/2006/main"/>
      </p:grpSpPr>
      <p:sp>
        <p:nvSpPr>
          <p:cNvPr id="3" name="Datumsplatzhalter 2">
            <a:extLst xmlns:a="http://schemas.openxmlformats.org/drawingml/2006/main">
              <a:ext uri="{FF2B5EF4-FFF2-40B4-BE49-F238E27FC236}">
                <a16:creationId xmlns:a16="http://schemas.microsoft.com/office/drawing/2014/main" id="{75E0522E-4B59-4195-AD23-1DB4381AB66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AFCBA888-8294-4426-A426-0D17B6B1880D}" type="datetime4">
              <a:t>26. November 2024</a:t>
            </a:fld>
            <a:endParaRPr/>
          </a:p>
        </p:txBody>
      </p:sp>
      <p:sp>
        <p:nvSpPr>
          <p:cNvPr id="4" name="Fußzeilenplatzhalter 3">
            <a:extLst xmlns:a="http://schemas.openxmlformats.org/drawingml/2006/main">
              <a:ext uri="{FF2B5EF4-FFF2-40B4-BE49-F238E27FC236}">
                <a16:creationId xmlns:a16="http://schemas.microsoft.com/office/drawing/2014/main" id="{E0F6FD0B-B0A5-4052-BAB6-95BD027E8CD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Technische Fakultät</a:t>
            </a:r>
            <a:endParaRPr/>
          </a:p>
        </p:txBody>
      </p:sp>
      <p:sp>
        <p:nvSpPr>
          <p:cNvPr id="5" name="Foliennummernplatzhalter 4">
            <a:extLst xmlns:a="http://schemas.openxmlformats.org/drawingml/2006/main">
              <a:ext uri="{FF2B5EF4-FFF2-40B4-BE49-F238E27FC236}">
                <a16:creationId xmlns:a16="http://schemas.microsoft.com/office/drawing/2014/main" id="{C0385CA6-0215-4C6D-9658-F37EA26CE837}"/>
              </a:ext>
            </a:extLst>
          </p:cNvPr>
          <p:cNvSpPr>
            <a:spLocks xmlns:a="http://schemas.openxmlformats.org/drawingml/2006/main" noGrp="1"/>
          </p:cNvSpPr>
          <p:nvPr>
            <p:ph type="sldNum" idx="12"/>
          </p:nvPr>
        </p:nvSpPr>
        <p:spPr>
          <a:xfrm xmlns:a="http://schemas.openxmlformats.org/drawingml/2006/main">
            <a:off x="11482099" y="6634666"/>
            <a:ext cx="193964" cy="123111"/>
          </a:xfrm>
        </p:spPr>
        <p:txBody>
          <a:bodyPr xmlns:a="http://schemas.openxmlformats.org/drawingml/2006/main"/>
          <a:lstStyle xmlns:a="http://schemas.openxmlformats.org/drawingml/2006/main"/>
          <a:p xmlns:a="http://schemas.openxmlformats.org/drawingml/2006/main">
            <a:fld id="{D949F9DF-37BD-4CD6-BF49-65BA579E1D7A}" type="slidenum">
              <a:t>‹#›</a:t>
            </a:fld>
            <a:endParaRPr/>
          </a:p>
        </p:txBody>
      </p:sp>
      <p:sp>
        <p:nvSpPr>
          <p:cNvPr id="18" name="Titel 17">
            <a:extLst xmlns:a="http://schemas.openxmlformats.org/drawingml/2006/main">
              <a:ext uri="{FF2B5EF4-FFF2-40B4-BE49-F238E27FC236}">
                <a16:creationId xmlns:a16="http://schemas.microsoft.com/office/drawing/2014/main" id="{9995CF9C-9826-4946-A085-FF49199BE4D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solidFill>
                  <a:srgbClr val="041E42"/>
                </a:solidFill>
              </a:defRPr>
            </a:lvl1pPr>
          </a:lstStyle>
          <a:p xmlns:a="http://schemas.openxmlformats.org/drawingml/2006/main">
            <a:r>
              <a:t>Mastertitelformat bearbeiten</a:t>
            </a:r>
          </a:p>
        </p:txBody>
      </p:sp>
      <p:sp>
        <p:nvSpPr>
          <p:cNvPr id="21" name="Bildplatzhalter 8">
            <a:extLst xmlns:a="http://schemas.openxmlformats.org/drawingml/2006/main">
              <a:ext uri="{FF2B5EF4-FFF2-40B4-BE49-F238E27FC236}">
                <a16:creationId xmlns:a16="http://schemas.microsoft.com/office/drawing/2014/main" id="{E2430412-20B6-4F53-A77B-A26A49135E49}"/>
              </a:ext>
            </a:extLst>
          </p:cNvPr>
          <p:cNvSpPr>
            <a:spLocks xmlns:a="http://schemas.openxmlformats.org/drawingml/2006/main" noGrp="1"/>
          </p:cNvSpPr>
          <p:nvPr>
            <p:ph type="pic" idx="25" hasCustomPrompt="1"/>
          </p:nvPr>
        </p:nvSpPr>
        <p:spPr>
          <a:xfrm xmlns:a="http://schemas.openxmlformats.org/drawingml/2006/main">
            <a:off x="518317" y="1631156"/>
            <a:ext cx="3569758" cy="3951164"/>
          </a:xfrm>
          <a:prstGeom xmlns:a="http://schemas.openxmlformats.org/drawingml/2006/main" prst="rect">
            <a:avLst/>
          </a:prstGeom>
          <a:solidFill xmlns:a="http://schemas.openxmlformats.org/drawingml/2006/main">
            <a:schemeClr val="bg1">
              <a:lumMod val="95000"/>
            </a:schemeClr>
          </a:solidFill>
        </p:spPr>
        <p:txBody>
          <a:bodyPr xmlns:a="http://schemas.openxmlformats.org/drawingml/2006/main"/>
          <a:lstStyle xmlns:a="http://schemas.openxmlformats.org/drawingml/2006/main"/>
          <a:p xmlns:a="http://schemas.openxmlformats.org/drawingml/2006/main">
            <a:r>
              <a:t> </a:t>
            </a:r>
          </a:p>
        </p:txBody>
      </p:sp>
      <p:sp>
        <p:nvSpPr>
          <p:cNvPr id="22" name="Textplatzhalter 10">
            <a:extLst xmlns:a="http://schemas.openxmlformats.org/drawingml/2006/main">
              <a:ext uri="{FF2B5EF4-FFF2-40B4-BE49-F238E27FC236}">
                <a16:creationId xmlns:a16="http://schemas.microsoft.com/office/drawing/2014/main" id="{48CA2DF0-5B92-4CE6-AF1A-CC648431BB90}"/>
              </a:ext>
            </a:extLst>
          </p:cNvPr>
          <p:cNvSpPr>
            <a:spLocks xmlns:a="http://schemas.openxmlformats.org/drawingml/2006/main" noGrp="1"/>
          </p:cNvSpPr>
          <p:nvPr>
            <p:ph type="body" idx="26"/>
          </p:nvPr>
        </p:nvSpPr>
        <p:spPr>
          <a:xfrm xmlns:a="http://schemas.openxmlformats.org/drawingml/2006/main">
            <a:off x="518317" y="5690271"/>
            <a:ext cx="3569758" cy="511084"/>
          </a:xfrm>
        </p:spPr>
        <p:txBody>
          <a:bodyPr xmlns:a="http://schemas.openxmlformats.org/drawingml/2006/main" wrap="square">
            <a:noAutofit/>
          </a:bodyPr>
          <a:lstStyle xmlns:a="http://schemas.openxmlformats.org/drawingml/2006/main">
            <a:lvl1pPr>
              <a:lnSpc>
                <a:spcPct val="110000"/>
              </a:lnSpc>
              <a:spcAft>
                <a:spcPts val="0"/>
              </a:spcAft>
              <a:buNone/>
              <a:defRPr sz="1400"/>
            </a:lvl1pPr>
          </a:lstStyle>
          <a:p xmlns:a="http://schemas.openxmlformats.org/drawingml/2006/main">
            <a:pPr lvl="0">
              <a:buNone/>
            </a:pPr>
            <a:r>
              <a:t>Mastertextformat bearbeiten</a:t>
            </a:r>
          </a:p>
        </p:txBody>
      </p:sp>
      <p:sp>
        <p:nvSpPr>
          <p:cNvPr id="23" name="Bildplatzhalter 8">
            <a:extLst xmlns:a="http://schemas.openxmlformats.org/drawingml/2006/main">
              <a:ext uri="{FF2B5EF4-FFF2-40B4-BE49-F238E27FC236}">
                <a16:creationId xmlns:a16="http://schemas.microsoft.com/office/drawing/2014/main" id="{002E2471-F223-4896-A895-CE0AF20E11DB}"/>
              </a:ext>
            </a:extLst>
          </p:cNvPr>
          <p:cNvSpPr>
            <a:spLocks xmlns:a="http://schemas.openxmlformats.org/drawingml/2006/main" noGrp="1"/>
          </p:cNvSpPr>
          <p:nvPr>
            <p:ph type="pic" idx="27" hasCustomPrompt="1"/>
          </p:nvPr>
        </p:nvSpPr>
        <p:spPr>
          <a:xfrm xmlns:a="http://schemas.openxmlformats.org/drawingml/2006/main">
            <a:off x="8106305" y="1631156"/>
            <a:ext cx="3569758" cy="3951164"/>
          </a:xfrm>
          <a:prstGeom xmlns:a="http://schemas.openxmlformats.org/drawingml/2006/main" prst="rect">
            <a:avLst/>
          </a:prstGeom>
          <a:solidFill xmlns:a="http://schemas.openxmlformats.org/drawingml/2006/main">
            <a:schemeClr val="bg1">
              <a:lumMod val="95000"/>
            </a:schemeClr>
          </a:solidFill>
        </p:spPr>
        <p:txBody>
          <a:bodyPr xmlns:a="http://schemas.openxmlformats.org/drawingml/2006/main"/>
          <a:lstStyle xmlns:a="http://schemas.openxmlformats.org/drawingml/2006/main"/>
          <a:p xmlns:a="http://schemas.openxmlformats.org/drawingml/2006/main">
            <a:r>
              <a:t> </a:t>
            </a:r>
          </a:p>
        </p:txBody>
      </p:sp>
      <p:sp>
        <p:nvSpPr>
          <p:cNvPr id="24" name="Textplatzhalter 10">
            <a:extLst xmlns:a="http://schemas.openxmlformats.org/drawingml/2006/main">
              <a:ext uri="{FF2B5EF4-FFF2-40B4-BE49-F238E27FC236}">
                <a16:creationId xmlns:a16="http://schemas.microsoft.com/office/drawing/2014/main" id="{470E7482-A37A-44BE-ADE5-A0B3B10E8FCA}"/>
              </a:ext>
            </a:extLst>
          </p:cNvPr>
          <p:cNvSpPr>
            <a:spLocks xmlns:a="http://schemas.openxmlformats.org/drawingml/2006/main" noGrp="1"/>
          </p:cNvSpPr>
          <p:nvPr>
            <p:ph type="body" idx="28"/>
          </p:nvPr>
        </p:nvSpPr>
        <p:spPr>
          <a:xfrm xmlns:a="http://schemas.openxmlformats.org/drawingml/2006/main">
            <a:off x="8106305" y="5690271"/>
            <a:ext cx="3569758" cy="511084"/>
          </a:xfrm>
        </p:spPr>
        <p:txBody>
          <a:bodyPr xmlns:a="http://schemas.openxmlformats.org/drawingml/2006/main" wrap="square">
            <a:noAutofit/>
          </a:bodyPr>
          <a:lstStyle xmlns:a="http://schemas.openxmlformats.org/drawingml/2006/main">
            <a:lvl1pPr>
              <a:lnSpc>
                <a:spcPct val="110000"/>
              </a:lnSpc>
              <a:spcAft>
                <a:spcPts val="0"/>
              </a:spcAft>
              <a:buNone/>
              <a:defRPr sz="1400"/>
            </a:lvl1pPr>
          </a:lstStyle>
          <a:p xmlns:a="http://schemas.openxmlformats.org/drawingml/2006/main">
            <a:pPr lvl="0">
              <a:buNone/>
            </a:pPr>
            <a:r>
              <a:t>Mastertextformat bearbeiten</a:t>
            </a:r>
          </a:p>
        </p:txBody>
      </p:sp>
      <p:sp>
        <p:nvSpPr>
          <p:cNvPr id="25" name="Bildplatzhalter 8">
            <a:extLst xmlns:a="http://schemas.openxmlformats.org/drawingml/2006/main">
              <a:ext uri="{FF2B5EF4-FFF2-40B4-BE49-F238E27FC236}">
                <a16:creationId xmlns:a16="http://schemas.microsoft.com/office/drawing/2014/main" id="{3FD09289-F115-4464-A726-812A11720CAD}"/>
              </a:ext>
            </a:extLst>
          </p:cNvPr>
          <p:cNvSpPr>
            <a:spLocks xmlns:a="http://schemas.openxmlformats.org/drawingml/2006/main" noGrp="1"/>
          </p:cNvSpPr>
          <p:nvPr>
            <p:ph type="pic" idx="29" hasCustomPrompt="1"/>
          </p:nvPr>
        </p:nvSpPr>
        <p:spPr>
          <a:xfrm xmlns:a="http://schemas.openxmlformats.org/drawingml/2006/main">
            <a:off x="4312311" y="1631156"/>
            <a:ext cx="3569758" cy="3951164"/>
          </a:xfrm>
          <a:prstGeom xmlns:a="http://schemas.openxmlformats.org/drawingml/2006/main" prst="rect">
            <a:avLst/>
          </a:prstGeom>
          <a:solidFill xmlns:a="http://schemas.openxmlformats.org/drawingml/2006/main">
            <a:schemeClr val="bg1">
              <a:lumMod val="95000"/>
            </a:schemeClr>
          </a:solidFill>
        </p:spPr>
        <p:txBody>
          <a:bodyPr xmlns:a="http://schemas.openxmlformats.org/drawingml/2006/main"/>
          <a:lstStyle xmlns:a="http://schemas.openxmlformats.org/drawingml/2006/main"/>
          <a:p xmlns:a="http://schemas.openxmlformats.org/drawingml/2006/main">
            <a:r>
              <a:t> </a:t>
            </a:r>
          </a:p>
        </p:txBody>
      </p:sp>
      <p:sp>
        <p:nvSpPr>
          <p:cNvPr id="26" name="Textplatzhalter 10">
            <a:extLst xmlns:a="http://schemas.openxmlformats.org/drawingml/2006/main">
              <a:ext uri="{FF2B5EF4-FFF2-40B4-BE49-F238E27FC236}">
                <a16:creationId xmlns:a16="http://schemas.microsoft.com/office/drawing/2014/main" id="{F3F11CE6-C8CF-4ABE-B3B8-C00D74678A95}"/>
              </a:ext>
            </a:extLst>
          </p:cNvPr>
          <p:cNvSpPr>
            <a:spLocks xmlns:a="http://schemas.openxmlformats.org/drawingml/2006/main" noGrp="1"/>
          </p:cNvSpPr>
          <p:nvPr>
            <p:ph type="body" idx="30"/>
          </p:nvPr>
        </p:nvSpPr>
        <p:spPr>
          <a:xfrm xmlns:a="http://schemas.openxmlformats.org/drawingml/2006/main">
            <a:off x="4312311" y="5690271"/>
            <a:ext cx="3569758" cy="511084"/>
          </a:xfrm>
        </p:spPr>
        <p:txBody>
          <a:bodyPr xmlns:a="http://schemas.openxmlformats.org/drawingml/2006/main" wrap="square">
            <a:noAutofit/>
          </a:bodyPr>
          <a:lstStyle xmlns:a="http://schemas.openxmlformats.org/drawingml/2006/main">
            <a:lvl1pPr>
              <a:lnSpc>
                <a:spcPct val="110000"/>
              </a:lnSpc>
              <a:spcAft>
                <a:spcPts val="0"/>
              </a:spcAft>
              <a:buNone/>
              <a:defRPr sz="1400"/>
            </a:lvl1pPr>
          </a:lstStyle>
          <a:p xmlns:a="http://schemas.openxmlformats.org/drawingml/2006/main">
            <a:pPr lvl="0">
              <a:buNone/>
            </a:pPr>
            <a:r>
              <a:t>Mastertextformat bearbeiten</a:t>
            </a:r>
          </a:p>
        </p:txBody>
      </p:sp>
      <p:sp>
        <p:nvSpPr>
          <p:cNvPr id="14" name="Textplatzhalter 9">
            <a:extLst xmlns:a="http://schemas.openxmlformats.org/drawingml/2006/main">
              <a:ext uri="{FF2B5EF4-FFF2-40B4-BE49-F238E27FC236}">
                <a16:creationId xmlns:a16="http://schemas.microsoft.com/office/drawing/2014/main" id="{B180B26F-6FF8-4738-A10C-E14470F0B8C6}"/>
              </a:ext>
            </a:extLst>
          </p:cNvPr>
          <p:cNvSpPr>
            <a:spLocks xmlns:a="http://schemas.openxmlformats.org/drawingml/2006/main" noGrp="1"/>
          </p:cNvSpPr>
          <p:nvPr>
            <p:ph type="body" idx="37"/>
          </p:nvPr>
        </p:nvSpPr>
        <p:spPr>
          <a:xfrm xmlns:a="http://schemas.openxmlformats.org/drawingml/2006/main">
            <a:off x="518317" y="687598"/>
            <a:ext cx="6844385" cy="249812"/>
          </a:xfrm>
        </p:spPr>
        <p:txBody>
          <a:bodyPr xmlns:a="http://schemas.openxmlformats.org/drawingml/2006/main" wrap="square">
            <a:spAutoFit/>
          </a:bodyPr>
          <a:lstStyle xmlns:a="http://schemas.openxmlformats.org/drawingml/2006/main">
            <a:lvl1pPr>
              <a:buNone/>
              <a:defRPr sz="1600">
                <a:solidFill>
                  <a:srgbClr val="041E42"/>
                </a:solidFill>
              </a:defRPr>
            </a:lvl1pPr>
          </a:lstStyle>
          <a:p xmlns:a="http://schemas.openxmlformats.org/drawingml/2006/main">
            <a:pPr lvl="0">
              <a:buNone/>
            </a:pPr>
            <a:r>
              <a:t>Mastertextformat bearbeiten</a:t>
            </a:r>
          </a:p>
        </p:txBody>
      </p:sp>
      <p:sp>
        <p:nvSpPr>
          <p:cNvPr id="15" name="Bildplatzhalter 6">
            <a:extLst xmlns:a="http://schemas.openxmlformats.org/drawingml/2006/main">
              <a:ext uri="{FF2B5EF4-FFF2-40B4-BE49-F238E27FC236}">
                <a16:creationId xmlns:a16="http://schemas.microsoft.com/office/drawing/2014/main" id="{86D31599-AF4C-4469-80F6-AA369A20BF0B}"/>
              </a:ext>
            </a:extLst>
          </p:cNvPr>
          <p:cNvSpPr>
            <a:spLocks xmlns:a="http://schemas.openxmlformats.org/drawingml/2006/main" noGrp="1"/>
          </p:cNvSpPr>
          <p:nvPr>
            <p:ph type="pic" idx="39" hasCustomPrompt="1"/>
          </p:nvPr>
        </p:nvSpPr>
        <p:spPr>
          <a:xfrm xmlns:a="http://schemas.openxmlformats.org/drawingml/2006/main">
            <a:off x="7900146" y="301185"/>
            <a:ext cx="1080000" cy="386413"/>
          </a:xfrm>
        </p:spPr>
        <p:txBody>
          <a:bodyPr xmlns:a="http://schemas.openxmlformats.org/drawingml/2006/main" rIns="0" anchor="ctr">
            <a:normAutofit/>
          </a:bodyPr>
          <a:lstStyle xmlns:a="http://schemas.openxmlformats.org/drawingml/2006/main">
            <a:lvl1pPr algn="ctr">
              <a:buNone/>
              <a:defRPr sz="800">
                <a:solidFill>
                  <a:schemeClr val="accent6"/>
                </a:solidFill>
              </a:defRPr>
            </a:lvl1pPr>
          </a:lstStyle>
          <a:p xmlns:a="http://schemas.openxmlformats.org/drawingml/2006/main">
            <a:r>
              <a:t>Optional Logo einfügen</a:t>
            </a:r>
          </a:p>
        </p:txBody>
      </p:sp>
      <p:pic>
        <p:nvPicPr>
          <p:cNvPr id="16" name="Grafik 15">
            <a:extLst xmlns:a="http://schemas.openxmlformats.org/drawingml/2006/main">
              <a:ext uri="{FF2B5EF4-FFF2-40B4-BE49-F238E27FC236}">
                <a16:creationId xmlns:a16="http://schemas.microsoft.com/office/drawing/2014/main" id="{EB115C15-C465-4A15-8D44-D34158E0EAE0}"/>
              </a:ext>
            </a:extLst>
          </p:cNvPr>
          <p:cNvPicPr>
            <a:picLocks xmlns:a="http://schemas.openxmlformats.org/drawingml/2006/main" noChangeAspect="1"/>
          </p:cNvPicPr>
          <p:nvPr/>
        </p:nvPicPr>
        <p:blipFill>
          <a:blip xmlns:r="http://schemas.openxmlformats.org/officeDocument/2006/relationships" xmlns:a="http://schemas.openxmlformats.org/drawingml/2006/main" r:embed="R41ee283525234e13"/>
          <a:stretch xmlns:a="http://schemas.openxmlformats.org/drawingml/2006/main">
            <a:fillRect l="0" t="0" r="0" b="0"/>
          </a:stretch>
        </p:blipFill>
        <p:spPr>
          <a:xfrm xmlns:a="http://schemas.openxmlformats.org/drawingml/2006/main">
            <a:off x="9341829" y="301184"/>
            <a:ext cx="1102192" cy="386413"/>
          </a:xfrm>
          <a:prstGeom xmlns:a="http://schemas.openxmlformats.org/drawingml/2006/main" prst="rect">
            <a:avLst/>
          </a:prstGeom>
        </p:spPr>
      </p:pic>
    </p:spTree>
  </p:cSld>
</p:sldLayout>
</file>

<file path=ppt/slideLayouts/slideLayout14.xml><?xml version="1.0" encoding="utf-8"?>
<p:sldLayout xmlns:p="http://schemas.openxmlformats.org/presentationml/2006/main" preserve="1" userDrawn="1">
  <p:cSld name="Inhaltsfolie">
    <p:spTree>
      <p:nvGrpSpPr>
        <p:cNvPr id="1" name=""/>
        <p:cNvGrpSpPr/>
        <p:nvPr/>
      </p:nvGrpSpPr>
      <p:grpSpPr>
        <a:xfrm xmlns:a="http://schemas.openxmlformats.org/drawingml/2006/main"/>
      </p:grpSpPr>
      <p:sp>
        <p:nvSpPr>
          <p:cNvPr id="3" name="Datumsplatzhalter 2">
            <a:extLst xmlns:a="http://schemas.openxmlformats.org/drawingml/2006/main">
              <a:ext uri="{FF2B5EF4-FFF2-40B4-BE49-F238E27FC236}">
                <a16:creationId xmlns:a16="http://schemas.microsoft.com/office/drawing/2014/main" id="{75E0522E-4B59-4195-AD23-1DB4381AB66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2F894D4-C9B8-4F96-8FF6-79E826889C55}" type="datetime4">
              <a:t>26. November 2024</a:t>
            </a:fld>
            <a:endParaRPr/>
          </a:p>
        </p:txBody>
      </p:sp>
      <p:sp>
        <p:nvSpPr>
          <p:cNvPr id="4" name="Fußzeilenplatzhalter 3">
            <a:extLst xmlns:a="http://schemas.openxmlformats.org/drawingml/2006/main">
              <a:ext uri="{FF2B5EF4-FFF2-40B4-BE49-F238E27FC236}">
                <a16:creationId xmlns:a16="http://schemas.microsoft.com/office/drawing/2014/main" id="{E0F6FD0B-B0A5-4052-BAB6-95BD027E8CD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Technische Fakultät</a:t>
            </a:r>
            <a:endParaRPr/>
          </a:p>
        </p:txBody>
      </p:sp>
      <p:sp>
        <p:nvSpPr>
          <p:cNvPr id="5" name="Foliennummernplatzhalter 4">
            <a:extLst xmlns:a="http://schemas.openxmlformats.org/drawingml/2006/main">
              <a:ext uri="{FF2B5EF4-FFF2-40B4-BE49-F238E27FC236}">
                <a16:creationId xmlns:a16="http://schemas.microsoft.com/office/drawing/2014/main" id="{C0385CA6-0215-4C6D-9658-F37EA26CE83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949F9DF-37BD-4CD6-BF49-65BA579E1D7A}" type="slidenum">
              <a:t>‹#›</a:t>
            </a:fld>
            <a:endParaRPr/>
          </a:p>
        </p:txBody>
      </p:sp>
      <p:sp>
        <p:nvSpPr>
          <p:cNvPr id="8" name="Inhaltsplatzhalter 7">
            <a:extLst xmlns:a="http://schemas.openxmlformats.org/drawingml/2006/main">
              <a:ext uri="{FF2B5EF4-FFF2-40B4-BE49-F238E27FC236}">
                <a16:creationId xmlns:a16="http://schemas.microsoft.com/office/drawing/2014/main" id="{6A3EEDC1-9ABB-471E-855E-52CC8C208FB3}"/>
              </a:ext>
            </a:extLst>
          </p:cNvPr>
          <p:cNvSpPr>
            <a:spLocks xmlns:a="http://schemas.openxmlformats.org/drawingml/2006/main" noGrp="1"/>
          </p:cNvSpPr>
          <p:nvPr>
            <p:ph idx="14" hasCustomPrompt="1"/>
          </p:nvPr>
        </p:nvSpPr>
        <p:spPr>
          <a:xfrm xmlns:a="http://schemas.openxmlformats.org/drawingml/2006/main">
            <a:off x="518317" y="1631156"/>
            <a:ext cx="11155366" cy="4569619"/>
          </a:xfrm>
        </p:spPr>
        <p:txBody>
          <a:bodyPr xmlns:a="http://schemas.openxmlformats.org/drawingml/2006/main"/>
          <a:lstStyle xmlns:a="http://schemas.openxmlformats.org/drawingml/2006/main"/>
          <a:p xmlns:a="http://schemas.openxmlformats.org/drawingml/2006/main">
            <a:pPr lvl="0">
              <a:buNone/>
            </a:pPr>
            <a:r>
              <a:t> </a:t>
            </a:r>
          </a:p>
        </p:txBody>
      </p:sp>
      <p:sp>
        <p:nvSpPr>
          <p:cNvPr id="9" name="Titel 8">
            <a:extLst xmlns:a="http://schemas.openxmlformats.org/drawingml/2006/main">
              <a:ext uri="{FF2B5EF4-FFF2-40B4-BE49-F238E27FC236}">
                <a16:creationId xmlns:a16="http://schemas.microsoft.com/office/drawing/2014/main" id="{BBD0D2AE-225B-47F4-A359-0020AE80AD0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solidFill>
                  <a:srgbClr val="041E42"/>
                </a:solidFill>
              </a:defRPr>
            </a:lvl1pPr>
          </a:lstStyle>
          <a:p xmlns:a="http://schemas.openxmlformats.org/drawingml/2006/main">
            <a:r>
              <a:t>Mastertitelformat bearbeiten</a:t>
            </a:r>
          </a:p>
        </p:txBody>
      </p:sp>
      <p:sp>
        <p:nvSpPr>
          <p:cNvPr id="11" name="Textplatzhalter 9">
            <a:extLst xmlns:a="http://schemas.openxmlformats.org/drawingml/2006/main">
              <a:ext uri="{FF2B5EF4-FFF2-40B4-BE49-F238E27FC236}">
                <a16:creationId xmlns:a16="http://schemas.microsoft.com/office/drawing/2014/main" id="{64AF0876-C672-488E-ADCD-17BBFC336382}"/>
              </a:ext>
            </a:extLst>
          </p:cNvPr>
          <p:cNvSpPr>
            <a:spLocks xmlns:a="http://schemas.openxmlformats.org/drawingml/2006/main" noGrp="1"/>
          </p:cNvSpPr>
          <p:nvPr>
            <p:ph type="body" idx="37"/>
          </p:nvPr>
        </p:nvSpPr>
        <p:spPr>
          <a:xfrm xmlns:a="http://schemas.openxmlformats.org/drawingml/2006/main">
            <a:off x="518317" y="687598"/>
            <a:ext cx="6844385" cy="249812"/>
          </a:xfrm>
        </p:spPr>
        <p:txBody>
          <a:bodyPr xmlns:a="http://schemas.openxmlformats.org/drawingml/2006/main" wrap="square">
            <a:spAutoFit/>
          </a:bodyPr>
          <a:lstStyle xmlns:a="http://schemas.openxmlformats.org/drawingml/2006/main">
            <a:lvl1pPr>
              <a:buNone/>
              <a:defRPr sz="1600">
                <a:solidFill>
                  <a:srgbClr val="041E42"/>
                </a:solidFill>
              </a:defRPr>
            </a:lvl1pPr>
          </a:lstStyle>
          <a:p xmlns:a="http://schemas.openxmlformats.org/drawingml/2006/main">
            <a:pPr lvl="0">
              <a:buNone/>
            </a:pPr>
            <a:r>
              <a:t>Mastertextformat bearbeiten</a:t>
            </a:r>
          </a:p>
        </p:txBody>
      </p:sp>
      <p:sp>
        <p:nvSpPr>
          <p:cNvPr id="12" name="Bildplatzhalter 6">
            <a:extLst xmlns:a="http://schemas.openxmlformats.org/drawingml/2006/main">
              <a:ext uri="{FF2B5EF4-FFF2-40B4-BE49-F238E27FC236}">
                <a16:creationId xmlns:a16="http://schemas.microsoft.com/office/drawing/2014/main" id="{86D31599-AF4C-4469-80F6-AA369A20BF0B}"/>
              </a:ext>
            </a:extLst>
          </p:cNvPr>
          <p:cNvSpPr>
            <a:spLocks xmlns:a="http://schemas.openxmlformats.org/drawingml/2006/main" noGrp="1"/>
          </p:cNvSpPr>
          <p:nvPr>
            <p:ph type="pic" idx="39" hasCustomPrompt="1"/>
          </p:nvPr>
        </p:nvSpPr>
        <p:spPr>
          <a:xfrm xmlns:a="http://schemas.openxmlformats.org/drawingml/2006/main">
            <a:off x="7900146" y="301185"/>
            <a:ext cx="1080000" cy="386413"/>
          </a:xfrm>
        </p:spPr>
        <p:txBody>
          <a:bodyPr xmlns:a="http://schemas.openxmlformats.org/drawingml/2006/main" rIns="0" anchor="ctr">
            <a:normAutofit/>
          </a:bodyPr>
          <a:lstStyle xmlns:a="http://schemas.openxmlformats.org/drawingml/2006/main">
            <a:lvl1pPr algn="ctr">
              <a:buNone/>
              <a:defRPr sz="800">
                <a:solidFill>
                  <a:schemeClr val="accent6"/>
                </a:solidFill>
              </a:defRPr>
            </a:lvl1pPr>
          </a:lstStyle>
          <a:p xmlns:a="http://schemas.openxmlformats.org/drawingml/2006/main">
            <a:r>
              <a:t>Optional Logo einfügen</a:t>
            </a:r>
          </a:p>
        </p:txBody>
      </p:sp>
      <p:pic>
        <p:nvPicPr>
          <p:cNvPr id="13" name="Grafik 12">
            <a:extLst xmlns:a="http://schemas.openxmlformats.org/drawingml/2006/main">
              <a:ext uri="{FF2B5EF4-FFF2-40B4-BE49-F238E27FC236}">
                <a16:creationId xmlns:a16="http://schemas.microsoft.com/office/drawing/2014/main" id="{C5996ADF-EBF1-49EA-BFF8-5D55C829E4D5}"/>
              </a:ext>
            </a:extLst>
          </p:cNvPr>
          <p:cNvPicPr>
            <a:picLocks xmlns:a="http://schemas.openxmlformats.org/drawingml/2006/main" noChangeAspect="1"/>
          </p:cNvPicPr>
          <p:nvPr/>
        </p:nvPicPr>
        <p:blipFill>
          <a:blip xmlns:r="http://schemas.openxmlformats.org/officeDocument/2006/relationships" xmlns:a="http://schemas.openxmlformats.org/drawingml/2006/main" r:embed="Rf7667888787d4b0d"/>
          <a:stretch xmlns:a="http://schemas.openxmlformats.org/drawingml/2006/main">
            <a:fillRect l="0" t="0" r="0" b="0"/>
          </a:stretch>
        </p:blipFill>
        <p:spPr>
          <a:xfrm xmlns:a="http://schemas.openxmlformats.org/drawingml/2006/main">
            <a:off x="9341829" y="301184"/>
            <a:ext cx="1102192" cy="386413"/>
          </a:xfrm>
          <a:prstGeom xmlns:a="http://schemas.openxmlformats.org/drawingml/2006/main" prst="rect">
            <a:avLst/>
          </a:prstGeom>
        </p:spPr>
      </p:pic>
    </p:spTree>
  </p:cSld>
</p:sldLayout>
</file>

<file path=ppt/slideLayouts/slideLayout15.xml><?xml version="1.0" encoding="utf-8"?>
<p:sldLayout xmlns:p="http://schemas.openxmlformats.org/presentationml/2006/main" preserve="1" userDrawn="1">
  <p:cSld name="Inhaltsfolie | zweispaltig">
    <p:spTree>
      <p:nvGrpSpPr>
        <p:cNvPr id="1" name=""/>
        <p:cNvGrpSpPr/>
        <p:nvPr/>
      </p:nvGrpSpPr>
      <p:grpSpPr>
        <a:xfrm xmlns:a="http://schemas.openxmlformats.org/drawingml/2006/main"/>
      </p:grpSpPr>
      <p:sp>
        <p:nvSpPr>
          <p:cNvPr id="3" name="Datumsplatzhalter 2">
            <a:extLst xmlns:a="http://schemas.openxmlformats.org/drawingml/2006/main">
              <a:ext uri="{FF2B5EF4-FFF2-40B4-BE49-F238E27FC236}">
                <a16:creationId xmlns:a16="http://schemas.microsoft.com/office/drawing/2014/main" id="{75E0522E-4B59-4195-AD23-1DB4381AB66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33DA0F4A-AEAE-4C58-AA76-7EADB0FF7089}" type="datetime4">
              <a:t>26. November 2024</a:t>
            </a:fld>
            <a:endParaRPr/>
          </a:p>
        </p:txBody>
      </p:sp>
      <p:sp>
        <p:nvSpPr>
          <p:cNvPr id="4" name="Fußzeilenplatzhalter 3">
            <a:extLst xmlns:a="http://schemas.openxmlformats.org/drawingml/2006/main">
              <a:ext uri="{FF2B5EF4-FFF2-40B4-BE49-F238E27FC236}">
                <a16:creationId xmlns:a16="http://schemas.microsoft.com/office/drawing/2014/main" id="{E0F6FD0B-B0A5-4052-BAB6-95BD027E8CD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Technische Fakultät</a:t>
            </a:r>
            <a:endParaRPr/>
          </a:p>
        </p:txBody>
      </p:sp>
      <p:sp>
        <p:nvSpPr>
          <p:cNvPr id="5" name="Foliennummernplatzhalter 4">
            <a:extLst xmlns:a="http://schemas.openxmlformats.org/drawingml/2006/main">
              <a:ext uri="{FF2B5EF4-FFF2-40B4-BE49-F238E27FC236}">
                <a16:creationId xmlns:a16="http://schemas.microsoft.com/office/drawing/2014/main" id="{C0385CA6-0215-4C6D-9658-F37EA26CE837}"/>
              </a:ext>
            </a:extLst>
          </p:cNvPr>
          <p:cNvSpPr>
            <a:spLocks xmlns:a="http://schemas.openxmlformats.org/drawingml/2006/main" noGrp="1"/>
          </p:cNvSpPr>
          <p:nvPr>
            <p:ph type="sldNum" idx="12"/>
          </p:nvPr>
        </p:nvSpPr>
        <p:spPr>
          <a:xfrm xmlns:a="http://schemas.openxmlformats.org/drawingml/2006/main">
            <a:off x="11482099" y="6634666"/>
            <a:ext cx="193964" cy="123111"/>
          </a:xfrm>
        </p:spPr>
        <p:txBody>
          <a:bodyPr xmlns:a="http://schemas.openxmlformats.org/drawingml/2006/main"/>
          <a:lstStyle xmlns:a="http://schemas.openxmlformats.org/drawingml/2006/main"/>
          <a:p xmlns:a="http://schemas.openxmlformats.org/drawingml/2006/main">
            <a:fld id="{D949F9DF-37BD-4CD6-BF49-65BA579E1D7A}" type="slidenum">
              <a:t>‹#›</a:t>
            </a:fld>
            <a:endParaRPr/>
          </a:p>
        </p:txBody>
      </p:sp>
      <p:sp>
        <p:nvSpPr>
          <p:cNvPr id="8" name="Inhaltsplatzhalter 7">
            <a:extLst xmlns:a="http://schemas.openxmlformats.org/drawingml/2006/main">
              <a:ext uri="{FF2B5EF4-FFF2-40B4-BE49-F238E27FC236}">
                <a16:creationId xmlns:a16="http://schemas.microsoft.com/office/drawing/2014/main" id="{6A3EEDC1-9ABB-471E-855E-52CC8C208FB3}"/>
              </a:ext>
            </a:extLst>
          </p:cNvPr>
          <p:cNvSpPr>
            <a:spLocks xmlns:a="http://schemas.openxmlformats.org/drawingml/2006/main" noGrp="1"/>
          </p:cNvSpPr>
          <p:nvPr>
            <p:ph idx="14" hasCustomPrompt="1"/>
          </p:nvPr>
        </p:nvSpPr>
        <p:spPr>
          <a:xfrm xmlns:a="http://schemas.openxmlformats.org/drawingml/2006/main">
            <a:off x="518317" y="1631156"/>
            <a:ext cx="5469733" cy="4569619"/>
          </a:xfrm>
        </p:spPr>
        <p:txBody>
          <a:bodyPr xmlns:a="http://schemas.openxmlformats.org/drawingml/2006/main"/>
          <a:lstStyle xmlns:a="http://schemas.openxmlformats.org/drawingml/2006/main"/>
          <a:p xmlns:a="http://schemas.openxmlformats.org/drawingml/2006/main">
            <a:pPr lvl="0">
              <a:buNone/>
            </a:pPr>
            <a:r>
              <a:t> </a:t>
            </a:r>
          </a:p>
        </p:txBody>
      </p:sp>
      <p:sp>
        <p:nvSpPr>
          <p:cNvPr id="9" name="Titel 8">
            <a:extLst xmlns:a="http://schemas.openxmlformats.org/drawingml/2006/main">
              <a:ext uri="{FF2B5EF4-FFF2-40B4-BE49-F238E27FC236}">
                <a16:creationId xmlns:a16="http://schemas.microsoft.com/office/drawing/2014/main" id="{BBD0D2AE-225B-47F4-A359-0020AE80AD0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solidFill>
                  <a:srgbClr val="041E42"/>
                </a:solidFill>
              </a:defRPr>
            </a:lvl1pPr>
          </a:lstStyle>
          <a:p xmlns:a="http://schemas.openxmlformats.org/drawingml/2006/main">
            <a:r>
              <a:t>Mastertitelformat bearbeiten</a:t>
            </a:r>
          </a:p>
        </p:txBody>
      </p:sp>
      <p:sp>
        <p:nvSpPr>
          <p:cNvPr id="11" name="Inhaltsplatzhalter 7">
            <a:extLst xmlns:a="http://schemas.openxmlformats.org/drawingml/2006/main">
              <a:ext uri="{FF2B5EF4-FFF2-40B4-BE49-F238E27FC236}">
                <a16:creationId xmlns:a16="http://schemas.microsoft.com/office/drawing/2014/main" id="{33608DEB-69EC-4E8F-A567-9E3EA36C3624}"/>
              </a:ext>
            </a:extLst>
          </p:cNvPr>
          <p:cNvSpPr>
            <a:spLocks xmlns:a="http://schemas.openxmlformats.org/drawingml/2006/main" noGrp="1"/>
          </p:cNvSpPr>
          <p:nvPr>
            <p:ph idx="39" hasCustomPrompt="1"/>
          </p:nvPr>
        </p:nvSpPr>
        <p:spPr>
          <a:xfrm xmlns:a="http://schemas.openxmlformats.org/drawingml/2006/main">
            <a:off x="6206330" y="1631156"/>
            <a:ext cx="5469733" cy="4569619"/>
          </a:xfrm>
        </p:spPr>
        <p:txBody>
          <a:bodyPr xmlns:a="http://schemas.openxmlformats.org/drawingml/2006/main"/>
          <a:lstStyle xmlns:a="http://schemas.openxmlformats.org/drawingml/2006/main"/>
          <a:p xmlns:a="http://schemas.openxmlformats.org/drawingml/2006/main">
            <a:pPr lvl="0">
              <a:buNone/>
            </a:pPr>
            <a:r>
              <a:t> </a:t>
            </a:r>
          </a:p>
        </p:txBody>
      </p:sp>
      <p:sp>
        <p:nvSpPr>
          <p:cNvPr id="12" name="Textplatzhalter 9">
            <a:extLst xmlns:a="http://schemas.openxmlformats.org/drawingml/2006/main">
              <a:ext uri="{FF2B5EF4-FFF2-40B4-BE49-F238E27FC236}">
                <a16:creationId xmlns:a16="http://schemas.microsoft.com/office/drawing/2014/main" id="{777B5741-96D1-4193-A4A5-5EE22D85663F}"/>
              </a:ext>
            </a:extLst>
          </p:cNvPr>
          <p:cNvSpPr>
            <a:spLocks xmlns:a="http://schemas.openxmlformats.org/drawingml/2006/main" noGrp="1"/>
          </p:cNvSpPr>
          <p:nvPr>
            <p:ph type="body" idx="37"/>
          </p:nvPr>
        </p:nvSpPr>
        <p:spPr>
          <a:xfrm xmlns:a="http://schemas.openxmlformats.org/drawingml/2006/main">
            <a:off x="518317" y="687598"/>
            <a:ext cx="6844385" cy="249812"/>
          </a:xfrm>
        </p:spPr>
        <p:txBody>
          <a:bodyPr xmlns:a="http://schemas.openxmlformats.org/drawingml/2006/main" wrap="square">
            <a:spAutoFit/>
          </a:bodyPr>
          <a:lstStyle xmlns:a="http://schemas.openxmlformats.org/drawingml/2006/main">
            <a:lvl1pPr>
              <a:buNone/>
              <a:defRPr sz="1600">
                <a:solidFill>
                  <a:srgbClr val="041E42"/>
                </a:solidFill>
              </a:defRPr>
            </a:lvl1pPr>
          </a:lstStyle>
          <a:p xmlns:a="http://schemas.openxmlformats.org/drawingml/2006/main">
            <a:pPr lvl="0">
              <a:buNone/>
            </a:pPr>
            <a:r>
              <a:t>Mastertextformat bearbeiten</a:t>
            </a:r>
          </a:p>
        </p:txBody>
      </p:sp>
      <p:sp>
        <p:nvSpPr>
          <p:cNvPr id="13" name="Bildplatzhalter 6">
            <a:extLst xmlns:a="http://schemas.openxmlformats.org/drawingml/2006/main">
              <a:ext uri="{FF2B5EF4-FFF2-40B4-BE49-F238E27FC236}">
                <a16:creationId xmlns:a16="http://schemas.microsoft.com/office/drawing/2014/main" id="{86D31599-AF4C-4469-80F6-AA369A20BF0B}"/>
              </a:ext>
            </a:extLst>
          </p:cNvPr>
          <p:cNvSpPr>
            <a:spLocks xmlns:a="http://schemas.openxmlformats.org/drawingml/2006/main" noGrp="1"/>
          </p:cNvSpPr>
          <p:nvPr>
            <p:ph type="pic" idx="40" hasCustomPrompt="1"/>
          </p:nvPr>
        </p:nvSpPr>
        <p:spPr>
          <a:xfrm xmlns:a="http://schemas.openxmlformats.org/drawingml/2006/main">
            <a:off x="7900146" y="301185"/>
            <a:ext cx="1080000" cy="386413"/>
          </a:xfrm>
        </p:spPr>
        <p:txBody>
          <a:bodyPr xmlns:a="http://schemas.openxmlformats.org/drawingml/2006/main" rIns="0" anchor="ctr">
            <a:normAutofit/>
          </a:bodyPr>
          <a:lstStyle xmlns:a="http://schemas.openxmlformats.org/drawingml/2006/main">
            <a:lvl1pPr algn="ctr">
              <a:buNone/>
              <a:defRPr sz="800">
                <a:solidFill>
                  <a:schemeClr val="accent6"/>
                </a:solidFill>
              </a:defRPr>
            </a:lvl1pPr>
          </a:lstStyle>
          <a:p xmlns:a="http://schemas.openxmlformats.org/drawingml/2006/main">
            <a:r>
              <a:t>Optional Logo einfügen</a:t>
            </a:r>
          </a:p>
        </p:txBody>
      </p:sp>
      <p:pic>
        <p:nvPicPr>
          <p:cNvPr id="14" name="Grafik 13">
            <a:extLst xmlns:a="http://schemas.openxmlformats.org/drawingml/2006/main">
              <a:ext uri="{FF2B5EF4-FFF2-40B4-BE49-F238E27FC236}">
                <a16:creationId xmlns:a16="http://schemas.microsoft.com/office/drawing/2014/main" id="{B6DD981E-C89E-490C-A39F-990F709A5098}"/>
              </a:ext>
            </a:extLst>
          </p:cNvPr>
          <p:cNvPicPr>
            <a:picLocks xmlns:a="http://schemas.openxmlformats.org/drawingml/2006/main" noChangeAspect="1"/>
          </p:cNvPicPr>
          <p:nvPr/>
        </p:nvPicPr>
        <p:blipFill>
          <a:blip xmlns:r="http://schemas.openxmlformats.org/officeDocument/2006/relationships" xmlns:a="http://schemas.openxmlformats.org/drawingml/2006/main" r:embed="R7021297b3c2d46a0"/>
          <a:stretch xmlns:a="http://schemas.openxmlformats.org/drawingml/2006/main">
            <a:fillRect l="0" t="0" r="0" b="0"/>
          </a:stretch>
        </p:blipFill>
        <p:spPr>
          <a:xfrm xmlns:a="http://schemas.openxmlformats.org/drawingml/2006/main">
            <a:off x="9341829" y="301184"/>
            <a:ext cx="1102192" cy="386413"/>
          </a:xfrm>
          <a:prstGeom xmlns:a="http://schemas.openxmlformats.org/drawingml/2006/main" prst="rect">
            <a:avLst/>
          </a:prstGeom>
        </p:spPr>
      </p:pic>
    </p:spTree>
  </p:cSld>
</p:sldLayout>
</file>

<file path=ppt/slideLayouts/slideLayout16.xml><?xml version="1.0" encoding="utf-8"?>
<p:sldLayout xmlns:p="http://schemas.openxmlformats.org/presentationml/2006/main" preserve="1" userDrawn="1">
  <p:cSld name="Inhaltsfolie | mit Text">
    <p:spTree>
      <p:nvGrpSpPr>
        <p:cNvPr id="1" name=""/>
        <p:cNvGrpSpPr/>
        <p:nvPr/>
      </p:nvGrpSpPr>
      <p:grpSpPr>
        <a:xfrm xmlns:a="http://schemas.openxmlformats.org/drawingml/2006/main"/>
      </p:grpSpPr>
      <p:sp>
        <p:nvSpPr>
          <p:cNvPr id="3" name="Datumsplatzhalter 2">
            <a:extLst xmlns:a="http://schemas.openxmlformats.org/drawingml/2006/main">
              <a:ext uri="{FF2B5EF4-FFF2-40B4-BE49-F238E27FC236}">
                <a16:creationId xmlns:a16="http://schemas.microsoft.com/office/drawing/2014/main" id="{75E0522E-4B59-4195-AD23-1DB4381AB66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4E4667C9-4C75-43A9-95B7-0690D6F29CA5}" type="datetime4">
              <a:t>26. November 2024</a:t>
            </a:fld>
            <a:endParaRPr/>
          </a:p>
        </p:txBody>
      </p:sp>
      <p:sp>
        <p:nvSpPr>
          <p:cNvPr id="4" name="Fußzeilenplatzhalter 3">
            <a:extLst xmlns:a="http://schemas.openxmlformats.org/drawingml/2006/main">
              <a:ext uri="{FF2B5EF4-FFF2-40B4-BE49-F238E27FC236}">
                <a16:creationId xmlns:a16="http://schemas.microsoft.com/office/drawing/2014/main" id="{E0F6FD0B-B0A5-4052-BAB6-95BD027E8CD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Technische Fakultät</a:t>
            </a:r>
            <a:endParaRPr/>
          </a:p>
        </p:txBody>
      </p:sp>
      <p:sp>
        <p:nvSpPr>
          <p:cNvPr id="5" name="Foliennummernplatzhalter 4">
            <a:extLst xmlns:a="http://schemas.openxmlformats.org/drawingml/2006/main">
              <a:ext uri="{FF2B5EF4-FFF2-40B4-BE49-F238E27FC236}">
                <a16:creationId xmlns:a16="http://schemas.microsoft.com/office/drawing/2014/main" id="{C0385CA6-0215-4C6D-9658-F37EA26CE83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949F9DF-37BD-4CD6-BF49-65BA579E1D7A}" type="slidenum">
              <a:t>‹#›</a:t>
            </a:fld>
            <a:endParaRPr/>
          </a:p>
        </p:txBody>
      </p:sp>
      <p:sp>
        <p:nvSpPr>
          <p:cNvPr id="7" name="Textplatzhalter 6">
            <a:extLst xmlns:a="http://schemas.openxmlformats.org/drawingml/2006/main">
              <a:ext uri="{FF2B5EF4-FFF2-40B4-BE49-F238E27FC236}">
                <a16:creationId xmlns:a16="http://schemas.microsoft.com/office/drawing/2014/main" id="{75086500-15A5-49F2-8B64-748C19FDABC2}"/>
              </a:ext>
            </a:extLst>
          </p:cNvPr>
          <p:cNvSpPr>
            <a:spLocks xmlns:a="http://schemas.openxmlformats.org/drawingml/2006/main" noGrp="1"/>
          </p:cNvSpPr>
          <p:nvPr>
            <p:ph type="body" idx="15"/>
          </p:nvPr>
        </p:nvSpPr>
        <p:spPr>
          <a:xfrm xmlns:a="http://schemas.openxmlformats.org/drawingml/2006/main">
            <a:off x="8104861" y="1631156"/>
            <a:ext cx="3571200" cy="4569620"/>
          </a:xfrm>
        </p:spPr>
        <p:txBody>
          <a:bodyPr xmlns:a="http://schemas.openxmlformats.org/drawingml/2006/main"/>
          <a:lstStyle xmlns:a="http://schemas.openxmlformats.org/drawingml/2006/main"/>
          <a:p xmlns:a="http://schemas.openxmlformats.org/drawingml/2006/main">
            <a:pPr lvl="0">
              <a:buNone/>
            </a:pPr>
            <a:r>
              <a:t>Mastertextformat bearbeiten</a:t>
            </a:r>
          </a:p>
          <a:p xmlns:a="http://schemas.openxmlformats.org/drawingml/2006/main">
            <a:pPr lvl="1">
              <a:buNone/>
            </a:pPr>
            <a:r>
              <a:t>Zweite Ebene</a:t>
            </a:r>
          </a:p>
          <a:p xmlns:a="http://schemas.openxmlformats.org/drawingml/2006/main">
            <a:pPr lvl="2">
              <a:buNone/>
            </a:pPr>
            <a:r>
              <a:t>Dritte Ebene</a:t>
            </a:r>
          </a:p>
          <a:p xmlns:a="http://schemas.openxmlformats.org/drawingml/2006/main">
            <a:pPr lvl="3">
              <a:buNone/>
            </a:pPr>
            <a:r>
              <a:t>Vierte Ebene</a:t>
            </a:r>
          </a:p>
          <a:p xmlns:a="http://schemas.openxmlformats.org/drawingml/2006/main">
            <a:pPr lvl="4">
              <a:buNone/>
            </a:pPr>
            <a:r>
              <a:t>Fünfte Ebene</a:t>
            </a:r>
          </a:p>
        </p:txBody>
      </p:sp>
      <p:sp>
        <p:nvSpPr>
          <p:cNvPr id="6" name="Titel 5">
            <a:extLst xmlns:a="http://schemas.openxmlformats.org/drawingml/2006/main">
              <a:ext uri="{FF2B5EF4-FFF2-40B4-BE49-F238E27FC236}">
                <a16:creationId xmlns:a16="http://schemas.microsoft.com/office/drawing/2014/main" id="{384BE64F-DBB2-4BF3-ABE7-E92BB978D2A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solidFill>
                  <a:srgbClr val="041E42"/>
                </a:solidFill>
              </a:defRPr>
            </a:lvl1pPr>
          </a:lstStyle>
          <a:p xmlns:a="http://schemas.openxmlformats.org/drawingml/2006/main">
            <a:r>
              <a:t>Mastertitelformat bearbeiten</a:t>
            </a:r>
          </a:p>
        </p:txBody>
      </p:sp>
      <p:sp>
        <p:nvSpPr>
          <p:cNvPr id="9" name="Inhaltsplatzhalter 7">
            <a:extLst xmlns:a="http://schemas.openxmlformats.org/drawingml/2006/main">
              <a:ext uri="{FF2B5EF4-FFF2-40B4-BE49-F238E27FC236}">
                <a16:creationId xmlns:a16="http://schemas.microsoft.com/office/drawing/2014/main" id="{0D6633D6-CA56-460E-AA1C-9A4D6A62324A}"/>
              </a:ext>
            </a:extLst>
          </p:cNvPr>
          <p:cNvSpPr>
            <a:spLocks xmlns:a="http://schemas.openxmlformats.org/drawingml/2006/main" noGrp="1"/>
          </p:cNvSpPr>
          <p:nvPr>
            <p:ph idx="16" hasCustomPrompt="1"/>
          </p:nvPr>
        </p:nvSpPr>
        <p:spPr>
          <a:xfrm xmlns:a="http://schemas.openxmlformats.org/drawingml/2006/main">
            <a:off x="518317" y="1631157"/>
            <a:ext cx="7363752" cy="4569620"/>
          </a:xfrm>
        </p:spPr>
        <p:txBody>
          <a:bodyPr xmlns:a="http://schemas.openxmlformats.org/drawingml/2006/main"/>
          <a:lstStyle xmlns:a="http://schemas.openxmlformats.org/drawingml/2006/main"/>
          <a:p xmlns:a="http://schemas.openxmlformats.org/drawingml/2006/main">
            <a:pPr lvl="0">
              <a:buNone/>
            </a:pPr>
            <a:r>
              <a:t> </a:t>
            </a:r>
          </a:p>
        </p:txBody>
      </p:sp>
      <p:sp>
        <p:nvSpPr>
          <p:cNvPr id="12" name="Textplatzhalter 9">
            <a:extLst xmlns:a="http://schemas.openxmlformats.org/drawingml/2006/main">
              <a:ext uri="{FF2B5EF4-FFF2-40B4-BE49-F238E27FC236}">
                <a16:creationId xmlns:a16="http://schemas.microsoft.com/office/drawing/2014/main" id="{FBCC7105-5E2C-4745-BEC8-77E521534F9E}"/>
              </a:ext>
            </a:extLst>
          </p:cNvPr>
          <p:cNvSpPr>
            <a:spLocks xmlns:a="http://schemas.openxmlformats.org/drawingml/2006/main" noGrp="1"/>
          </p:cNvSpPr>
          <p:nvPr>
            <p:ph type="body" idx="37"/>
          </p:nvPr>
        </p:nvSpPr>
        <p:spPr>
          <a:xfrm xmlns:a="http://schemas.openxmlformats.org/drawingml/2006/main">
            <a:off x="518317" y="687598"/>
            <a:ext cx="6844385" cy="249812"/>
          </a:xfrm>
        </p:spPr>
        <p:txBody>
          <a:bodyPr xmlns:a="http://schemas.openxmlformats.org/drawingml/2006/main" wrap="square">
            <a:spAutoFit/>
          </a:bodyPr>
          <a:lstStyle xmlns:a="http://schemas.openxmlformats.org/drawingml/2006/main">
            <a:lvl1pPr>
              <a:buNone/>
              <a:defRPr sz="1600">
                <a:solidFill>
                  <a:srgbClr val="041E42"/>
                </a:solidFill>
              </a:defRPr>
            </a:lvl1pPr>
          </a:lstStyle>
          <a:p xmlns:a="http://schemas.openxmlformats.org/drawingml/2006/main">
            <a:pPr lvl="0">
              <a:buNone/>
            </a:pPr>
            <a:r>
              <a:t>Mastertextformat bearbeiten</a:t>
            </a:r>
          </a:p>
        </p:txBody>
      </p:sp>
      <p:sp>
        <p:nvSpPr>
          <p:cNvPr id="10" name="Bildplatzhalter 6">
            <a:extLst xmlns:a="http://schemas.openxmlformats.org/drawingml/2006/main">
              <a:ext uri="{FF2B5EF4-FFF2-40B4-BE49-F238E27FC236}">
                <a16:creationId xmlns:a16="http://schemas.microsoft.com/office/drawing/2014/main" id="{86D31599-AF4C-4469-80F6-AA369A20BF0B}"/>
              </a:ext>
            </a:extLst>
          </p:cNvPr>
          <p:cNvSpPr>
            <a:spLocks xmlns:a="http://schemas.openxmlformats.org/drawingml/2006/main" noGrp="1"/>
          </p:cNvSpPr>
          <p:nvPr>
            <p:ph type="pic" idx="39" hasCustomPrompt="1"/>
          </p:nvPr>
        </p:nvSpPr>
        <p:spPr>
          <a:xfrm xmlns:a="http://schemas.openxmlformats.org/drawingml/2006/main">
            <a:off x="7900146" y="301185"/>
            <a:ext cx="1080000" cy="386413"/>
          </a:xfrm>
        </p:spPr>
        <p:txBody>
          <a:bodyPr xmlns:a="http://schemas.openxmlformats.org/drawingml/2006/main" rIns="0" anchor="ctr">
            <a:normAutofit/>
          </a:bodyPr>
          <a:lstStyle xmlns:a="http://schemas.openxmlformats.org/drawingml/2006/main">
            <a:lvl1pPr algn="ctr">
              <a:buNone/>
              <a:defRPr sz="800">
                <a:solidFill>
                  <a:schemeClr val="accent6"/>
                </a:solidFill>
              </a:defRPr>
            </a:lvl1pPr>
          </a:lstStyle>
          <a:p xmlns:a="http://schemas.openxmlformats.org/drawingml/2006/main">
            <a:r>
              <a:t>Optional Logo einfügen</a:t>
            </a:r>
          </a:p>
        </p:txBody>
      </p:sp>
      <p:pic>
        <p:nvPicPr>
          <p:cNvPr id="13" name="Grafik 12">
            <a:extLst xmlns:a="http://schemas.openxmlformats.org/drawingml/2006/main">
              <a:ext uri="{FF2B5EF4-FFF2-40B4-BE49-F238E27FC236}">
                <a16:creationId xmlns:a16="http://schemas.microsoft.com/office/drawing/2014/main" id="{3AF79C87-3044-4F5C-A565-31DF7AC71DC6}"/>
              </a:ext>
            </a:extLst>
          </p:cNvPr>
          <p:cNvPicPr>
            <a:picLocks xmlns:a="http://schemas.openxmlformats.org/drawingml/2006/main" noChangeAspect="1"/>
          </p:cNvPicPr>
          <p:nvPr/>
        </p:nvPicPr>
        <p:blipFill>
          <a:blip xmlns:r="http://schemas.openxmlformats.org/officeDocument/2006/relationships" xmlns:a="http://schemas.openxmlformats.org/drawingml/2006/main" r:embed="R65cbbf7beeca4b89"/>
          <a:stretch xmlns:a="http://schemas.openxmlformats.org/drawingml/2006/main">
            <a:fillRect l="0" t="0" r="0" b="0"/>
          </a:stretch>
        </p:blipFill>
        <p:spPr>
          <a:xfrm xmlns:a="http://schemas.openxmlformats.org/drawingml/2006/main">
            <a:off x="9341829" y="301184"/>
            <a:ext cx="1102192" cy="386413"/>
          </a:xfrm>
          <a:prstGeom xmlns:a="http://schemas.openxmlformats.org/drawingml/2006/main" prst="rect">
            <a:avLst/>
          </a:prstGeom>
        </p:spPr>
      </p:pic>
    </p:spTree>
  </p:cSld>
</p:sldLayout>
</file>

<file path=ppt/slideLayouts/slideLayout17.xml><?xml version="1.0" encoding="utf-8"?>
<p:sldLayout xmlns:p="http://schemas.openxmlformats.org/presentationml/2006/main" showMasterSp="0" preserve="1" userDrawn="1">
  <p:cSld name="Nur Titel | Grau">
    <p:bg>
      <p:bgRef idx="1001">
        <a:schemeClr xmlns:a="http://schemas.openxmlformats.org/drawingml/2006/main" val="bg2"/>
      </p:bgRef>
    </p:bg>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77E4048C-0B54-437F-B99C-D1780047466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Mastertitelformat bearbeiten</a:t>
            </a:r>
          </a:p>
        </p:txBody>
      </p:sp>
      <p:sp>
        <p:nvSpPr>
          <p:cNvPr id="3" name="Datumsplatzhalter 2">
            <a:extLst xmlns:a="http://schemas.openxmlformats.org/drawingml/2006/main">
              <a:ext uri="{FF2B5EF4-FFF2-40B4-BE49-F238E27FC236}">
                <a16:creationId xmlns:a16="http://schemas.microsoft.com/office/drawing/2014/main" id="{75E0522E-4B59-4195-AD23-1DB4381AB66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8C462FD0-9E74-4D67-97DA-C8DBAA1AE5FF}" type="datetime4">
              <a:t>26. November 2024</a:t>
            </a:fld>
            <a:endParaRPr/>
          </a:p>
        </p:txBody>
      </p:sp>
      <p:sp>
        <p:nvSpPr>
          <p:cNvPr id="4" name="Fußzeilenplatzhalter 3">
            <a:extLst xmlns:a="http://schemas.openxmlformats.org/drawingml/2006/main">
              <a:ext uri="{FF2B5EF4-FFF2-40B4-BE49-F238E27FC236}">
                <a16:creationId xmlns:a16="http://schemas.microsoft.com/office/drawing/2014/main" id="{E0F6FD0B-B0A5-4052-BAB6-95BD027E8CD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Technische Fakultät</a:t>
            </a:r>
            <a:endParaRPr/>
          </a:p>
        </p:txBody>
      </p:sp>
      <p:sp>
        <p:nvSpPr>
          <p:cNvPr id="5" name="Foliennummernplatzhalter 4">
            <a:extLst xmlns:a="http://schemas.openxmlformats.org/drawingml/2006/main">
              <a:ext uri="{FF2B5EF4-FFF2-40B4-BE49-F238E27FC236}">
                <a16:creationId xmlns:a16="http://schemas.microsoft.com/office/drawing/2014/main" id="{C0385CA6-0215-4C6D-9658-F37EA26CE83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D949F9DF-37BD-4CD6-BF49-65BA579E1D7A}" type="slidenum">
              <a:t>‹#›</a:t>
            </a:fld>
            <a:endParaRPr/>
          </a:p>
        </p:txBody>
      </p:sp>
      <p:sp>
        <p:nvSpPr>
          <p:cNvPr id="57" name="Rechteck 56">
            <a:extLst xmlns:a="http://schemas.openxmlformats.org/drawingml/2006/main">
              <a:ext uri="{FF2B5EF4-FFF2-40B4-BE49-F238E27FC236}">
                <a16:creationId xmlns:a16="http://schemas.microsoft.com/office/drawing/2014/main" id="{87F00BE4-512D-4F35-B132-4E5C5CF1413D}"/>
              </a:ext>
            </a:extLst>
          </p:cNvPr>
          <p:cNvSpPr>
            <a:spLocks xmlns:a="http://schemas.openxmlformats.org/drawingml/2006/main" noGrp="1"/>
          </p:cNvSpPr>
          <p:nvPr/>
        </p:nvSpPr>
        <p:spPr>
          <a:xfrm xmlns:a="http://schemas.openxmlformats.org/drawingml/2006/main">
            <a:off x="517200" y="6538526"/>
            <a:ext cx="11674800" cy="10800"/>
          </a:xfrm>
          <a:prstGeom xmlns:a="http://schemas.openxmlformats.org/drawingml/2006/main" prst="rect">
            <a:avLst/>
          </a:prstGeom>
          <a:solidFill xmlns:a="http://schemas.openxmlformats.org/drawingml/2006/main">
            <a:srgbClr val="2F586E"/>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9" name="Rechteck 58">
            <a:extLst xmlns:a="http://schemas.openxmlformats.org/drawingml/2006/main">
              <a:ext uri="{FF2B5EF4-FFF2-40B4-BE49-F238E27FC236}">
                <a16:creationId xmlns:a16="http://schemas.microsoft.com/office/drawing/2014/main" id="{F1925060-7FCF-4CBC-B0DA-0731E3E98579}"/>
              </a:ext>
            </a:extLst>
          </p:cNvPr>
          <p:cNvSpPr>
            <a:spLocks xmlns:a="http://schemas.openxmlformats.org/drawingml/2006/main" noGrp="1"/>
          </p:cNvSpPr>
          <p:nvPr/>
        </p:nvSpPr>
        <p:spPr>
          <a:xfrm xmlns:a="http://schemas.openxmlformats.org/drawingml/2006/main">
            <a:off x="518400" y="1196733"/>
            <a:ext cx="11676062" cy="72000"/>
          </a:xfrm>
          <a:prstGeom xmlns:a="http://schemas.openxmlformats.org/drawingml/2006/main" prst="rect">
            <a:avLst/>
          </a:prstGeom>
          <a:solidFill xmlns:a="http://schemas.openxmlformats.org/drawingml/2006/main">
            <a:srgbClr val="2F586E"/>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0" name="Textplatzhalter 9">
            <a:extLst xmlns:a="http://schemas.openxmlformats.org/drawingml/2006/main">
              <a:ext uri="{FF2B5EF4-FFF2-40B4-BE49-F238E27FC236}">
                <a16:creationId xmlns:a16="http://schemas.microsoft.com/office/drawing/2014/main" id="{A9FF3927-CA7B-4361-998A-3A60E5D23F53}"/>
              </a:ext>
            </a:extLst>
          </p:cNvPr>
          <p:cNvSpPr>
            <a:spLocks xmlns:a="http://schemas.openxmlformats.org/drawingml/2006/main" noGrp="1"/>
          </p:cNvSpPr>
          <p:nvPr>
            <p:ph type="body" idx="23"/>
          </p:nvPr>
        </p:nvSpPr>
        <p:spPr>
          <a:xfrm xmlns:a="http://schemas.openxmlformats.org/drawingml/2006/main">
            <a:off x="518317" y="687598"/>
            <a:ext cx="6844385" cy="249812"/>
          </a:xfrm>
        </p:spPr>
        <p:txBody>
          <a:bodyPr xmlns:a="http://schemas.openxmlformats.org/drawingml/2006/main" wrap="square">
            <a:spAutoFit/>
          </a:bodyPr>
          <a:lstStyle xmlns:a="http://schemas.openxmlformats.org/drawingml/2006/main">
            <a:lvl1pPr>
              <a:buNone/>
              <a:defRPr sz="1600">
                <a:solidFill>
                  <a:schemeClr val="tx2"/>
                </a:solidFill>
              </a:defRPr>
            </a:lvl1pPr>
          </a:lstStyle>
          <a:p xmlns:a="http://schemas.openxmlformats.org/drawingml/2006/main">
            <a:pPr lvl="0">
              <a:buNone/>
            </a:pPr>
            <a:r>
              <a:t>Mastertextformat bearbeiten</a:t>
            </a:r>
          </a:p>
        </p:txBody>
      </p:sp>
      <p:sp>
        <p:nvSpPr>
          <p:cNvPr id="61" name="Freihandform: Form 60">
            <a:extLst xmlns:a="http://schemas.openxmlformats.org/drawingml/2006/main">
              <a:ext uri="{FF2B5EF4-FFF2-40B4-BE49-F238E27FC236}">
                <a16:creationId xmlns:a16="http://schemas.microsoft.com/office/drawing/2014/main" id="{BC19384B-1D95-4C0D-B3F0-61407A015F56}"/>
              </a:ext>
            </a:extLst>
          </p:cNvPr>
          <p:cNvSpPr>
            <a:spLocks xmlns:a="http://schemas.openxmlformats.org/drawingml/2006/main" noGrp="1"/>
          </p:cNvSpPr>
          <p:nvPr/>
        </p:nvSpPr>
        <p:spPr>
          <a:xfrm xmlns:a="http://schemas.openxmlformats.org/drawingml/2006/main">
            <a:off x="10596063" y="299346"/>
            <a:ext cx="1080000" cy="412328"/>
          </a:xfrm>
          <a:custGeom xmlns:a="http://schemas.openxmlformats.org/drawingml/2006/main">
            <a:gdLst>
              <a:gd name="connsiteX0" fmla="*/ 0 w 4797018"/>
              <a:gd name="connsiteY0" fmla="*/ 170736 h 1831428"/>
              <a:gd name="connsiteX1" fmla="*/ 92812 w 4797018"/>
              <a:gd name="connsiteY1" fmla="*/ 77924 h 1831428"/>
              <a:gd name="connsiteX2" fmla="*/ 92812 w 4797018"/>
              <a:gd name="connsiteY2" fmla="*/ 1763373 h 1831428"/>
              <a:gd name="connsiteX3" fmla="*/ 0 w 4797018"/>
              <a:gd name="connsiteY3" fmla="*/ 1763373 h 1831428"/>
              <a:gd name="connsiteX4" fmla="*/ 0 w 4797018"/>
              <a:gd name="connsiteY4" fmla="*/ 170736 h 1831428"/>
              <a:gd name="connsiteX5" fmla="*/ 278425 w 4797018"/>
              <a:gd name="connsiteY5" fmla="*/ 92812 h 1831428"/>
              <a:gd name="connsiteX6" fmla="*/ 1392136 w 4797018"/>
              <a:gd name="connsiteY6" fmla="*/ 92812 h 1831428"/>
              <a:gd name="connsiteX7" fmla="*/ 1392136 w 4797018"/>
              <a:gd name="connsiteY7" fmla="*/ 0 h 1831428"/>
              <a:gd name="connsiteX8" fmla="*/ 185614 w 4797018"/>
              <a:gd name="connsiteY8" fmla="*/ 0 h 1831428"/>
              <a:gd name="connsiteX9" fmla="*/ 185614 w 4797018"/>
              <a:gd name="connsiteY9" fmla="*/ 1113701 h 1831428"/>
              <a:gd name="connsiteX10" fmla="*/ 1210723 w 4797018"/>
              <a:gd name="connsiteY10" fmla="*/ 1113701 h 1831428"/>
              <a:gd name="connsiteX11" fmla="*/ 1210723 w 4797018"/>
              <a:gd name="connsiteY11" fmla="*/ 1020899 h 1831428"/>
              <a:gd name="connsiteX12" fmla="*/ 278425 w 4797018"/>
              <a:gd name="connsiteY12" fmla="*/ 1020899 h 1831428"/>
              <a:gd name="connsiteX13" fmla="*/ 278425 w 4797018"/>
              <a:gd name="connsiteY13" fmla="*/ 92812 h 1831428"/>
              <a:gd name="connsiteX14" fmla="*/ 1350464 w 4797018"/>
              <a:gd name="connsiteY14" fmla="*/ 835285 h 1831428"/>
              <a:gd name="connsiteX15" fmla="*/ 464048 w 4797018"/>
              <a:gd name="connsiteY15" fmla="*/ 835285 h 1831428"/>
              <a:gd name="connsiteX16" fmla="*/ 464048 w 4797018"/>
              <a:gd name="connsiteY16" fmla="*/ 464048 h 1831428"/>
              <a:gd name="connsiteX17" fmla="*/ 1222124 w 4797018"/>
              <a:gd name="connsiteY17" fmla="*/ 464048 h 1831428"/>
              <a:gd name="connsiteX18" fmla="*/ 1314926 w 4797018"/>
              <a:gd name="connsiteY18" fmla="*/ 371237 h 1831428"/>
              <a:gd name="connsiteX19" fmla="*/ 464048 w 4797018"/>
              <a:gd name="connsiteY19" fmla="*/ 371237 h 1831428"/>
              <a:gd name="connsiteX20" fmla="*/ 464048 w 4797018"/>
              <a:gd name="connsiteY20" fmla="*/ 278425 h 1831428"/>
              <a:gd name="connsiteX21" fmla="*/ 1392146 w 4797018"/>
              <a:gd name="connsiteY21" fmla="*/ 278425 h 1831428"/>
              <a:gd name="connsiteX22" fmla="*/ 1392146 w 4797018"/>
              <a:gd name="connsiteY22" fmla="*/ 185614 h 1831428"/>
              <a:gd name="connsiteX23" fmla="*/ 371237 w 4797018"/>
              <a:gd name="connsiteY23" fmla="*/ 185614 h 1831428"/>
              <a:gd name="connsiteX24" fmla="*/ 371237 w 4797018"/>
              <a:gd name="connsiteY24" fmla="*/ 928087 h 1831428"/>
              <a:gd name="connsiteX25" fmla="*/ 1258872 w 4797018"/>
              <a:gd name="connsiteY25" fmla="*/ 928087 h 1831428"/>
              <a:gd name="connsiteX26" fmla="*/ 1350464 w 4797018"/>
              <a:gd name="connsiteY26" fmla="*/ 835285 h 1831428"/>
              <a:gd name="connsiteX27" fmla="*/ 185614 w 4797018"/>
              <a:gd name="connsiteY27" fmla="*/ 1763373 h 1831428"/>
              <a:gd name="connsiteX28" fmla="*/ 278425 w 4797018"/>
              <a:gd name="connsiteY28" fmla="*/ 1763373 h 1831428"/>
              <a:gd name="connsiteX29" fmla="*/ 278425 w 4797018"/>
              <a:gd name="connsiteY29" fmla="*/ 1299324 h 1831428"/>
              <a:gd name="connsiteX30" fmla="*/ 371237 w 4797018"/>
              <a:gd name="connsiteY30" fmla="*/ 1299324 h 1831428"/>
              <a:gd name="connsiteX31" fmla="*/ 371237 w 4797018"/>
              <a:gd name="connsiteY31" fmla="*/ 1685449 h 1831428"/>
              <a:gd name="connsiteX32" fmla="*/ 464039 w 4797018"/>
              <a:gd name="connsiteY32" fmla="*/ 1592647 h 1831428"/>
              <a:gd name="connsiteX33" fmla="*/ 464039 w 4797018"/>
              <a:gd name="connsiteY33" fmla="*/ 1299324 h 1831428"/>
              <a:gd name="connsiteX34" fmla="*/ 1210723 w 4797018"/>
              <a:gd name="connsiteY34" fmla="*/ 1299324 h 1831428"/>
              <a:gd name="connsiteX35" fmla="*/ 1210723 w 4797018"/>
              <a:gd name="connsiteY35" fmla="*/ 1206522 h 1831428"/>
              <a:gd name="connsiteX36" fmla="*/ 185614 w 4797018"/>
              <a:gd name="connsiteY36" fmla="*/ 1206522 h 1831428"/>
              <a:gd name="connsiteX37" fmla="*/ 185614 w 4797018"/>
              <a:gd name="connsiteY37" fmla="*/ 1763373 h 1831428"/>
              <a:gd name="connsiteX38" fmla="*/ 4704207 w 4797018"/>
              <a:gd name="connsiteY38" fmla="*/ 0 h 1831428"/>
              <a:gd name="connsiteX39" fmla="*/ 4704207 w 4797018"/>
              <a:gd name="connsiteY39" fmla="*/ 1067314 h 1831428"/>
              <a:gd name="connsiteX40" fmla="*/ 4334837 w 4797018"/>
              <a:gd name="connsiteY40" fmla="*/ 1692688 h 1831428"/>
              <a:gd name="connsiteX41" fmla="*/ 4332742 w 4797018"/>
              <a:gd name="connsiteY41" fmla="*/ 1689954 h 1831428"/>
              <a:gd name="connsiteX42" fmla="*/ 4611405 w 4797018"/>
              <a:gd name="connsiteY42" fmla="*/ 1158564 h 1831428"/>
              <a:gd name="connsiteX43" fmla="*/ 4611405 w 4797018"/>
              <a:gd name="connsiteY43" fmla="*/ 0 h 1831428"/>
              <a:gd name="connsiteX44" fmla="*/ 4518594 w 4797018"/>
              <a:gd name="connsiteY44" fmla="*/ 0 h 1831428"/>
              <a:gd name="connsiteX45" fmla="*/ 4518594 w 4797018"/>
              <a:gd name="connsiteY45" fmla="*/ 1157021 h 1831428"/>
              <a:gd name="connsiteX46" fmla="*/ 3915337 w 4797018"/>
              <a:gd name="connsiteY46" fmla="*/ 1740170 h 1831428"/>
              <a:gd name="connsiteX47" fmla="*/ 3312081 w 4797018"/>
              <a:gd name="connsiteY47" fmla="*/ 1157021 h 1831428"/>
              <a:gd name="connsiteX48" fmla="*/ 3312081 w 4797018"/>
              <a:gd name="connsiteY48" fmla="*/ 77924 h 1831428"/>
              <a:gd name="connsiteX49" fmla="*/ 3219269 w 4797018"/>
              <a:gd name="connsiteY49" fmla="*/ 170736 h 1831428"/>
              <a:gd name="connsiteX50" fmla="*/ 3219269 w 4797018"/>
              <a:gd name="connsiteY50" fmla="*/ 1158564 h 1831428"/>
              <a:gd name="connsiteX51" fmla="*/ 3915337 w 4797018"/>
              <a:gd name="connsiteY51" fmla="*/ 1831429 h 1831428"/>
              <a:gd name="connsiteX52" fmla="*/ 4008139 w 4797018"/>
              <a:gd name="connsiteY52" fmla="*/ 1831429 h 1831428"/>
              <a:gd name="connsiteX53" fmla="*/ 4797019 w 4797018"/>
              <a:gd name="connsiteY53" fmla="*/ 1068667 h 1831428"/>
              <a:gd name="connsiteX54" fmla="*/ 4797019 w 4797018"/>
              <a:gd name="connsiteY54" fmla="*/ 0 h 1831428"/>
              <a:gd name="connsiteX55" fmla="*/ 4704207 w 4797018"/>
              <a:gd name="connsiteY55" fmla="*/ 0 h 1831428"/>
              <a:gd name="connsiteX56" fmla="*/ 3915328 w 4797018"/>
              <a:gd name="connsiteY56" fmla="*/ 1647358 h 1831428"/>
              <a:gd name="connsiteX57" fmla="*/ 4425773 w 4797018"/>
              <a:gd name="connsiteY57" fmla="*/ 1157021 h 1831428"/>
              <a:gd name="connsiteX58" fmla="*/ 4425782 w 4797018"/>
              <a:gd name="connsiteY58" fmla="*/ 1157021 h 1831428"/>
              <a:gd name="connsiteX59" fmla="*/ 4425782 w 4797018"/>
              <a:gd name="connsiteY59" fmla="*/ 77924 h 1831428"/>
              <a:gd name="connsiteX60" fmla="*/ 4332970 w 4797018"/>
              <a:gd name="connsiteY60" fmla="*/ 170736 h 1831428"/>
              <a:gd name="connsiteX61" fmla="*/ 4332970 w 4797018"/>
              <a:gd name="connsiteY61" fmla="*/ 1067305 h 1831428"/>
              <a:gd name="connsiteX62" fmla="*/ 4008130 w 4797018"/>
              <a:gd name="connsiteY62" fmla="*/ 1368933 h 1831428"/>
              <a:gd name="connsiteX63" fmla="*/ 3683298 w 4797018"/>
              <a:gd name="connsiteY63" fmla="*/ 1067305 h 1831428"/>
              <a:gd name="connsiteX64" fmla="*/ 3683289 w 4797018"/>
              <a:gd name="connsiteY64" fmla="*/ 0 h 1831428"/>
              <a:gd name="connsiteX65" fmla="*/ 3590487 w 4797018"/>
              <a:gd name="connsiteY65" fmla="*/ 0 h 1831428"/>
              <a:gd name="connsiteX66" fmla="*/ 3590487 w 4797018"/>
              <a:gd name="connsiteY66" fmla="*/ 1067305 h 1831428"/>
              <a:gd name="connsiteX67" fmla="*/ 4008130 w 4797018"/>
              <a:gd name="connsiteY67" fmla="*/ 1461745 h 1831428"/>
              <a:gd name="connsiteX68" fmla="*/ 4294699 w 4797018"/>
              <a:gd name="connsiteY68" fmla="*/ 1333129 h 1831428"/>
              <a:gd name="connsiteX69" fmla="*/ 4296785 w 4797018"/>
              <a:gd name="connsiteY69" fmla="*/ 1335862 h 1831428"/>
              <a:gd name="connsiteX70" fmla="*/ 3915328 w 4797018"/>
              <a:gd name="connsiteY70" fmla="*/ 1554556 h 1831428"/>
              <a:gd name="connsiteX71" fmla="*/ 3497742 w 4797018"/>
              <a:gd name="connsiteY71" fmla="*/ 1160116 h 1831428"/>
              <a:gd name="connsiteX72" fmla="*/ 3497685 w 4797018"/>
              <a:gd name="connsiteY72" fmla="*/ 1160116 h 1831428"/>
              <a:gd name="connsiteX73" fmla="*/ 3497685 w 4797018"/>
              <a:gd name="connsiteY73" fmla="*/ 0 h 1831428"/>
              <a:gd name="connsiteX74" fmla="*/ 3404873 w 4797018"/>
              <a:gd name="connsiteY74" fmla="*/ 0 h 1831428"/>
              <a:gd name="connsiteX75" fmla="*/ 3404873 w 4797018"/>
              <a:gd name="connsiteY75" fmla="*/ 1160107 h 1831428"/>
              <a:gd name="connsiteX76" fmla="*/ 3404921 w 4797018"/>
              <a:gd name="connsiteY76" fmla="*/ 1160107 h 1831428"/>
              <a:gd name="connsiteX77" fmla="*/ 3915328 w 4797018"/>
              <a:gd name="connsiteY77" fmla="*/ 1647358 h 1831428"/>
              <a:gd name="connsiteX78" fmla="*/ 1852984 w 4797018"/>
              <a:gd name="connsiteY78" fmla="*/ 1206522 h 1831428"/>
              <a:gd name="connsiteX79" fmla="*/ 1618288 w 4797018"/>
              <a:gd name="connsiteY79" fmla="*/ 1763373 h 1831428"/>
              <a:gd name="connsiteX80" fmla="*/ 1711119 w 4797018"/>
              <a:gd name="connsiteY80" fmla="*/ 1763363 h 1831428"/>
              <a:gd name="connsiteX81" fmla="*/ 1711100 w 4797018"/>
              <a:gd name="connsiteY81" fmla="*/ 1763373 h 1831428"/>
              <a:gd name="connsiteX82" fmla="*/ 1711119 w 4797018"/>
              <a:gd name="connsiteY82" fmla="*/ 1763373 h 1831428"/>
              <a:gd name="connsiteX83" fmla="*/ 1828448 w 4797018"/>
              <a:gd name="connsiteY83" fmla="*/ 1484948 h 1831428"/>
              <a:gd name="connsiteX84" fmla="*/ 2614774 w 4797018"/>
              <a:gd name="connsiteY84" fmla="*/ 1484948 h 1831428"/>
              <a:gd name="connsiteX85" fmla="*/ 2732018 w 4797018"/>
              <a:gd name="connsiteY85" fmla="*/ 1763373 h 1831428"/>
              <a:gd name="connsiteX86" fmla="*/ 2824820 w 4797018"/>
              <a:gd name="connsiteY86" fmla="*/ 1763373 h 1831428"/>
              <a:gd name="connsiteX87" fmla="*/ 2668515 w 4797018"/>
              <a:gd name="connsiteY87" fmla="*/ 1392136 h 1831428"/>
              <a:gd name="connsiteX88" fmla="*/ 1867567 w 4797018"/>
              <a:gd name="connsiteY88" fmla="*/ 1392136 h 1831428"/>
              <a:gd name="connsiteX89" fmla="*/ 1906676 w 4797018"/>
              <a:gd name="connsiteY89" fmla="*/ 1299324 h 1831428"/>
              <a:gd name="connsiteX90" fmla="*/ 2722236 w 4797018"/>
              <a:gd name="connsiteY90" fmla="*/ 1299324 h 1831428"/>
              <a:gd name="connsiteX91" fmla="*/ 2917632 w 4797018"/>
              <a:gd name="connsiteY91" fmla="*/ 1763373 h 1831428"/>
              <a:gd name="connsiteX92" fmla="*/ 3010443 w 4797018"/>
              <a:gd name="connsiteY92" fmla="*/ 1763373 h 1831428"/>
              <a:gd name="connsiteX93" fmla="*/ 2775976 w 4797018"/>
              <a:gd name="connsiteY93" fmla="*/ 1206522 h 1831428"/>
              <a:gd name="connsiteX94" fmla="*/ 1852984 w 4797018"/>
              <a:gd name="connsiteY94" fmla="*/ 1206522 h 1831428"/>
              <a:gd name="connsiteX95" fmla="*/ 1989544 w 4797018"/>
              <a:gd name="connsiteY95" fmla="*/ 0 h 1831428"/>
              <a:gd name="connsiteX96" fmla="*/ 1307459 w 4797018"/>
              <a:gd name="connsiteY96" fmla="*/ 1617898 h 1831428"/>
              <a:gd name="connsiteX97" fmla="*/ 1366533 w 4797018"/>
              <a:gd name="connsiteY97" fmla="*/ 1698098 h 1831428"/>
              <a:gd name="connsiteX98" fmla="*/ 2082356 w 4797018"/>
              <a:gd name="connsiteY98" fmla="*/ 0 h 1831428"/>
              <a:gd name="connsiteX99" fmla="*/ 1989544 w 4797018"/>
              <a:gd name="connsiteY99" fmla="*/ 0 h 1831428"/>
              <a:gd name="connsiteX100" fmla="*/ 2360771 w 4797018"/>
              <a:gd name="connsiteY100" fmla="*/ 0 h 1831428"/>
              <a:gd name="connsiteX101" fmla="*/ 3075708 w 4797018"/>
              <a:gd name="connsiteY101" fmla="*/ 1698098 h 1831428"/>
              <a:gd name="connsiteX102" fmla="*/ 3134639 w 4797018"/>
              <a:gd name="connsiteY102" fmla="*/ 1617898 h 1831428"/>
              <a:gd name="connsiteX103" fmla="*/ 2453592 w 4797018"/>
              <a:gd name="connsiteY103" fmla="*/ 0 h 1831428"/>
              <a:gd name="connsiteX104" fmla="*/ 2360771 w 4797018"/>
              <a:gd name="connsiteY104" fmla="*/ 0 h 1831428"/>
              <a:gd name="connsiteX105" fmla="*/ 1799101 w 4797018"/>
              <a:gd name="connsiteY105" fmla="*/ 1113711 h 1831428"/>
              <a:gd name="connsiteX106" fmla="*/ 1524610 w 4797018"/>
              <a:gd name="connsiteY106" fmla="*/ 1763373 h 1831428"/>
              <a:gd name="connsiteX107" fmla="*/ 1431798 w 4797018"/>
              <a:gd name="connsiteY107" fmla="*/ 1763373 h 1831428"/>
              <a:gd name="connsiteX108" fmla="*/ 2128761 w 4797018"/>
              <a:gd name="connsiteY108" fmla="*/ 110195 h 1831428"/>
              <a:gd name="connsiteX109" fmla="*/ 2512219 w 4797018"/>
              <a:gd name="connsiteY109" fmla="*/ 1020899 h 1831428"/>
              <a:gd name="connsiteX110" fmla="*/ 2605021 w 4797018"/>
              <a:gd name="connsiteY110" fmla="*/ 1020899 h 1831428"/>
              <a:gd name="connsiteX111" fmla="*/ 2175158 w 4797018"/>
              <a:gd name="connsiteY111" fmla="*/ 0 h 1831428"/>
              <a:gd name="connsiteX112" fmla="*/ 2267969 w 4797018"/>
              <a:gd name="connsiteY112" fmla="*/ 0 h 1831428"/>
              <a:gd name="connsiteX113" fmla="*/ 2736895 w 4797018"/>
              <a:gd name="connsiteY113" fmla="*/ 1113701 h 1831428"/>
              <a:gd name="connsiteX114" fmla="*/ 1799101 w 4797018"/>
              <a:gd name="connsiteY114" fmla="*/ 1113701 h 1831428"/>
              <a:gd name="connsiteX115" fmla="*/ 2221802 w 4797018"/>
              <a:gd name="connsiteY115" fmla="*/ 551602 h 1831428"/>
              <a:gd name="connsiteX116" fmla="*/ 2024015 w 4797018"/>
              <a:gd name="connsiteY116" fmla="*/ 1020899 h 1831428"/>
              <a:gd name="connsiteX117" fmla="*/ 2419398 w 4797018"/>
              <a:gd name="connsiteY117" fmla="*/ 1020899 h 1831428"/>
              <a:gd name="connsiteX118" fmla="*/ 2221802 w 4797018"/>
              <a:gd name="connsiteY118" fmla="*/ 551602 h 1831428"/>
              <a:gd name="connsiteX119" fmla="*/ 1838163 w 4797018"/>
              <a:gd name="connsiteY119" fmla="*/ 1020899 h 1831428"/>
              <a:gd name="connsiteX120" fmla="*/ 1931213 w 4797018"/>
              <a:gd name="connsiteY120" fmla="*/ 1020899 h 1831428"/>
              <a:gd name="connsiteX121" fmla="*/ 2175415 w 4797018"/>
              <a:gd name="connsiteY121" fmla="*/ 441436 h 1831428"/>
              <a:gd name="connsiteX122" fmla="*/ 2128942 w 4797018"/>
              <a:gd name="connsiteY122" fmla="*/ 331070 h 1831428"/>
              <a:gd name="connsiteX123" fmla="*/ 1838163 w 4797018"/>
              <a:gd name="connsiteY123" fmla="*/ 1020899 h 1831428"/>
            </a:gdLst>
            <a:rect l="l" t="t" r="r" b="b"/>
            <a:pathLst>
              <a:path w="4797018" h="1831428">
                <a:moveTo>
                  <a:pt x="0" y="170736"/>
                </a:moveTo>
                <a:lnTo>
                  <a:pt x="92812" y="77924"/>
                </a:lnTo>
                <a:lnTo>
                  <a:pt x="92812" y="1763373"/>
                </a:lnTo>
                <a:lnTo>
                  <a:pt x="0" y="1763373"/>
                </a:lnTo>
                <a:lnTo>
                  <a:pt x="0" y="170736"/>
                </a:lnTo>
                <a:close/>
                <a:moveTo>
                  <a:pt x="278425" y="92812"/>
                </a:moveTo>
                <a:lnTo>
                  <a:pt x="1392136" y="92812"/>
                </a:lnTo>
                <a:lnTo>
                  <a:pt x="1392136" y="0"/>
                </a:lnTo>
                <a:lnTo>
                  <a:pt x="185614" y="0"/>
                </a:lnTo>
                <a:lnTo>
                  <a:pt x="185614" y="1113701"/>
                </a:lnTo>
                <a:lnTo>
                  <a:pt x="1210723" y="1113701"/>
                </a:lnTo>
                <a:lnTo>
                  <a:pt x="1210723" y="1020899"/>
                </a:lnTo>
                <a:lnTo>
                  <a:pt x="278425" y="1020899"/>
                </a:lnTo>
                <a:lnTo>
                  <a:pt x="278425" y="92812"/>
                </a:lnTo>
                <a:close/>
                <a:moveTo>
                  <a:pt x="1350464" y="835285"/>
                </a:moveTo>
                <a:lnTo>
                  <a:pt x="464048" y="835285"/>
                </a:lnTo>
                <a:lnTo>
                  <a:pt x="464048" y="464048"/>
                </a:lnTo>
                <a:lnTo>
                  <a:pt x="1222124" y="464048"/>
                </a:lnTo>
                <a:lnTo>
                  <a:pt x="1314926" y="371237"/>
                </a:lnTo>
                <a:lnTo>
                  <a:pt x="464048" y="371237"/>
                </a:lnTo>
                <a:lnTo>
                  <a:pt x="464048" y="278425"/>
                </a:lnTo>
                <a:lnTo>
                  <a:pt x="1392146" y="278425"/>
                </a:lnTo>
                <a:lnTo>
                  <a:pt x="1392146" y="185614"/>
                </a:lnTo>
                <a:lnTo>
                  <a:pt x="371237" y="185614"/>
                </a:lnTo>
                <a:lnTo>
                  <a:pt x="371237" y="928087"/>
                </a:lnTo>
                <a:lnTo>
                  <a:pt x="1258872" y="928087"/>
                </a:lnTo>
                <a:lnTo>
                  <a:pt x="1350464" y="835285"/>
                </a:lnTo>
                <a:close/>
                <a:moveTo>
                  <a:pt x="185614" y="1763373"/>
                </a:moveTo>
                <a:lnTo>
                  <a:pt x="278425" y="1763373"/>
                </a:lnTo>
                <a:lnTo>
                  <a:pt x="278425" y="1299324"/>
                </a:lnTo>
                <a:lnTo>
                  <a:pt x="371237" y="1299324"/>
                </a:lnTo>
                <a:lnTo>
                  <a:pt x="371237" y="1685449"/>
                </a:lnTo>
                <a:lnTo>
                  <a:pt x="464039" y="1592647"/>
                </a:lnTo>
                <a:lnTo>
                  <a:pt x="464039" y="1299324"/>
                </a:lnTo>
                <a:lnTo>
                  <a:pt x="1210723" y="1299324"/>
                </a:lnTo>
                <a:lnTo>
                  <a:pt x="1210723" y="1206522"/>
                </a:lnTo>
                <a:lnTo>
                  <a:pt x="185614" y="1206522"/>
                </a:lnTo>
                <a:lnTo>
                  <a:pt x="185614" y="1763373"/>
                </a:lnTo>
                <a:close/>
                <a:moveTo>
                  <a:pt x="4704207" y="0"/>
                </a:moveTo>
                <a:lnTo>
                  <a:pt x="4704207" y="1067314"/>
                </a:lnTo>
                <a:cubicBezTo>
                  <a:pt x="4704207" y="1315669"/>
                  <a:pt x="4593393" y="1529039"/>
                  <a:pt x="4334837" y="1692688"/>
                </a:cubicBezTo>
                <a:lnTo>
                  <a:pt x="4332742" y="1689954"/>
                </a:lnTo>
                <a:cubicBezTo>
                  <a:pt x="4502639" y="1555213"/>
                  <a:pt x="4611405" y="1382144"/>
                  <a:pt x="4611405" y="1158564"/>
                </a:cubicBezTo>
                <a:lnTo>
                  <a:pt x="4611405" y="0"/>
                </a:lnTo>
                <a:lnTo>
                  <a:pt x="4518594" y="0"/>
                </a:lnTo>
                <a:lnTo>
                  <a:pt x="4518594" y="1157021"/>
                </a:lnTo>
                <a:cubicBezTo>
                  <a:pt x="4518594" y="1490196"/>
                  <a:pt x="4248512" y="1740170"/>
                  <a:pt x="3915337" y="1740170"/>
                </a:cubicBezTo>
                <a:cubicBezTo>
                  <a:pt x="3582162" y="1740170"/>
                  <a:pt x="3312081" y="1490186"/>
                  <a:pt x="3312081" y="1157021"/>
                </a:cubicBezTo>
                <a:lnTo>
                  <a:pt x="3312081" y="77924"/>
                </a:lnTo>
                <a:lnTo>
                  <a:pt x="3219269" y="170736"/>
                </a:lnTo>
                <a:lnTo>
                  <a:pt x="3219269" y="1158564"/>
                </a:lnTo>
                <a:cubicBezTo>
                  <a:pt x="3219269" y="1542993"/>
                  <a:pt x="3530908" y="1831429"/>
                  <a:pt x="3915337" y="1831429"/>
                </a:cubicBezTo>
                <a:cubicBezTo>
                  <a:pt x="3924233" y="1831429"/>
                  <a:pt x="4008139" y="1831429"/>
                  <a:pt x="4008139" y="1831429"/>
                </a:cubicBezTo>
                <a:cubicBezTo>
                  <a:pt x="4386691" y="1831429"/>
                  <a:pt x="4797019" y="1551870"/>
                  <a:pt x="4797019" y="1068667"/>
                </a:cubicBezTo>
                <a:cubicBezTo>
                  <a:pt x="4797019" y="1068210"/>
                  <a:pt x="4797019" y="0"/>
                  <a:pt x="4797019" y="0"/>
                </a:cubicBezTo>
                <a:lnTo>
                  <a:pt x="4704207" y="0"/>
                </a:lnTo>
                <a:close/>
                <a:moveTo>
                  <a:pt x="3915328" y="1647358"/>
                </a:moveTo>
                <a:cubicBezTo>
                  <a:pt x="4197077" y="1647358"/>
                  <a:pt x="4425515" y="1438694"/>
                  <a:pt x="4425773" y="1157021"/>
                </a:cubicBezTo>
                <a:lnTo>
                  <a:pt x="4425782" y="1157021"/>
                </a:lnTo>
                <a:lnTo>
                  <a:pt x="4425782" y="77924"/>
                </a:lnTo>
                <a:lnTo>
                  <a:pt x="4332970" y="170736"/>
                </a:lnTo>
                <a:lnTo>
                  <a:pt x="4332970" y="1067305"/>
                </a:lnTo>
                <a:cubicBezTo>
                  <a:pt x="4332970" y="1246699"/>
                  <a:pt x="4187533" y="1368933"/>
                  <a:pt x="4008130" y="1368933"/>
                </a:cubicBezTo>
                <a:cubicBezTo>
                  <a:pt x="3828736" y="1368933"/>
                  <a:pt x="3683298" y="1246699"/>
                  <a:pt x="3683298" y="1067305"/>
                </a:cubicBezTo>
                <a:lnTo>
                  <a:pt x="3683289" y="0"/>
                </a:lnTo>
                <a:lnTo>
                  <a:pt x="3590487" y="0"/>
                </a:lnTo>
                <a:lnTo>
                  <a:pt x="3590487" y="1067305"/>
                </a:lnTo>
                <a:cubicBezTo>
                  <a:pt x="3590487" y="1297962"/>
                  <a:pt x="3777472" y="1461745"/>
                  <a:pt x="4008130" y="1461745"/>
                </a:cubicBezTo>
                <a:cubicBezTo>
                  <a:pt x="4102446" y="1461745"/>
                  <a:pt x="4216937" y="1415148"/>
                  <a:pt x="4294699" y="1333129"/>
                </a:cubicBezTo>
                <a:lnTo>
                  <a:pt x="4296785" y="1335862"/>
                </a:lnTo>
                <a:cubicBezTo>
                  <a:pt x="4223881" y="1471070"/>
                  <a:pt x="4089102" y="1554556"/>
                  <a:pt x="3915328" y="1554556"/>
                </a:cubicBezTo>
                <a:cubicBezTo>
                  <a:pt x="3686090" y="1554556"/>
                  <a:pt x="3500009" y="1388593"/>
                  <a:pt x="3497742" y="1160116"/>
                </a:cubicBezTo>
                <a:lnTo>
                  <a:pt x="3497685" y="1160116"/>
                </a:lnTo>
                <a:lnTo>
                  <a:pt x="3497685" y="0"/>
                </a:lnTo>
                <a:lnTo>
                  <a:pt x="3404873" y="0"/>
                </a:lnTo>
                <a:lnTo>
                  <a:pt x="3404873" y="1160107"/>
                </a:lnTo>
                <a:lnTo>
                  <a:pt x="3404921" y="1160107"/>
                </a:lnTo>
                <a:cubicBezTo>
                  <a:pt x="3406855" y="1440218"/>
                  <a:pt x="3634616" y="1647358"/>
                  <a:pt x="3915328" y="1647358"/>
                </a:cubicBezTo>
                <a:close/>
                <a:moveTo>
                  <a:pt x="1852984" y="1206522"/>
                </a:moveTo>
                <a:lnTo>
                  <a:pt x="1618288" y="1763373"/>
                </a:lnTo>
                <a:lnTo>
                  <a:pt x="1711119" y="1763363"/>
                </a:lnTo>
                <a:lnTo>
                  <a:pt x="1711100" y="1763373"/>
                </a:lnTo>
                <a:lnTo>
                  <a:pt x="1711119" y="1763373"/>
                </a:lnTo>
                <a:lnTo>
                  <a:pt x="1828448" y="1484948"/>
                </a:lnTo>
                <a:lnTo>
                  <a:pt x="2614774" y="1484948"/>
                </a:lnTo>
                <a:lnTo>
                  <a:pt x="2732018" y="1763373"/>
                </a:lnTo>
                <a:lnTo>
                  <a:pt x="2824820" y="1763373"/>
                </a:lnTo>
                <a:lnTo>
                  <a:pt x="2668515" y="1392136"/>
                </a:lnTo>
                <a:lnTo>
                  <a:pt x="1867567" y="1392136"/>
                </a:lnTo>
                <a:lnTo>
                  <a:pt x="1906676" y="1299324"/>
                </a:lnTo>
                <a:lnTo>
                  <a:pt x="2722236" y="1299324"/>
                </a:lnTo>
                <a:lnTo>
                  <a:pt x="2917632" y="1763373"/>
                </a:lnTo>
                <a:lnTo>
                  <a:pt x="3010443" y="1763373"/>
                </a:lnTo>
                <a:lnTo>
                  <a:pt x="2775976" y="1206522"/>
                </a:lnTo>
                <a:lnTo>
                  <a:pt x="1852984" y="1206522"/>
                </a:lnTo>
                <a:close/>
                <a:moveTo>
                  <a:pt x="1989544" y="0"/>
                </a:moveTo>
                <a:lnTo>
                  <a:pt x="1307459" y="1617898"/>
                </a:lnTo>
                <a:lnTo>
                  <a:pt x="1366533" y="1698098"/>
                </a:lnTo>
                <a:lnTo>
                  <a:pt x="2082356" y="0"/>
                </a:lnTo>
                <a:lnTo>
                  <a:pt x="1989544" y="0"/>
                </a:lnTo>
                <a:close/>
                <a:moveTo>
                  <a:pt x="2360771" y="0"/>
                </a:moveTo>
                <a:lnTo>
                  <a:pt x="3075708" y="1698098"/>
                </a:lnTo>
                <a:lnTo>
                  <a:pt x="3134639" y="1617898"/>
                </a:lnTo>
                <a:lnTo>
                  <a:pt x="2453592" y="0"/>
                </a:lnTo>
                <a:lnTo>
                  <a:pt x="2360771" y="0"/>
                </a:lnTo>
                <a:close/>
                <a:moveTo>
                  <a:pt x="1799101" y="1113711"/>
                </a:moveTo>
                <a:lnTo>
                  <a:pt x="1524610" y="1763373"/>
                </a:lnTo>
                <a:lnTo>
                  <a:pt x="1431798" y="1763373"/>
                </a:lnTo>
                <a:lnTo>
                  <a:pt x="2128761" y="110195"/>
                </a:lnTo>
                <a:lnTo>
                  <a:pt x="2512219" y="1020899"/>
                </a:lnTo>
                <a:lnTo>
                  <a:pt x="2605021" y="1020899"/>
                </a:lnTo>
                <a:lnTo>
                  <a:pt x="2175158" y="0"/>
                </a:lnTo>
                <a:lnTo>
                  <a:pt x="2267969" y="0"/>
                </a:lnTo>
                <a:lnTo>
                  <a:pt x="2736895" y="1113701"/>
                </a:lnTo>
                <a:lnTo>
                  <a:pt x="1799101" y="1113701"/>
                </a:lnTo>
                <a:close/>
                <a:moveTo>
                  <a:pt x="2221802" y="551602"/>
                </a:moveTo>
                <a:lnTo>
                  <a:pt x="2024015" y="1020899"/>
                </a:lnTo>
                <a:lnTo>
                  <a:pt x="2419398" y="1020899"/>
                </a:lnTo>
                <a:lnTo>
                  <a:pt x="2221802" y="551602"/>
                </a:lnTo>
                <a:close/>
                <a:moveTo>
                  <a:pt x="1838163" y="1020899"/>
                </a:moveTo>
                <a:lnTo>
                  <a:pt x="1931213" y="1020899"/>
                </a:lnTo>
                <a:lnTo>
                  <a:pt x="2175415" y="441436"/>
                </a:lnTo>
                <a:lnTo>
                  <a:pt x="2128942" y="331070"/>
                </a:lnTo>
                <a:lnTo>
                  <a:pt x="1838163" y="1020899"/>
                </a:lnTo>
                <a:close/>
              </a:path>
            </a:pathLst>
          </a:custGeom>
          <a:solidFill xmlns:a="http://schemas.openxmlformats.org/drawingml/2006/main">
            <a:srgbClr val="041E42"/>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2" name="Gerader Verbinder 11">
            <a:extLst xmlns:a="http://schemas.openxmlformats.org/drawingml/2006/main">
              <a:ext uri="{FF2B5EF4-FFF2-40B4-BE49-F238E27FC236}">
                <a16:creationId xmlns:a16="http://schemas.microsoft.com/office/drawing/2014/main" id="{25D5206F-C94F-4A1B-B45E-BA72B8E3A143}"/>
              </a:ext>
            </a:extLst>
          </p:cNvPr>
          <p:cNvSpPr>
            <a:spLocks xmlns:a="http://schemas.openxmlformats.org/drawingml/2006/main" noGrp="1"/>
          </p:cNvSpPr>
          <p:nvPr/>
        </p:nvSpPr>
        <p:spPr>
          <a:xfrm xmlns:a="http://schemas.openxmlformats.org/drawingml/2006/main" rot="0" flipH="0" flipV="0">
            <a:off x="-390525" y="296965"/>
            <a:ext cx="333375" cy="0"/>
          </a:xfrm>
          <a:prstGeom xmlns:a="http://schemas.openxmlformats.org/drawingml/2006/main" prst="line">
            <a:avLst/>
          </a:prstGeom>
          <a:ln xmlns:a="http://schemas.openxmlformats.org/drawingml/2006/main">
            <a:solidFill>
              <a:schemeClr val="accent6"/>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3" name="Textfeld 12">
            <a:extLst xmlns:a="http://schemas.openxmlformats.org/drawingml/2006/main">
              <a:ext uri="{FF2B5EF4-FFF2-40B4-BE49-F238E27FC236}">
                <a16:creationId xmlns:a16="http://schemas.microsoft.com/office/drawing/2014/main" id="{399474D3-E53E-4ABA-9B61-C9BB08A3276B}"/>
              </a:ext>
            </a:extLst>
          </p:cNvPr>
          <p:cNvSpPr>
            <a:spLocks xmlns:a="http://schemas.openxmlformats.org/drawingml/2006/main" noGrp="1"/>
          </p:cNvSpPr>
          <p:nvPr/>
        </p:nvSpPr>
        <p:spPr>
          <a:xfrm xmlns:a="http://schemas.openxmlformats.org/drawingml/2006/main" rot="0" flipH="0" flipV="0">
            <a:off x="-353681" y="160153"/>
            <a:ext cx="259686" cy="124906"/>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marL="0" marR="0" indent="0" algn="ctr" defTabSz="914400">
              <a:lnSpc>
                <a:spcPct val="110000"/>
              </a:lnSpc>
              <a:spcBef>
                <a:spcPts val="0"/>
              </a:spcBef>
              <a:spcAft>
                <a:spcPts val="1200"/>
              </a:spcAft>
              <a:buClrTx/>
              <a:buSzTx/>
              <a:buFont typeface="Arial"/>
              <a:buNone/>
            </a:pPr>
            <a:r>
              <a:rPr sz="800" b="0" i="0" u="none" strike="noStrike" cap="none" spc="0" baseline="0">
                <a:ln>
                  <a:noFill/>
                </a:ln>
                <a:solidFill>
                  <a:schemeClr val="accent6"/>
                </a:solidFill>
                <a:latin typeface="Arial"/>
                <a:ea typeface="Arial"/>
                <a:cs typeface="Arial"/>
              </a:rPr>
              <a:t>08,70</a:t>
            </a:r>
          </a:p>
        </p:txBody>
      </p:sp>
      <p:sp>
        <p:nvSpPr>
          <p:cNvPr id="15" name="Gerader Verbinder 14">
            <a:extLst xmlns:a="http://schemas.openxmlformats.org/drawingml/2006/main">
              <a:ext uri="{FF2B5EF4-FFF2-40B4-BE49-F238E27FC236}">
                <a16:creationId xmlns:a16="http://schemas.microsoft.com/office/drawing/2014/main" id="{DCE30040-B172-4F4D-BD59-EBA0822375CC}"/>
              </a:ext>
            </a:extLst>
          </p:cNvPr>
          <p:cNvSpPr>
            <a:spLocks xmlns:a="http://schemas.openxmlformats.org/drawingml/2006/main" noGrp="1"/>
          </p:cNvSpPr>
          <p:nvPr/>
        </p:nvSpPr>
        <p:spPr>
          <a:xfrm xmlns:a="http://schemas.openxmlformats.org/drawingml/2006/main" rot="0" flipH="0" flipV="0">
            <a:off x="-390525" y="1268515"/>
            <a:ext cx="333375" cy="0"/>
          </a:xfrm>
          <a:prstGeom xmlns:a="http://schemas.openxmlformats.org/drawingml/2006/main" prst="line">
            <a:avLst/>
          </a:prstGeom>
          <a:ln xmlns:a="http://schemas.openxmlformats.org/drawingml/2006/main">
            <a:solidFill>
              <a:schemeClr val="accent6"/>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6" name="Textfeld 15">
            <a:extLst xmlns:a="http://schemas.openxmlformats.org/drawingml/2006/main">
              <a:ext uri="{FF2B5EF4-FFF2-40B4-BE49-F238E27FC236}">
                <a16:creationId xmlns:a16="http://schemas.microsoft.com/office/drawing/2014/main" id="{7C54D7A6-C6ED-4572-B49C-338FB11A042A}"/>
              </a:ext>
            </a:extLst>
          </p:cNvPr>
          <p:cNvSpPr>
            <a:spLocks xmlns:a="http://schemas.openxmlformats.org/drawingml/2006/main" noGrp="1"/>
          </p:cNvSpPr>
          <p:nvPr/>
        </p:nvSpPr>
        <p:spPr>
          <a:xfrm xmlns:a="http://schemas.openxmlformats.org/drawingml/2006/main" rot="0" flipH="0" flipV="0">
            <a:off x="-353680" y="1131703"/>
            <a:ext cx="259687" cy="124906"/>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marL="0" marR="0" indent="0" algn="ctr" defTabSz="914400">
              <a:lnSpc>
                <a:spcPct val="110000"/>
              </a:lnSpc>
              <a:spcBef>
                <a:spcPts val="0"/>
              </a:spcBef>
              <a:spcAft>
                <a:spcPts val="1200"/>
              </a:spcAft>
              <a:buClrTx/>
              <a:buSzTx/>
              <a:buFont typeface="Arial"/>
              <a:buNone/>
            </a:pPr>
            <a:r>
              <a:rPr sz="800" b="0" i="0" u="none" strike="noStrike" cap="none" spc="0" baseline="0">
                <a:ln>
                  <a:noFill/>
                </a:ln>
                <a:solidFill>
                  <a:schemeClr val="accent6"/>
                </a:solidFill>
                <a:latin typeface="Arial"/>
                <a:ea typeface="Arial"/>
                <a:cs typeface="Arial"/>
              </a:rPr>
              <a:t>06,00</a:t>
            </a:r>
          </a:p>
        </p:txBody>
      </p:sp>
      <p:sp>
        <p:nvSpPr>
          <p:cNvPr id="18" name="Gerader Verbinder 17">
            <a:extLst xmlns:a="http://schemas.openxmlformats.org/drawingml/2006/main">
              <a:ext uri="{FF2B5EF4-FFF2-40B4-BE49-F238E27FC236}">
                <a16:creationId xmlns:a16="http://schemas.microsoft.com/office/drawing/2014/main" id="{FDBE9EF4-1F51-4A85-BF98-DC4016C6FCDB}"/>
              </a:ext>
            </a:extLst>
          </p:cNvPr>
          <p:cNvSpPr>
            <a:spLocks xmlns:a="http://schemas.openxmlformats.org/drawingml/2006/main" noGrp="1"/>
          </p:cNvSpPr>
          <p:nvPr/>
        </p:nvSpPr>
        <p:spPr>
          <a:xfrm xmlns:a="http://schemas.openxmlformats.org/drawingml/2006/main" rot="0" flipH="0" flipV="0">
            <a:off x="-390525" y="1628775"/>
            <a:ext cx="333375" cy="0"/>
          </a:xfrm>
          <a:prstGeom xmlns:a="http://schemas.openxmlformats.org/drawingml/2006/main" prst="line">
            <a:avLst/>
          </a:prstGeom>
          <a:ln xmlns:a="http://schemas.openxmlformats.org/drawingml/2006/main">
            <a:solidFill>
              <a:schemeClr val="accent6"/>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9" name="Textfeld 18">
            <a:extLst xmlns:a="http://schemas.openxmlformats.org/drawingml/2006/main">
              <a:ext uri="{FF2B5EF4-FFF2-40B4-BE49-F238E27FC236}">
                <a16:creationId xmlns:a16="http://schemas.microsoft.com/office/drawing/2014/main" id="{D957CB6E-B09B-4A22-86F0-6C38F81B2E90}"/>
              </a:ext>
            </a:extLst>
          </p:cNvPr>
          <p:cNvSpPr>
            <a:spLocks xmlns:a="http://schemas.openxmlformats.org/drawingml/2006/main" noGrp="1"/>
          </p:cNvSpPr>
          <p:nvPr/>
        </p:nvSpPr>
        <p:spPr>
          <a:xfrm xmlns:a="http://schemas.openxmlformats.org/drawingml/2006/main" rot="0" flipH="0" flipV="0">
            <a:off x="-353680" y="1491963"/>
            <a:ext cx="259687" cy="124906"/>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marL="0" marR="0" indent="0" algn="ctr" defTabSz="914400">
              <a:lnSpc>
                <a:spcPct val="110000"/>
              </a:lnSpc>
              <a:spcBef>
                <a:spcPts val="0"/>
              </a:spcBef>
              <a:spcAft>
                <a:spcPts val="1200"/>
              </a:spcAft>
              <a:buClrTx/>
              <a:buSzTx/>
              <a:buFont typeface="Arial"/>
              <a:buNone/>
            </a:pPr>
            <a:r>
              <a:rPr sz="800" b="0" i="0" u="none" strike="noStrike" cap="none" spc="0" baseline="0">
                <a:ln>
                  <a:noFill/>
                </a:ln>
                <a:solidFill>
                  <a:schemeClr val="accent6"/>
                </a:solidFill>
                <a:latin typeface="Arial"/>
                <a:ea typeface="Arial"/>
                <a:cs typeface="Arial"/>
              </a:rPr>
              <a:t>05,00</a:t>
            </a:r>
          </a:p>
        </p:txBody>
      </p:sp>
      <p:sp>
        <p:nvSpPr>
          <p:cNvPr id="21" name="Gerader Verbinder 20">
            <a:extLst xmlns:a="http://schemas.openxmlformats.org/drawingml/2006/main">
              <a:ext uri="{FF2B5EF4-FFF2-40B4-BE49-F238E27FC236}">
                <a16:creationId xmlns:a16="http://schemas.microsoft.com/office/drawing/2014/main" id="{5F129250-41A6-4139-95E4-BF289B6BED1A}"/>
              </a:ext>
            </a:extLst>
          </p:cNvPr>
          <p:cNvSpPr>
            <a:spLocks xmlns:a="http://schemas.openxmlformats.org/drawingml/2006/main" noGrp="1"/>
          </p:cNvSpPr>
          <p:nvPr/>
        </p:nvSpPr>
        <p:spPr>
          <a:xfrm xmlns:a="http://schemas.openxmlformats.org/drawingml/2006/main" rot="0" flipH="0" flipV="0">
            <a:off x="-390525" y="3429000"/>
            <a:ext cx="333375" cy="0"/>
          </a:xfrm>
          <a:prstGeom xmlns:a="http://schemas.openxmlformats.org/drawingml/2006/main" prst="line">
            <a:avLst/>
          </a:prstGeom>
          <a:ln xmlns:a="http://schemas.openxmlformats.org/drawingml/2006/main">
            <a:solidFill>
              <a:schemeClr val="accent6"/>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2" name="Textfeld 21">
            <a:extLst xmlns:a="http://schemas.openxmlformats.org/drawingml/2006/main">
              <a:ext uri="{FF2B5EF4-FFF2-40B4-BE49-F238E27FC236}">
                <a16:creationId xmlns:a16="http://schemas.microsoft.com/office/drawing/2014/main" id="{ED76FB85-7BBB-4E8D-A853-5FCC744835E1}"/>
              </a:ext>
            </a:extLst>
          </p:cNvPr>
          <p:cNvSpPr>
            <a:spLocks xmlns:a="http://schemas.openxmlformats.org/drawingml/2006/main" noGrp="1"/>
          </p:cNvSpPr>
          <p:nvPr/>
        </p:nvSpPr>
        <p:spPr>
          <a:xfrm xmlns:a="http://schemas.openxmlformats.org/drawingml/2006/main" rot="0" flipH="0" flipV="0">
            <a:off x="-353680" y="3292188"/>
            <a:ext cx="259687" cy="124906"/>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marL="0" marR="0" indent="0" algn="ctr" defTabSz="914400">
              <a:lnSpc>
                <a:spcPct val="110000"/>
              </a:lnSpc>
              <a:spcBef>
                <a:spcPts val="0"/>
              </a:spcBef>
              <a:spcAft>
                <a:spcPts val="1200"/>
              </a:spcAft>
              <a:buClrTx/>
              <a:buSzTx/>
              <a:buFont typeface="Arial"/>
              <a:buNone/>
            </a:pPr>
            <a:r>
              <a:rPr sz="800" b="0" i="0" u="none" strike="noStrike" cap="none" spc="0" baseline="0">
                <a:ln>
                  <a:noFill/>
                </a:ln>
                <a:solidFill>
                  <a:schemeClr val="accent6"/>
                </a:solidFill>
                <a:latin typeface="Arial"/>
                <a:ea typeface="Arial"/>
                <a:cs typeface="Arial"/>
              </a:rPr>
              <a:t>00,00</a:t>
            </a:r>
          </a:p>
        </p:txBody>
      </p:sp>
      <p:sp>
        <p:nvSpPr>
          <p:cNvPr id="24" name="Gerader Verbinder 23">
            <a:extLst xmlns:a="http://schemas.openxmlformats.org/drawingml/2006/main">
              <a:ext uri="{FF2B5EF4-FFF2-40B4-BE49-F238E27FC236}">
                <a16:creationId xmlns:a16="http://schemas.microsoft.com/office/drawing/2014/main" id="{E64BC134-8066-4B53-9C12-9326EC5DB48F}"/>
              </a:ext>
            </a:extLst>
          </p:cNvPr>
          <p:cNvSpPr>
            <a:spLocks xmlns:a="http://schemas.openxmlformats.org/drawingml/2006/main" noGrp="1"/>
          </p:cNvSpPr>
          <p:nvPr/>
        </p:nvSpPr>
        <p:spPr>
          <a:xfrm xmlns:a="http://schemas.openxmlformats.org/drawingml/2006/main" rot="0" flipH="0" flipV="0">
            <a:off x="-390525" y="6200775"/>
            <a:ext cx="333375" cy="0"/>
          </a:xfrm>
          <a:prstGeom xmlns:a="http://schemas.openxmlformats.org/drawingml/2006/main" prst="line">
            <a:avLst/>
          </a:prstGeom>
          <a:ln xmlns:a="http://schemas.openxmlformats.org/drawingml/2006/main">
            <a:solidFill>
              <a:schemeClr val="accent6"/>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5" name="Textfeld 24">
            <a:extLst xmlns:a="http://schemas.openxmlformats.org/drawingml/2006/main">
              <a:ext uri="{FF2B5EF4-FFF2-40B4-BE49-F238E27FC236}">
                <a16:creationId xmlns:a16="http://schemas.microsoft.com/office/drawing/2014/main" id="{65F01F83-E434-491F-8893-1CE5848F9B6D}"/>
              </a:ext>
            </a:extLst>
          </p:cNvPr>
          <p:cNvSpPr>
            <a:spLocks xmlns:a="http://schemas.openxmlformats.org/drawingml/2006/main" noGrp="1"/>
          </p:cNvSpPr>
          <p:nvPr/>
        </p:nvSpPr>
        <p:spPr>
          <a:xfrm xmlns:a="http://schemas.openxmlformats.org/drawingml/2006/main" rot="0" flipH="0" flipV="0">
            <a:off x="-353679" y="6063963"/>
            <a:ext cx="259687" cy="124906"/>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marL="0" marR="0" indent="0" algn="ctr" defTabSz="914400">
              <a:lnSpc>
                <a:spcPct val="110000"/>
              </a:lnSpc>
              <a:spcBef>
                <a:spcPts val="0"/>
              </a:spcBef>
              <a:spcAft>
                <a:spcPts val="1200"/>
              </a:spcAft>
              <a:buClrTx/>
              <a:buSzTx/>
              <a:buFont typeface="Arial"/>
              <a:buNone/>
            </a:pPr>
            <a:r>
              <a:rPr sz="800" b="0" i="0" u="none" strike="noStrike" cap="none" spc="0" baseline="0">
                <a:ln>
                  <a:noFill/>
                </a:ln>
                <a:solidFill>
                  <a:schemeClr val="accent6"/>
                </a:solidFill>
                <a:latin typeface="Arial"/>
                <a:ea typeface="Arial"/>
                <a:cs typeface="Arial"/>
              </a:rPr>
              <a:t>07,70</a:t>
            </a:r>
          </a:p>
        </p:txBody>
      </p:sp>
      <p:sp>
        <p:nvSpPr>
          <p:cNvPr id="27" name="Gerader Verbinder 26">
            <a:extLst xmlns:a="http://schemas.openxmlformats.org/drawingml/2006/main">
              <a:ext uri="{FF2B5EF4-FFF2-40B4-BE49-F238E27FC236}">
                <a16:creationId xmlns:a16="http://schemas.microsoft.com/office/drawing/2014/main" id="{8588A07E-2C5A-4E16-B75B-1F625A918C35}"/>
              </a:ext>
            </a:extLst>
          </p:cNvPr>
          <p:cNvSpPr>
            <a:spLocks xmlns:a="http://schemas.openxmlformats.org/drawingml/2006/main" noGrp="1"/>
          </p:cNvSpPr>
          <p:nvPr/>
        </p:nvSpPr>
        <p:spPr>
          <a:xfrm xmlns:a="http://schemas.openxmlformats.org/drawingml/2006/main" rot="0" flipH="0" flipV="0">
            <a:off x="-390525" y="6632575"/>
            <a:ext cx="333375" cy="0"/>
          </a:xfrm>
          <a:prstGeom xmlns:a="http://schemas.openxmlformats.org/drawingml/2006/main" prst="line">
            <a:avLst/>
          </a:prstGeom>
          <a:ln xmlns:a="http://schemas.openxmlformats.org/drawingml/2006/main">
            <a:solidFill>
              <a:schemeClr val="accent6"/>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8" name="Textfeld 27">
            <a:extLst xmlns:a="http://schemas.openxmlformats.org/drawingml/2006/main">
              <a:ext uri="{FF2B5EF4-FFF2-40B4-BE49-F238E27FC236}">
                <a16:creationId xmlns:a16="http://schemas.microsoft.com/office/drawing/2014/main" id="{F82628F6-8442-4626-962B-E947FDA8C0C0}"/>
              </a:ext>
            </a:extLst>
          </p:cNvPr>
          <p:cNvSpPr>
            <a:spLocks xmlns:a="http://schemas.openxmlformats.org/drawingml/2006/main" noGrp="1"/>
          </p:cNvSpPr>
          <p:nvPr/>
        </p:nvSpPr>
        <p:spPr>
          <a:xfrm xmlns:a="http://schemas.openxmlformats.org/drawingml/2006/main" rot="0" flipH="0" flipV="0">
            <a:off x="-353678" y="6495763"/>
            <a:ext cx="259687" cy="124906"/>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marL="0" marR="0" indent="0" algn="ctr" defTabSz="914400">
              <a:lnSpc>
                <a:spcPct val="110000"/>
              </a:lnSpc>
              <a:spcBef>
                <a:spcPts val="0"/>
              </a:spcBef>
              <a:spcAft>
                <a:spcPts val="1200"/>
              </a:spcAft>
              <a:buClrTx/>
              <a:buSzTx/>
              <a:buFont typeface="Arial"/>
              <a:buNone/>
            </a:pPr>
            <a:r>
              <a:rPr sz="800" b="0" i="0" u="none" strike="noStrike" cap="none" spc="0" baseline="0">
                <a:ln>
                  <a:noFill/>
                </a:ln>
                <a:solidFill>
                  <a:schemeClr val="accent6"/>
                </a:solidFill>
                <a:latin typeface="Arial"/>
                <a:ea typeface="Arial"/>
                <a:cs typeface="Arial"/>
              </a:rPr>
              <a:t>08,90</a:t>
            </a:r>
          </a:p>
        </p:txBody>
      </p:sp>
      <p:sp>
        <p:nvSpPr>
          <p:cNvPr id="30" name="Gerader Verbinder 29">
            <a:extLst xmlns:a="http://schemas.openxmlformats.org/drawingml/2006/main">
              <a:ext uri="{FF2B5EF4-FFF2-40B4-BE49-F238E27FC236}">
                <a16:creationId xmlns:a16="http://schemas.microsoft.com/office/drawing/2014/main" id="{61EBEA48-F113-47F5-810D-FEF5163DE900}"/>
              </a:ext>
            </a:extLst>
          </p:cNvPr>
          <p:cNvSpPr>
            <a:spLocks xmlns:a="http://schemas.openxmlformats.org/drawingml/2006/main" noGrp="1"/>
          </p:cNvSpPr>
          <p:nvPr/>
        </p:nvSpPr>
        <p:spPr>
          <a:xfrm xmlns:a="http://schemas.openxmlformats.org/drawingml/2006/main" rot="0" flipH="0" flipV="0">
            <a:off x="281643" y="-162328"/>
            <a:ext cx="333375" cy="0"/>
          </a:xfrm>
          <a:prstGeom xmlns:a="http://schemas.openxmlformats.org/drawingml/2006/main" prst="line">
            <a:avLst/>
          </a:prstGeom>
          <a:ln xmlns:a="http://schemas.openxmlformats.org/drawingml/2006/main">
            <a:solidFill>
              <a:schemeClr val="accent6"/>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1" name="Textfeld 30">
            <a:extLst xmlns:a="http://schemas.openxmlformats.org/drawingml/2006/main">
              <a:ext uri="{FF2B5EF4-FFF2-40B4-BE49-F238E27FC236}">
                <a16:creationId xmlns:a16="http://schemas.microsoft.com/office/drawing/2014/main" id="{1C36145D-6FFB-4D3A-85D6-2ACFDAE5F5D2}"/>
              </a:ext>
            </a:extLst>
          </p:cNvPr>
          <p:cNvSpPr>
            <a:spLocks xmlns:a="http://schemas.openxmlformats.org/drawingml/2006/main" noGrp="1"/>
          </p:cNvSpPr>
          <p:nvPr/>
        </p:nvSpPr>
        <p:spPr>
          <a:xfrm xmlns:a="http://schemas.openxmlformats.org/drawingml/2006/main" rot="0" flipH="0" flipV="0">
            <a:off x="318486" y="-299136"/>
            <a:ext cx="259687" cy="124906"/>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marL="0" marR="0" indent="0" algn="ctr" defTabSz="914400">
              <a:lnSpc>
                <a:spcPct val="110000"/>
              </a:lnSpc>
              <a:spcBef>
                <a:spcPts val="0"/>
              </a:spcBef>
              <a:spcAft>
                <a:spcPts val="1200"/>
              </a:spcAft>
              <a:buClrTx/>
              <a:buSzTx/>
              <a:buFont typeface="Arial"/>
              <a:buNone/>
            </a:pPr>
            <a:r>
              <a:rPr sz="800" b="0" i="0" u="none" strike="noStrike" cap="none" spc="0" baseline="0">
                <a:ln>
                  <a:noFill/>
                </a:ln>
                <a:solidFill>
                  <a:schemeClr val="accent6"/>
                </a:solidFill>
                <a:latin typeface="Arial"/>
                <a:ea typeface="Arial"/>
                <a:cs typeface="Arial"/>
              </a:rPr>
              <a:t>15,50</a:t>
            </a:r>
          </a:p>
        </p:txBody>
      </p:sp>
      <p:sp>
        <p:nvSpPr>
          <p:cNvPr id="33" name="Gerader Verbinder 32">
            <a:extLst xmlns:a="http://schemas.openxmlformats.org/drawingml/2006/main">
              <a:ext uri="{FF2B5EF4-FFF2-40B4-BE49-F238E27FC236}">
                <a16:creationId xmlns:a16="http://schemas.microsoft.com/office/drawing/2014/main" id="{4A9DEA88-706B-43FC-AC3D-F92C4F7BA0AC}"/>
              </a:ext>
            </a:extLst>
          </p:cNvPr>
          <p:cNvSpPr>
            <a:spLocks xmlns:a="http://schemas.openxmlformats.org/drawingml/2006/main" noGrp="1"/>
          </p:cNvSpPr>
          <p:nvPr/>
        </p:nvSpPr>
        <p:spPr>
          <a:xfrm xmlns:a="http://schemas.openxmlformats.org/drawingml/2006/main" rot="0" flipH="0" flipV="0">
            <a:off x="5752963" y="-162332"/>
            <a:ext cx="333375" cy="0"/>
          </a:xfrm>
          <a:prstGeom xmlns:a="http://schemas.openxmlformats.org/drawingml/2006/main" prst="line">
            <a:avLst/>
          </a:prstGeom>
          <a:ln xmlns:a="http://schemas.openxmlformats.org/drawingml/2006/main">
            <a:solidFill>
              <a:schemeClr val="accent6"/>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4" name="Textfeld 33">
            <a:extLst xmlns:a="http://schemas.openxmlformats.org/drawingml/2006/main">
              <a:ext uri="{FF2B5EF4-FFF2-40B4-BE49-F238E27FC236}">
                <a16:creationId xmlns:a16="http://schemas.microsoft.com/office/drawing/2014/main" id="{4A93327E-EEC7-45A4-9C35-410D17ECB865}"/>
              </a:ext>
            </a:extLst>
          </p:cNvPr>
          <p:cNvSpPr>
            <a:spLocks xmlns:a="http://schemas.openxmlformats.org/drawingml/2006/main" noGrp="1"/>
          </p:cNvSpPr>
          <p:nvPr/>
        </p:nvSpPr>
        <p:spPr>
          <a:xfrm xmlns:a="http://schemas.openxmlformats.org/drawingml/2006/main" rot="0" flipH="0" flipV="0">
            <a:off x="5789809" y="-299136"/>
            <a:ext cx="259687" cy="124906"/>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marL="0" marR="0" indent="0" algn="ctr" defTabSz="914400">
              <a:lnSpc>
                <a:spcPct val="110000"/>
              </a:lnSpc>
              <a:spcBef>
                <a:spcPts val="0"/>
              </a:spcBef>
              <a:spcAft>
                <a:spcPts val="1200"/>
              </a:spcAft>
              <a:buClrTx/>
              <a:buSzTx/>
              <a:buFont typeface="Arial"/>
              <a:buNone/>
            </a:pPr>
            <a:r>
              <a:rPr sz="800" b="0" i="0" u="none" strike="noStrike" cap="none" spc="0" baseline="0">
                <a:ln>
                  <a:noFill/>
                </a:ln>
                <a:solidFill>
                  <a:schemeClr val="accent6"/>
                </a:solidFill>
                <a:latin typeface="Arial"/>
                <a:ea typeface="Arial"/>
                <a:cs typeface="Arial"/>
              </a:rPr>
              <a:t>00,30</a:t>
            </a:r>
          </a:p>
        </p:txBody>
      </p:sp>
      <p:sp>
        <p:nvSpPr>
          <p:cNvPr id="36" name="Gerader Verbinder 35">
            <a:extLst xmlns:a="http://schemas.openxmlformats.org/drawingml/2006/main">
              <a:ext uri="{FF2B5EF4-FFF2-40B4-BE49-F238E27FC236}">
                <a16:creationId xmlns:a16="http://schemas.microsoft.com/office/drawing/2014/main" id="{F8AD8817-46B1-41B6-B41B-EC33E7B03215}"/>
              </a:ext>
            </a:extLst>
          </p:cNvPr>
          <p:cNvSpPr>
            <a:spLocks xmlns:a="http://schemas.openxmlformats.org/drawingml/2006/main" noGrp="1"/>
          </p:cNvSpPr>
          <p:nvPr/>
        </p:nvSpPr>
        <p:spPr>
          <a:xfrm xmlns:a="http://schemas.openxmlformats.org/drawingml/2006/main" rot="16200000" flipH="0" flipV="0">
            <a:off x="6037263" y="-230736"/>
            <a:ext cx="333375" cy="0"/>
          </a:xfrm>
          <a:prstGeom xmlns:a="http://schemas.openxmlformats.org/drawingml/2006/main" prst="line">
            <a:avLst/>
          </a:prstGeom>
          <a:ln xmlns:a="http://schemas.openxmlformats.org/drawingml/2006/main">
            <a:solidFill>
              <a:schemeClr val="accent6"/>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7" name="Textfeld 36">
            <a:extLst xmlns:a="http://schemas.openxmlformats.org/drawingml/2006/main">
              <a:ext uri="{FF2B5EF4-FFF2-40B4-BE49-F238E27FC236}">
                <a16:creationId xmlns:a16="http://schemas.microsoft.com/office/drawing/2014/main" id="{397EC952-23B6-4728-82B6-3D733107C66E}"/>
              </a:ext>
            </a:extLst>
          </p:cNvPr>
          <p:cNvSpPr>
            <a:spLocks xmlns:a="http://schemas.openxmlformats.org/drawingml/2006/main" noGrp="1"/>
          </p:cNvSpPr>
          <p:nvPr/>
        </p:nvSpPr>
        <p:spPr>
          <a:xfrm xmlns:a="http://schemas.openxmlformats.org/drawingml/2006/main" rot="16200000" flipH="0" flipV="0">
            <a:off x="6136559" y="-293191"/>
            <a:ext cx="259687" cy="124906"/>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marL="0" marR="0" indent="0" algn="ctr" defTabSz="914400">
              <a:lnSpc>
                <a:spcPct val="110000"/>
              </a:lnSpc>
              <a:spcBef>
                <a:spcPts val="0"/>
              </a:spcBef>
              <a:spcAft>
                <a:spcPts val="1200"/>
              </a:spcAft>
              <a:buClrTx/>
              <a:buSzTx/>
              <a:buFont typeface="Arial"/>
              <a:buNone/>
            </a:pPr>
            <a:r>
              <a:rPr sz="800" b="0" i="0" u="none" strike="noStrike" cap="none" spc="0" baseline="0">
                <a:ln>
                  <a:noFill/>
                </a:ln>
                <a:solidFill>
                  <a:schemeClr val="accent6"/>
                </a:solidFill>
                <a:latin typeface="Arial"/>
                <a:ea typeface="Arial"/>
                <a:cs typeface="Arial"/>
              </a:rPr>
              <a:t>00,30</a:t>
            </a:r>
          </a:p>
        </p:txBody>
      </p:sp>
      <p:sp>
        <p:nvSpPr>
          <p:cNvPr id="38" name="Gerader Verbinder 37">
            <a:extLst xmlns:a="http://schemas.openxmlformats.org/drawingml/2006/main">
              <a:ext uri="{FF2B5EF4-FFF2-40B4-BE49-F238E27FC236}">
                <a16:creationId xmlns:a16="http://schemas.microsoft.com/office/drawing/2014/main" id="{7650844A-CE2F-4AE4-9E49-170E867D8FB9}"/>
              </a:ext>
            </a:extLst>
          </p:cNvPr>
          <p:cNvSpPr>
            <a:spLocks xmlns:a="http://schemas.openxmlformats.org/drawingml/2006/main" noGrp="1"/>
          </p:cNvSpPr>
          <p:nvPr/>
        </p:nvSpPr>
        <p:spPr>
          <a:xfrm xmlns:a="http://schemas.openxmlformats.org/drawingml/2006/main" rot="16200000">
            <a:off x="5929313" y="-230736"/>
            <a:ext cx="333375" cy="0"/>
          </a:xfrm>
          <a:prstGeom xmlns:a="http://schemas.openxmlformats.org/drawingml/2006/main" prst="line">
            <a:avLst/>
          </a:prstGeom>
          <a:ln xmlns:a="http://schemas.openxmlformats.org/drawingml/2006/main">
            <a:solidFill>
              <a:schemeClr val="accent6"/>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40" name="Gerader Verbinder 39">
            <a:extLst xmlns:a="http://schemas.openxmlformats.org/drawingml/2006/main">
              <a:ext uri="{FF2B5EF4-FFF2-40B4-BE49-F238E27FC236}">
                <a16:creationId xmlns:a16="http://schemas.microsoft.com/office/drawing/2014/main" id="{9756C89F-AC7A-4903-BB8A-53C828CC0581}"/>
              </a:ext>
            </a:extLst>
          </p:cNvPr>
          <p:cNvSpPr>
            <a:spLocks xmlns:a="http://schemas.openxmlformats.org/drawingml/2006/main" noGrp="1"/>
          </p:cNvSpPr>
          <p:nvPr/>
        </p:nvSpPr>
        <p:spPr>
          <a:xfrm xmlns:a="http://schemas.openxmlformats.org/drawingml/2006/main" rot="0" flipH="0" flipV="0">
            <a:off x="11447325" y="-162339"/>
            <a:ext cx="333375" cy="0"/>
          </a:xfrm>
          <a:prstGeom xmlns:a="http://schemas.openxmlformats.org/drawingml/2006/main" prst="line">
            <a:avLst/>
          </a:prstGeom>
          <a:ln xmlns:a="http://schemas.openxmlformats.org/drawingml/2006/main">
            <a:solidFill>
              <a:schemeClr val="accent6"/>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41" name="Textfeld 40">
            <a:extLst xmlns:a="http://schemas.openxmlformats.org/drawingml/2006/main">
              <a:ext uri="{FF2B5EF4-FFF2-40B4-BE49-F238E27FC236}">
                <a16:creationId xmlns:a16="http://schemas.microsoft.com/office/drawing/2014/main" id="{C2B4E3D7-0BC3-4BC1-B86B-DD51E9785755}"/>
              </a:ext>
            </a:extLst>
          </p:cNvPr>
          <p:cNvSpPr>
            <a:spLocks xmlns:a="http://schemas.openxmlformats.org/drawingml/2006/main" noGrp="1"/>
          </p:cNvSpPr>
          <p:nvPr/>
        </p:nvSpPr>
        <p:spPr>
          <a:xfrm xmlns:a="http://schemas.openxmlformats.org/drawingml/2006/main" rot="0" flipH="0" flipV="0">
            <a:off x="11484174" y="-299139"/>
            <a:ext cx="259687" cy="124906"/>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marL="0" marR="0" indent="0" algn="ctr" defTabSz="914400">
              <a:lnSpc>
                <a:spcPct val="110000"/>
              </a:lnSpc>
              <a:spcBef>
                <a:spcPts val="0"/>
              </a:spcBef>
              <a:spcAft>
                <a:spcPts val="1200"/>
              </a:spcAft>
              <a:buClrTx/>
              <a:buSzTx/>
              <a:buFont typeface="Arial"/>
              <a:buNone/>
            </a:pPr>
            <a:r>
              <a:rPr sz="800" b="0" i="0" u="none" strike="noStrike" cap="none" spc="0" baseline="0">
                <a:ln>
                  <a:noFill/>
                </a:ln>
                <a:solidFill>
                  <a:schemeClr val="accent6"/>
                </a:solidFill>
                <a:latin typeface="Arial"/>
                <a:ea typeface="Arial"/>
                <a:cs typeface="Arial"/>
              </a:rPr>
              <a:t>15,50</a:t>
            </a:r>
          </a:p>
        </p:txBody>
      </p:sp>
      <p:sp>
        <p:nvSpPr>
          <p:cNvPr id="42" name="Bildplatzhalter 6">
            <a:extLst xmlns:a="http://schemas.openxmlformats.org/drawingml/2006/main">
              <a:ext uri="{FF2B5EF4-FFF2-40B4-BE49-F238E27FC236}">
                <a16:creationId xmlns:a16="http://schemas.microsoft.com/office/drawing/2014/main" id="{86D31599-AF4C-4469-80F6-AA369A20BF0B}"/>
              </a:ext>
            </a:extLst>
          </p:cNvPr>
          <p:cNvSpPr>
            <a:spLocks xmlns:a="http://schemas.openxmlformats.org/drawingml/2006/main" noGrp="1"/>
          </p:cNvSpPr>
          <p:nvPr>
            <p:ph type="pic" idx="39" hasCustomPrompt="1"/>
          </p:nvPr>
        </p:nvSpPr>
        <p:spPr>
          <a:xfrm xmlns:a="http://schemas.openxmlformats.org/drawingml/2006/main">
            <a:off x="7900146" y="301185"/>
            <a:ext cx="1080000" cy="386413"/>
          </a:xfrm>
        </p:spPr>
        <p:txBody>
          <a:bodyPr xmlns:a="http://schemas.openxmlformats.org/drawingml/2006/main" rIns="0" anchor="ctr">
            <a:normAutofit/>
          </a:bodyPr>
          <a:lstStyle xmlns:a="http://schemas.openxmlformats.org/drawingml/2006/main">
            <a:lvl1pPr algn="ctr">
              <a:buNone/>
              <a:defRPr sz="800">
                <a:solidFill>
                  <a:schemeClr val="accent6"/>
                </a:solidFill>
              </a:defRPr>
            </a:lvl1pPr>
          </a:lstStyle>
          <a:p xmlns:a="http://schemas.openxmlformats.org/drawingml/2006/main">
            <a:r>
              <a:t>Optional Logo einfügen</a:t>
            </a:r>
          </a:p>
        </p:txBody>
      </p:sp>
      <p:pic>
        <p:nvPicPr>
          <p:cNvPr id="43" name="Grafik 42">
            <a:extLst xmlns:a="http://schemas.openxmlformats.org/drawingml/2006/main">
              <a:ext uri="{FF2B5EF4-FFF2-40B4-BE49-F238E27FC236}">
                <a16:creationId xmlns:a16="http://schemas.microsoft.com/office/drawing/2014/main" id="{624C234D-0F08-456F-8856-283574173D90}"/>
              </a:ext>
            </a:extLst>
          </p:cNvPr>
          <p:cNvPicPr>
            <a:picLocks xmlns:a="http://schemas.openxmlformats.org/drawingml/2006/main" noChangeAspect="1"/>
          </p:cNvPicPr>
          <p:nvPr/>
        </p:nvPicPr>
        <p:blipFill>
          <a:blip xmlns:r="http://schemas.openxmlformats.org/officeDocument/2006/relationships" xmlns:a="http://schemas.openxmlformats.org/drawingml/2006/main" r:embed="Rf8cbc4c036a149a4"/>
          <a:stretch xmlns:a="http://schemas.openxmlformats.org/drawingml/2006/main">
            <a:fillRect l="0" t="0" r="0" b="0"/>
          </a:stretch>
        </p:blipFill>
        <p:spPr>
          <a:xfrm xmlns:a="http://schemas.openxmlformats.org/drawingml/2006/main">
            <a:off x="9341829" y="301184"/>
            <a:ext cx="1102192" cy="386413"/>
          </a:xfrm>
          <a:prstGeom xmlns:a="http://schemas.openxmlformats.org/drawingml/2006/main" prst="rect">
            <a:avLst/>
          </a:prstGeom>
        </p:spPr>
      </p:pic>
    </p:spTree>
  </p:cSld>
</p:sldLayout>
</file>

<file path=ppt/slideLayouts/slideLayout18.xml><?xml version="1.0" encoding="utf-8"?>
<p:sldLayout xmlns:p="http://schemas.openxmlformats.org/presentationml/2006/main" preserve="1" userDrawn="1">
  <p:cSld name="Nur Titel | weiß">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77E4048C-0B54-437F-B99C-D1780047466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solidFill>
                  <a:srgbClr val="041E42"/>
                </a:solidFill>
              </a:defRPr>
            </a:lvl1pPr>
          </a:lstStyle>
          <a:p xmlns:a="http://schemas.openxmlformats.org/drawingml/2006/main">
            <a:r>
              <a:t>Mastertitelformat bearbeiten</a:t>
            </a:r>
          </a:p>
        </p:txBody>
      </p:sp>
      <p:sp>
        <p:nvSpPr>
          <p:cNvPr id="3" name="Datumsplatzhalter 2">
            <a:extLst xmlns:a="http://schemas.openxmlformats.org/drawingml/2006/main">
              <a:ext uri="{FF2B5EF4-FFF2-40B4-BE49-F238E27FC236}">
                <a16:creationId xmlns:a16="http://schemas.microsoft.com/office/drawing/2014/main" id="{75E0522E-4B59-4195-AD23-1DB4381AB66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AD94168-1D2E-414B-9AFB-B7BB2EA3568F}" type="datetime4">
              <a:t>26. November 2024</a:t>
            </a:fld>
            <a:endParaRPr/>
          </a:p>
        </p:txBody>
      </p:sp>
      <p:sp>
        <p:nvSpPr>
          <p:cNvPr id="4" name="Fußzeilenplatzhalter 3">
            <a:extLst xmlns:a="http://schemas.openxmlformats.org/drawingml/2006/main">
              <a:ext uri="{FF2B5EF4-FFF2-40B4-BE49-F238E27FC236}">
                <a16:creationId xmlns:a16="http://schemas.microsoft.com/office/drawing/2014/main" id="{E0F6FD0B-B0A5-4052-BAB6-95BD027E8CD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Technische Fakultät</a:t>
            </a:r>
            <a:endParaRPr/>
          </a:p>
        </p:txBody>
      </p:sp>
      <p:sp>
        <p:nvSpPr>
          <p:cNvPr id="5" name="Foliennummernplatzhalter 4">
            <a:extLst xmlns:a="http://schemas.openxmlformats.org/drawingml/2006/main">
              <a:ext uri="{FF2B5EF4-FFF2-40B4-BE49-F238E27FC236}">
                <a16:creationId xmlns:a16="http://schemas.microsoft.com/office/drawing/2014/main" id="{C0385CA6-0215-4C6D-9658-F37EA26CE83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949F9DF-37BD-4CD6-BF49-65BA579E1D7A}" type="slidenum">
              <a:t>‹#›</a:t>
            </a:fld>
            <a:endParaRPr/>
          </a:p>
        </p:txBody>
      </p:sp>
      <p:sp>
        <p:nvSpPr>
          <p:cNvPr id="8" name="Textplatzhalter 9">
            <a:extLst xmlns:a="http://schemas.openxmlformats.org/drawingml/2006/main">
              <a:ext uri="{FF2B5EF4-FFF2-40B4-BE49-F238E27FC236}">
                <a16:creationId xmlns:a16="http://schemas.microsoft.com/office/drawing/2014/main" id="{903DE59B-FC71-4F7B-BBCF-9B96B09DD62E}"/>
              </a:ext>
            </a:extLst>
          </p:cNvPr>
          <p:cNvSpPr>
            <a:spLocks xmlns:a="http://schemas.openxmlformats.org/drawingml/2006/main" noGrp="1"/>
          </p:cNvSpPr>
          <p:nvPr>
            <p:ph type="body" idx="37"/>
          </p:nvPr>
        </p:nvSpPr>
        <p:spPr>
          <a:xfrm xmlns:a="http://schemas.openxmlformats.org/drawingml/2006/main">
            <a:off x="518317" y="687598"/>
            <a:ext cx="6844385" cy="249812"/>
          </a:xfrm>
        </p:spPr>
        <p:txBody>
          <a:bodyPr xmlns:a="http://schemas.openxmlformats.org/drawingml/2006/main" wrap="square">
            <a:spAutoFit/>
          </a:bodyPr>
          <a:lstStyle xmlns:a="http://schemas.openxmlformats.org/drawingml/2006/main">
            <a:lvl1pPr>
              <a:buNone/>
              <a:defRPr sz="1600">
                <a:solidFill>
                  <a:srgbClr val="041E42"/>
                </a:solidFill>
              </a:defRPr>
            </a:lvl1pPr>
          </a:lstStyle>
          <a:p xmlns:a="http://schemas.openxmlformats.org/drawingml/2006/main">
            <a:pPr lvl="0">
              <a:buNone/>
            </a:pPr>
            <a:r>
              <a:t>Mastertextformat bearbeiten</a:t>
            </a:r>
          </a:p>
        </p:txBody>
      </p:sp>
      <p:sp>
        <p:nvSpPr>
          <p:cNvPr id="9" name="Bildplatzhalter 6">
            <a:extLst xmlns:a="http://schemas.openxmlformats.org/drawingml/2006/main">
              <a:ext uri="{FF2B5EF4-FFF2-40B4-BE49-F238E27FC236}">
                <a16:creationId xmlns:a16="http://schemas.microsoft.com/office/drawing/2014/main" id="{86D31599-AF4C-4469-80F6-AA369A20BF0B}"/>
              </a:ext>
            </a:extLst>
          </p:cNvPr>
          <p:cNvSpPr>
            <a:spLocks xmlns:a="http://schemas.openxmlformats.org/drawingml/2006/main" noGrp="1"/>
          </p:cNvSpPr>
          <p:nvPr>
            <p:ph type="pic" idx="39" hasCustomPrompt="1"/>
          </p:nvPr>
        </p:nvSpPr>
        <p:spPr>
          <a:xfrm xmlns:a="http://schemas.openxmlformats.org/drawingml/2006/main">
            <a:off x="7900146" y="301185"/>
            <a:ext cx="1080000" cy="386413"/>
          </a:xfrm>
        </p:spPr>
        <p:txBody>
          <a:bodyPr xmlns:a="http://schemas.openxmlformats.org/drawingml/2006/main" rIns="0" anchor="ctr">
            <a:normAutofit/>
          </a:bodyPr>
          <a:lstStyle xmlns:a="http://schemas.openxmlformats.org/drawingml/2006/main">
            <a:lvl1pPr algn="ctr">
              <a:buNone/>
              <a:defRPr sz="800">
                <a:solidFill>
                  <a:schemeClr val="accent6"/>
                </a:solidFill>
              </a:defRPr>
            </a:lvl1pPr>
          </a:lstStyle>
          <a:p xmlns:a="http://schemas.openxmlformats.org/drawingml/2006/main">
            <a:r>
              <a:t>Optional Logo einfügen</a:t>
            </a:r>
          </a:p>
        </p:txBody>
      </p:sp>
      <p:pic>
        <p:nvPicPr>
          <p:cNvPr id="10" name="Grafik 9">
            <a:extLst xmlns:a="http://schemas.openxmlformats.org/drawingml/2006/main">
              <a:ext uri="{FF2B5EF4-FFF2-40B4-BE49-F238E27FC236}">
                <a16:creationId xmlns:a16="http://schemas.microsoft.com/office/drawing/2014/main" id="{8193EA0A-ECF1-422D-A87B-449D54909148}"/>
              </a:ext>
            </a:extLst>
          </p:cNvPr>
          <p:cNvPicPr>
            <a:picLocks xmlns:a="http://schemas.openxmlformats.org/drawingml/2006/main" noChangeAspect="1"/>
          </p:cNvPicPr>
          <p:nvPr/>
        </p:nvPicPr>
        <p:blipFill>
          <a:blip xmlns:r="http://schemas.openxmlformats.org/officeDocument/2006/relationships" xmlns:a="http://schemas.openxmlformats.org/drawingml/2006/main" r:embed="Rd9c234b2759a4922"/>
          <a:stretch xmlns:a="http://schemas.openxmlformats.org/drawingml/2006/main">
            <a:fillRect l="0" t="0" r="0" b="0"/>
          </a:stretch>
        </p:blipFill>
        <p:spPr>
          <a:xfrm xmlns:a="http://schemas.openxmlformats.org/drawingml/2006/main">
            <a:off x="9341829" y="301184"/>
            <a:ext cx="1102192" cy="386413"/>
          </a:xfrm>
          <a:prstGeom xmlns:a="http://schemas.openxmlformats.org/drawingml/2006/main" prst="rect">
            <a:avLst/>
          </a:prstGeom>
        </p:spPr>
      </p:pic>
    </p:spTree>
  </p:cSld>
</p:sldLayout>
</file>

<file path=ppt/slideLayouts/slideLayout19.xml><?xml version="1.0" encoding="utf-8"?>
<p:sldLayout xmlns:p="http://schemas.openxmlformats.org/presentationml/2006/main" preserve="1" userDrawn="1">
  <p:cSld name="Zitatfolie">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77E4048C-0B54-437F-B99C-D1780047466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solidFill>
                  <a:srgbClr val="041E42"/>
                </a:solidFill>
              </a:defRPr>
            </a:lvl1pPr>
          </a:lstStyle>
          <a:p xmlns:a="http://schemas.openxmlformats.org/drawingml/2006/main">
            <a:r>
              <a:t>Mastertitelformat bearbeiten</a:t>
            </a:r>
          </a:p>
        </p:txBody>
      </p:sp>
      <p:sp>
        <p:nvSpPr>
          <p:cNvPr id="3" name="Datumsplatzhalter 2">
            <a:extLst xmlns:a="http://schemas.openxmlformats.org/drawingml/2006/main">
              <a:ext uri="{FF2B5EF4-FFF2-40B4-BE49-F238E27FC236}">
                <a16:creationId xmlns:a16="http://schemas.microsoft.com/office/drawing/2014/main" id="{75E0522E-4B59-4195-AD23-1DB4381AB66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64EDA59-479C-41C3-99F0-9A24DD470063}" type="datetime4">
              <a:t>26. November 2024</a:t>
            </a:fld>
            <a:endParaRPr/>
          </a:p>
        </p:txBody>
      </p:sp>
      <p:sp>
        <p:nvSpPr>
          <p:cNvPr id="4" name="Fußzeilenplatzhalter 3">
            <a:extLst xmlns:a="http://schemas.openxmlformats.org/drawingml/2006/main">
              <a:ext uri="{FF2B5EF4-FFF2-40B4-BE49-F238E27FC236}">
                <a16:creationId xmlns:a16="http://schemas.microsoft.com/office/drawing/2014/main" id="{E0F6FD0B-B0A5-4052-BAB6-95BD027E8CD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Technische Fakultät</a:t>
            </a:r>
            <a:endParaRPr/>
          </a:p>
        </p:txBody>
      </p:sp>
      <p:sp>
        <p:nvSpPr>
          <p:cNvPr id="5" name="Foliennummernplatzhalter 4">
            <a:extLst xmlns:a="http://schemas.openxmlformats.org/drawingml/2006/main">
              <a:ext uri="{FF2B5EF4-FFF2-40B4-BE49-F238E27FC236}">
                <a16:creationId xmlns:a16="http://schemas.microsoft.com/office/drawing/2014/main" id="{C0385CA6-0215-4C6D-9658-F37EA26CE83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949F9DF-37BD-4CD6-BF49-65BA579E1D7A}" type="slidenum">
              <a:t>‹#›</a:t>
            </a:fld>
            <a:endParaRPr/>
          </a:p>
        </p:txBody>
      </p:sp>
      <p:sp>
        <p:nvSpPr>
          <p:cNvPr id="7" name="Rechteck 6">
            <a:extLst xmlns:a="http://schemas.openxmlformats.org/drawingml/2006/main">
              <a:ext uri="{FF2B5EF4-FFF2-40B4-BE49-F238E27FC236}">
                <a16:creationId xmlns:a16="http://schemas.microsoft.com/office/drawing/2014/main" id="{EB25E710-D493-4189-8EF7-00ABE0AB56E5}"/>
              </a:ext>
            </a:extLst>
          </p:cNvPr>
          <p:cNvSpPr>
            <a:spLocks xmlns:a="http://schemas.openxmlformats.org/drawingml/2006/main" noGrp="1"/>
          </p:cNvSpPr>
          <p:nvPr/>
        </p:nvSpPr>
        <p:spPr>
          <a:xfrm xmlns:a="http://schemas.openxmlformats.org/drawingml/2006/main">
            <a:off x="518317" y="1631155"/>
            <a:ext cx="11157746" cy="4569619"/>
          </a:xfrm>
          <a:prstGeom xmlns:a="http://schemas.openxmlformats.org/drawingml/2006/main" prst="rect">
            <a:avLst/>
          </a:prstGeom>
          <a:solidFill xmlns:a="http://schemas.openxmlformats.org/drawingml/2006/main">
            <a:schemeClr val="accent5"/>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180000" tIns="180000" rIns="180000" bIns="180000" anchor="ctr"/>
          <a:lstStyle xmlns:a="http://schemas.openxmlformats.org/drawingml/2006/main"/>
          <a:p xmlns:a="http://schemas.openxmlformats.org/drawingml/2006/main">
            <a:pPr marL="0" marR="0" indent="0" algn="l" defTabSz="914400">
              <a:lnSpc>
                <a:spcPct val="110000"/>
              </a:lnSpc>
              <a:spcBef>
                <a:spcPts val="0"/>
              </a:spcBef>
              <a:spcAft>
                <a:spcPts val="1200"/>
              </a:spcAft>
              <a:buClrTx/>
              <a:buSzTx/>
              <a:buFont typeface="Arial"/>
              <a:buNone/>
            </a:pPr>
            <a:endParaRPr sz="1600" b="0" i="0" u="none" strike="noStrike" kern="1200" cap="none" spc="0" baseline="0">
              <a:ln>
                <a:noFill/>
              </a:ln>
              <a:solidFill>
                <a:srgbClr val="041E42"/>
              </a:solidFill>
              <a:latin typeface="Arial"/>
              <a:ea typeface="Arial"/>
              <a:cs typeface="Arial"/>
            </a:endParaRPr>
          </a:p>
        </p:txBody>
      </p:sp>
      <p:sp>
        <p:nvSpPr>
          <p:cNvPr id="9" name="Textplatzhalter 8">
            <a:extLst xmlns:a="http://schemas.openxmlformats.org/drawingml/2006/main">
              <a:ext uri="{FF2B5EF4-FFF2-40B4-BE49-F238E27FC236}">
                <a16:creationId xmlns:a16="http://schemas.microsoft.com/office/drawing/2014/main" id="{F2F509DB-422D-41FB-A02B-822A0A204E45}"/>
              </a:ext>
            </a:extLst>
          </p:cNvPr>
          <p:cNvSpPr>
            <a:spLocks xmlns:a="http://schemas.openxmlformats.org/drawingml/2006/main" noGrp="1"/>
          </p:cNvSpPr>
          <p:nvPr>
            <p:ph type="body" idx="24" hasCustomPrompt="1"/>
          </p:nvPr>
        </p:nvSpPr>
        <p:spPr>
          <a:xfrm xmlns:a="http://schemas.openxmlformats.org/drawingml/2006/main">
            <a:off x="2497190" y="2835964"/>
            <a:ext cx="7200000" cy="2160000"/>
          </a:xfrm>
        </p:spPr>
        <p:txBody>
          <a:bodyPr xmlns:a="http://schemas.openxmlformats.org/drawingml/2006/main" rIns="0" anchor="ctr">
            <a:normAutofit/>
          </a:bodyPr>
          <a:lstStyle xmlns:a="http://schemas.openxmlformats.org/drawingml/2006/main">
            <a:lvl1pPr algn="ctr">
              <a:buNone/>
              <a:defRPr sz="2000" i="1">
                <a:solidFill>
                  <a:srgbClr val="041E42"/>
                </a:solidFill>
              </a:defRPr>
            </a:lvl1pPr>
            <a:lvl2pPr marL="0" indent="0">
              <a:buNone/>
              <a:defRPr/>
            </a:lvl2pPr>
          </a:lstStyle>
          <a:p xmlns:a="http://schemas.openxmlformats.org/drawingml/2006/main">
            <a:pPr lvl="0">
              <a:buNone/>
            </a:pPr>
            <a:r>
              <a:t>„Mastertextformat bearbeiten“</a:t>
            </a:r>
          </a:p>
        </p:txBody>
      </p:sp>
      <p:sp>
        <p:nvSpPr>
          <p:cNvPr id="11" name="Textplatzhalter 9">
            <a:extLst xmlns:a="http://schemas.openxmlformats.org/drawingml/2006/main">
              <a:ext uri="{FF2B5EF4-FFF2-40B4-BE49-F238E27FC236}">
                <a16:creationId xmlns:a16="http://schemas.microsoft.com/office/drawing/2014/main" id="{2BEC83A6-EBB5-4F38-9A43-62A2E7E36160}"/>
              </a:ext>
            </a:extLst>
          </p:cNvPr>
          <p:cNvSpPr>
            <a:spLocks xmlns:a="http://schemas.openxmlformats.org/drawingml/2006/main" noGrp="1"/>
          </p:cNvSpPr>
          <p:nvPr>
            <p:ph type="body" idx="37"/>
          </p:nvPr>
        </p:nvSpPr>
        <p:spPr>
          <a:xfrm xmlns:a="http://schemas.openxmlformats.org/drawingml/2006/main">
            <a:off x="518317" y="687598"/>
            <a:ext cx="6844385" cy="249812"/>
          </a:xfrm>
        </p:spPr>
        <p:txBody>
          <a:bodyPr xmlns:a="http://schemas.openxmlformats.org/drawingml/2006/main" wrap="square">
            <a:spAutoFit/>
          </a:bodyPr>
          <a:lstStyle xmlns:a="http://schemas.openxmlformats.org/drawingml/2006/main">
            <a:lvl1pPr>
              <a:buNone/>
              <a:defRPr sz="1600">
                <a:solidFill>
                  <a:srgbClr val="041E42"/>
                </a:solidFill>
              </a:defRPr>
            </a:lvl1pPr>
          </a:lstStyle>
          <a:p xmlns:a="http://schemas.openxmlformats.org/drawingml/2006/main">
            <a:pPr lvl="0">
              <a:buNone/>
            </a:pPr>
            <a:r>
              <a:t>Mastertextformat bearbeiten</a:t>
            </a:r>
          </a:p>
        </p:txBody>
      </p:sp>
      <p:sp>
        <p:nvSpPr>
          <p:cNvPr id="12" name="Bildplatzhalter 6">
            <a:extLst xmlns:a="http://schemas.openxmlformats.org/drawingml/2006/main">
              <a:ext uri="{FF2B5EF4-FFF2-40B4-BE49-F238E27FC236}">
                <a16:creationId xmlns:a16="http://schemas.microsoft.com/office/drawing/2014/main" id="{86D31599-AF4C-4469-80F6-AA369A20BF0B}"/>
              </a:ext>
            </a:extLst>
          </p:cNvPr>
          <p:cNvSpPr>
            <a:spLocks xmlns:a="http://schemas.openxmlformats.org/drawingml/2006/main" noGrp="1"/>
          </p:cNvSpPr>
          <p:nvPr>
            <p:ph type="pic" idx="39" hasCustomPrompt="1"/>
          </p:nvPr>
        </p:nvSpPr>
        <p:spPr>
          <a:xfrm xmlns:a="http://schemas.openxmlformats.org/drawingml/2006/main">
            <a:off x="7900146" y="301185"/>
            <a:ext cx="1080000" cy="386413"/>
          </a:xfrm>
        </p:spPr>
        <p:txBody>
          <a:bodyPr xmlns:a="http://schemas.openxmlformats.org/drawingml/2006/main" rIns="0" anchor="ctr">
            <a:normAutofit/>
          </a:bodyPr>
          <a:lstStyle xmlns:a="http://schemas.openxmlformats.org/drawingml/2006/main">
            <a:lvl1pPr algn="ctr">
              <a:buNone/>
              <a:defRPr sz="800">
                <a:solidFill>
                  <a:schemeClr val="accent6"/>
                </a:solidFill>
              </a:defRPr>
            </a:lvl1pPr>
          </a:lstStyle>
          <a:p xmlns:a="http://schemas.openxmlformats.org/drawingml/2006/main">
            <a:r>
              <a:t>Optional Logo einfügen</a:t>
            </a:r>
          </a:p>
        </p:txBody>
      </p:sp>
      <p:pic>
        <p:nvPicPr>
          <p:cNvPr id="13" name="Grafik 12">
            <a:extLst xmlns:a="http://schemas.openxmlformats.org/drawingml/2006/main">
              <a:ext uri="{FF2B5EF4-FFF2-40B4-BE49-F238E27FC236}">
                <a16:creationId xmlns:a16="http://schemas.microsoft.com/office/drawing/2014/main" id="{A75B5E88-2AB4-4D37-B194-3FC5B22CC6D2}"/>
              </a:ext>
            </a:extLst>
          </p:cNvPr>
          <p:cNvPicPr>
            <a:picLocks xmlns:a="http://schemas.openxmlformats.org/drawingml/2006/main" noChangeAspect="1"/>
          </p:cNvPicPr>
          <p:nvPr/>
        </p:nvPicPr>
        <p:blipFill>
          <a:blip xmlns:r="http://schemas.openxmlformats.org/officeDocument/2006/relationships" xmlns:a="http://schemas.openxmlformats.org/drawingml/2006/main" r:embed="R15003bf5205a4cc2"/>
          <a:stretch xmlns:a="http://schemas.openxmlformats.org/drawingml/2006/main">
            <a:fillRect l="0" t="0" r="0" b="0"/>
          </a:stretch>
        </p:blipFill>
        <p:spPr>
          <a:xfrm xmlns:a="http://schemas.openxmlformats.org/drawingml/2006/main">
            <a:off x="9341829" y="301184"/>
            <a:ext cx="1102192" cy="386413"/>
          </a:xfrm>
          <a:prstGeom xmlns:a="http://schemas.openxmlformats.org/drawingml/2006/main" prst="rect">
            <a:avLst/>
          </a:prstGeom>
        </p:spPr>
      </p:pic>
    </p:spTree>
  </p:cSld>
</p:sldLayout>
</file>

<file path=ppt/slideLayouts/slideLayout20.xml><?xml version="1.0" encoding="utf-8"?>
<p:sldLayout xmlns:p="http://schemas.openxmlformats.org/presentationml/2006/main" showMasterSp="0" preserve="1" userDrawn="1">
  <p:cSld name="Schlussfolie">
    <p:bg>
      <p:bgRef idx="1001">
        <a:schemeClr xmlns:a="http://schemas.openxmlformats.org/drawingml/2006/main" val="bg2"/>
      </p:bgRef>
    </p:bg>
    <p:spTree>
      <p:nvGrpSpPr>
        <p:cNvPr id="1" name=""/>
        <p:cNvGrpSpPr/>
        <p:nvPr/>
      </p:nvGrpSpPr>
      <p:grpSpPr>
        <a:xfrm xmlns:a="http://schemas.openxmlformats.org/drawingml/2006/main"/>
      </p:grpSpPr>
      <p:sp>
        <p:nvSpPr>
          <p:cNvPr id="57" name="Textplatzhalter 167">
            <a:extLst xmlns:a="http://schemas.openxmlformats.org/drawingml/2006/main">
              <a:ext uri="{FF2B5EF4-FFF2-40B4-BE49-F238E27FC236}">
                <a16:creationId xmlns:a16="http://schemas.microsoft.com/office/drawing/2014/main" id="{68AB2348-B91F-4E68-BDE1-60ECCE02B493}"/>
              </a:ext>
            </a:extLst>
          </p:cNvPr>
          <p:cNvSpPr>
            <a:spLocks xmlns:a="http://schemas.openxmlformats.org/drawingml/2006/main" noGrp="1"/>
          </p:cNvSpPr>
          <p:nvPr>
            <p:ph type="body" idx="12" hasCustomPrompt="1"/>
          </p:nvPr>
        </p:nvSpPr>
        <p:spPr>
          <a:xfrm xmlns:a="http://schemas.openxmlformats.org/drawingml/2006/main">
            <a:off x="0" y="1628775"/>
            <a:ext cx="12192000" cy="5229225"/>
          </a:xfrm>
          <a:prstGeom xmlns:a="http://schemas.openxmlformats.org/drawingml/2006/main" prst="rect">
            <a:avLst/>
          </a:prstGeom>
          <a:gradFill xmlns:a="http://schemas.openxmlformats.org/drawingml/2006/main">
            <a:gsLst>
              <a:gs pos="50000">
                <a:schemeClr val="accent4">
                  <a:alpha val="50000"/>
                </a:schemeClr>
              </a:gs>
              <a:gs pos="5000">
                <a:schemeClr val="accent4"/>
              </a:gs>
              <a:gs pos="100000">
                <a:schemeClr val="accent4">
                  <a:alpha val="20000"/>
                </a:schemeClr>
              </a:gs>
            </a:gsLst>
            <a:lin ang="5400000" scaled="1"/>
          </a:gradFill>
        </p:spPr>
        <p:txBody>
          <a:bodyPr xmlns:a="http://schemas.openxmlformats.org/drawingml/2006/main" vert="horz" wrap="square" lIns="540000" tIns="1188000" rIns="0" bIns="0" anchor="t">
            <a:noAutofit/>
          </a:bodyPr>
          <a:lstStyle xmlns:a="http://schemas.openxmlformats.org/drawingml/2006/main">
            <a:lvl1pPr>
              <a:buNone/>
              <a:defRPr sz="4000" b="1">
                <a:latin typeface="+mj-lt"/>
                <a:ea typeface="+mj-lt"/>
                <a:cs typeface="+mj-lt"/>
              </a:defRPr>
            </a:lvl1pPr>
          </a:lstStyle>
          <a:p xmlns:a="http://schemas.openxmlformats.org/drawingml/2006/main">
            <a:pPr lvl="0">
              <a:spcBef>
                <a:spcPct val="0"/>
              </a:spcBef>
              <a:buNone/>
            </a:pPr>
            <a:r>
              <a:t> </a:t>
            </a:r>
          </a:p>
        </p:txBody>
      </p:sp>
      <p:sp>
        <p:nvSpPr>
          <p:cNvPr id="59" name="Bildplatzhalter 60">
            <a:extLst xmlns:a="http://schemas.openxmlformats.org/drawingml/2006/main">
              <a:ext uri="{FF2B5EF4-FFF2-40B4-BE49-F238E27FC236}">
                <a16:creationId xmlns:a16="http://schemas.microsoft.com/office/drawing/2014/main" id="{92CE05A2-27DE-4191-8A63-5C7C7ACA37CD}"/>
              </a:ext>
            </a:extLst>
          </p:cNvPr>
          <p:cNvSpPr>
            <a:spLocks xmlns:a="http://schemas.openxmlformats.org/drawingml/2006/main" noGrp="1"/>
          </p:cNvSpPr>
          <p:nvPr>
            <p:ph type="pic" idx="10" hasCustomPrompt="1"/>
          </p:nvPr>
        </p:nvSpPr>
        <p:spPr>
          <a:xfrm xmlns:a="http://schemas.openxmlformats.org/drawingml/2006/main">
            <a:off x="0" y="1628775"/>
            <a:ext cx="12192000" cy="5229226"/>
          </a:xfrm>
          <a:prstGeom xmlns:a="http://schemas.openxmlformats.org/drawingml/2006/main" prst="rect">
            <a:avLst/>
          </a:prstGeom>
          <a:solidFill xmlns:a="http://schemas.openxmlformats.org/drawingml/2006/main">
            <a:schemeClr val="tx1">
              <a:lumMod val="95000"/>
            </a:schemeClr>
          </a:solidFill>
        </p:spPr>
        <p:txBody>
          <a:bodyPr xmlns:a="http://schemas.openxmlformats.org/drawingml/2006/main"/>
          <a:lstStyle xmlns:a="http://schemas.openxmlformats.org/drawingml/2006/main"/>
          <a:p xmlns:a="http://schemas.openxmlformats.org/drawingml/2006/main">
            <a:r>
              <a:t> </a:t>
            </a:r>
          </a:p>
        </p:txBody>
      </p:sp>
      <p:sp>
        <p:nvSpPr>
          <p:cNvPr id="60" name="Rechteck 59">
            <a:extLst xmlns:a="http://schemas.openxmlformats.org/drawingml/2006/main">
              <a:ext uri="{FF2B5EF4-FFF2-40B4-BE49-F238E27FC236}">
                <a16:creationId xmlns:a16="http://schemas.microsoft.com/office/drawing/2014/main" id="{CBD8B083-79E8-44E1-BA43-E993160F02E1}"/>
              </a:ext>
            </a:extLst>
          </p:cNvPr>
          <p:cNvSpPr>
            <a:spLocks xmlns:a="http://schemas.openxmlformats.org/drawingml/2006/main" noGrp="1"/>
          </p:cNvSpPr>
          <p:nvPr/>
        </p:nvSpPr>
        <p:spPr>
          <a:xfrm xmlns:a="http://schemas.openxmlformats.org/drawingml/2006/main">
            <a:off x="518400" y="1196733"/>
            <a:ext cx="11676062" cy="72000"/>
          </a:xfrm>
          <a:prstGeom xmlns:a="http://schemas.openxmlformats.org/drawingml/2006/main" prst="rect">
            <a:avLst/>
          </a:prstGeom>
          <a:solidFill xmlns:a="http://schemas.openxmlformats.org/drawingml/2006/main">
            <a:schemeClr val="accent3"/>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4" name="Textplatzhalter 64">
            <a:extLst xmlns:a="http://schemas.openxmlformats.org/drawingml/2006/main">
              <a:ext uri="{FF2B5EF4-FFF2-40B4-BE49-F238E27FC236}">
                <a16:creationId xmlns:a16="http://schemas.microsoft.com/office/drawing/2014/main" id="{94E4DAD8-28C4-496D-803F-AF50BFF89A85}"/>
              </a:ext>
            </a:extLst>
          </p:cNvPr>
          <p:cNvSpPr>
            <a:spLocks xmlns:a="http://schemas.openxmlformats.org/drawingml/2006/main" noGrp="1"/>
          </p:cNvSpPr>
          <p:nvPr>
            <p:ph type="body" idx="13" hasCustomPrompt="1"/>
          </p:nvPr>
        </p:nvSpPr>
        <p:spPr>
          <a:xfrm xmlns:a="http://schemas.openxmlformats.org/drawingml/2006/main">
            <a:off x="518317" y="2647985"/>
            <a:ext cx="11157745" cy="1562031"/>
          </a:xfrm>
        </p:spPr>
        <p:txBody>
          <a:bodyPr xmlns:a="http://schemas.openxmlformats.org/drawingml/2006/main" vert="horz" wrap="square" lIns="0" tIns="0" rIns="360000" bIns="0" anchor="ctr">
            <a:spAutoFit/>
          </a:bodyPr>
          <a:lstStyle xmlns:a="http://schemas.openxmlformats.org/drawingml/2006/main">
            <a:lvl1pPr>
              <a:spcAft>
                <a:spcPts val="0"/>
              </a:spcAft>
              <a:buNone/>
              <a:defRPr sz="4800" b="1">
                <a:latin typeface="+mj-lt"/>
                <a:ea typeface="+mj-lt"/>
                <a:cs typeface="+mj-lt"/>
              </a:defRPr>
            </a:lvl1pPr>
          </a:lstStyle>
          <a:p xmlns:a="http://schemas.openxmlformats.org/drawingml/2006/main">
            <a:pPr lvl="0">
              <a:spcBef>
                <a:spcPct val="0"/>
              </a:spcBef>
              <a:buNone/>
            </a:pPr>
            <a:r>
              <a:t>Vielen Dank</a:t>
            </a:r>
            <a:br/>
            <a:r>
              <a:t>für Ihre Aufmerksamkeit!</a:t>
            </a:r>
          </a:p>
        </p:txBody>
      </p:sp>
      <p:sp>
        <p:nvSpPr>
          <p:cNvPr id="62" name="Gerader Verbinder 61">
            <a:extLst xmlns:a="http://schemas.openxmlformats.org/drawingml/2006/main">
              <a:ext uri="{FF2B5EF4-FFF2-40B4-BE49-F238E27FC236}">
                <a16:creationId xmlns:a16="http://schemas.microsoft.com/office/drawing/2014/main" id="{6BEE13C2-0B84-43F3-B144-1E7377A2360C}"/>
              </a:ext>
            </a:extLst>
          </p:cNvPr>
          <p:cNvSpPr>
            <a:spLocks xmlns:a="http://schemas.openxmlformats.org/drawingml/2006/main" noGrp="1"/>
          </p:cNvSpPr>
          <p:nvPr/>
        </p:nvSpPr>
        <p:spPr>
          <a:xfrm xmlns:a="http://schemas.openxmlformats.org/drawingml/2006/main" rot="0" flipH="0" flipV="0">
            <a:off x="-390525" y="296965"/>
            <a:ext cx="333375" cy="0"/>
          </a:xfrm>
          <a:prstGeom xmlns:a="http://schemas.openxmlformats.org/drawingml/2006/main" prst="line">
            <a:avLst/>
          </a:prstGeom>
          <a:ln xmlns:a="http://schemas.openxmlformats.org/drawingml/2006/main">
            <a:solidFill>
              <a:schemeClr val="accent6"/>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63" name="Textfeld 62">
            <a:extLst xmlns:a="http://schemas.openxmlformats.org/drawingml/2006/main">
              <a:ext uri="{FF2B5EF4-FFF2-40B4-BE49-F238E27FC236}">
                <a16:creationId xmlns:a16="http://schemas.microsoft.com/office/drawing/2014/main" id="{C13F555F-C26E-4B21-A77C-6CA7380155F8}"/>
              </a:ext>
            </a:extLst>
          </p:cNvPr>
          <p:cNvSpPr>
            <a:spLocks xmlns:a="http://schemas.openxmlformats.org/drawingml/2006/main" noGrp="1"/>
          </p:cNvSpPr>
          <p:nvPr/>
        </p:nvSpPr>
        <p:spPr>
          <a:xfrm xmlns:a="http://schemas.openxmlformats.org/drawingml/2006/main" rot="0" flipH="0" flipV="0">
            <a:off x="-353681" y="160153"/>
            <a:ext cx="259686" cy="124906"/>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marL="0" marR="0" indent="0" algn="ctr" defTabSz="914400">
              <a:lnSpc>
                <a:spcPct val="110000"/>
              </a:lnSpc>
              <a:spcBef>
                <a:spcPts val="0"/>
              </a:spcBef>
              <a:spcAft>
                <a:spcPts val="1200"/>
              </a:spcAft>
              <a:buClrTx/>
              <a:buSzTx/>
              <a:buFont typeface="Arial"/>
              <a:buNone/>
            </a:pPr>
            <a:r>
              <a:rPr sz="800" b="0" i="0" u="none" strike="noStrike" cap="none" spc="0" baseline="0">
                <a:ln>
                  <a:noFill/>
                </a:ln>
                <a:solidFill>
                  <a:schemeClr val="accent6"/>
                </a:solidFill>
                <a:latin typeface="Arial"/>
                <a:ea typeface="Arial"/>
                <a:cs typeface="Arial"/>
              </a:rPr>
              <a:t>08,70</a:t>
            </a:r>
          </a:p>
        </p:txBody>
      </p:sp>
      <p:sp>
        <p:nvSpPr>
          <p:cNvPr id="66" name="Gerader Verbinder 65">
            <a:extLst xmlns:a="http://schemas.openxmlformats.org/drawingml/2006/main">
              <a:ext uri="{FF2B5EF4-FFF2-40B4-BE49-F238E27FC236}">
                <a16:creationId xmlns:a16="http://schemas.microsoft.com/office/drawing/2014/main" id="{7892480C-F1A0-4B45-95EC-0A6CEAA8CADF}"/>
              </a:ext>
            </a:extLst>
          </p:cNvPr>
          <p:cNvSpPr>
            <a:spLocks xmlns:a="http://schemas.openxmlformats.org/drawingml/2006/main" noGrp="1"/>
          </p:cNvSpPr>
          <p:nvPr/>
        </p:nvSpPr>
        <p:spPr>
          <a:xfrm xmlns:a="http://schemas.openxmlformats.org/drawingml/2006/main" rot="0" flipH="0" flipV="0">
            <a:off x="-390525" y="1268515"/>
            <a:ext cx="333375" cy="0"/>
          </a:xfrm>
          <a:prstGeom xmlns:a="http://schemas.openxmlformats.org/drawingml/2006/main" prst="line">
            <a:avLst/>
          </a:prstGeom>
          <a:ln xmlns:a="http://schemas.openxmlformats.org/drawingml/2006/main">
            <a:solidFill>
              <a:schemeClr val="accent6"/>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67" name="Textfeld 66">
            <a:extLst xmlns:a="http://schemas.openxmlformats.org/drawingml/2006/main">
              <a:ext uri="{FF2B5EF4-FFF2-40B4-BE49-F238E27FC236}">
                <a16:creationId xmlns:a16="http://schemas.microsoft.com/office/drawing/2014/main" id="{1FBE1EE4-3D10-40E7-9F1E-627A51E59C61}"/>
              </a:ext>
            </a:extLst>
          </p:cNvPr>
          <p:cNvSpPr>
            <a:spLocks xmlns:a="http://schemas.openxmlformats.org/drawingml/2006/main" noGrp="1"/>
          </p:cNvSpPr>
          <p:nvPr/>
        </p:nvSpPr>
        <p:spPr>
          <a:xfrm xmlns:a="http://schemas.openxmlformats.org/drawingml/2006/main" rot="0" flipH="0" flipV="0">
            <a:off x="-353680" y="1131703"/>
            <a:ext cx="259687" cy="124906"/>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marL="0" marR="0" indent="0" algn="ctr" defTabSz="914400">
              <a:lnSpc>
                <a:spcPct val="110000"/>
              </a:lnSpc>
              <a:spcBef>
                <a:spcPts val="0"/>
              </a:spcBef>
              <a:spcAft>
                <a:spcPts val="1200"/>
              </a:spcAft>
              <a:buClrTx/>
              <a:buSzTx/>
              <a:buFont typeface="Arial"/>
              <a:buNone/>
            </a:pPr>
            <a:r>
              <a:rPr sz="800" b="0" i="0" u="none" strike="noStrike" cap="none" spc="0" baseline="0">
                <a:ln>
                  <a:noFill/>
                </a:ln>
                <a:solidFill>
                  <a:schemeClr val="accent6"/>
                </a:solidFill>
                <a:latin typeface="Arial"/>
                <a:ea typeface="Arial"/>
                <a:cs typeface="Arial"/>
              </a:rPr>
              <a:t>06,00</a:t>
            </a:r>
          </a:p>
        </p:txBody>
      </p:sp>
      <p:sp>
        <p:nvSpPr>
          <p:cNvPr id="69" name="Gerader Verbinder 68">
            <a:extLst xmlns:a="http://schemas.openxmlformats.org/drawingml/2006/main">
              <a:ext uri="{FF2B5EF4-FFF2-40B4-BE49-F238E27FC236}">
                <a16:creationId xmlns:a16="http://schemas.microsoft.com/office/drawing/2014/main" id="{7B513417-A976-48B9-96A3-0AFAC7739C3A}"/>
              </a:ext>
            </a:extLst>
          </p:cNvPr>
          <p:cNvSpPr>
            <a:spLocks xmlns:a="http://schemas.openxmlformats.org/drawingml/2006/main" noGrp="1"/>
          </p:cNvSpPr>
          <p:nvPr/>
        </p:nvSpPr>
        <p:spPr>
          <a:xfrm xmlns:a="http://schemas.openxmlformats.org/drawingml/2006/main" rot="0" flipH="0" flipV="0">
            <a:off x="-390525" y="1628775"/>
            <a:ext cx="333375" cy="0"/>
          </a:xfrm>
          <a:prstGeom xmlns:a="http://schemas.openxmlformats.org/drawingml/2006/main" prst="line">
            <a:avLst/>
          </a:prstGeom>
          <a:ln xmlns:a="http://schemas.openxmlformats.org/drawingml/2006/main">
            <a:solidFill>
              <a:schemeClr val="accent6"/>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70" name="Textfeld 69">
            <a:extLst xmlns:a="http://schemas.openxmlformats.org/drawingml/2006/main">
              <a:ext uri="{FF2B5EF4-FFF2-40B4-BE49-F238E27FC236}">
                <a16:creationId xmlns:a16="http://schemas.microsoft.com/office/drawing/2014/main" id="{6141066E-6566-420D-B6EB-886DF25CCD11}"/>
              </a:ext>
            </a:extLst>
          </p:cNvPr>
          <p:cNvSpPr>
            <a:spLocks xmlns:a="http://schemas.openxmlformats.org/drawingml/2006/main" noGrp="1"/>
          </p:cNvSpPr>
          <p:nvPr/>
        </p:nvSpPr>
        <p:spPr>
          <a:xfrm xmlns:a="http://schemas.openxmlformats.org/drawingml/2006/main" rot="0" flipH="0" flipV="0">
            <a:off x="-353680" y="1491963"/>
            <a:ext cx="259687" cy="124906"/>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marL="0" marR="0" indent="0" algn="ctr" defTabSz="914400">
              <a:lnSpc>
                <a:spcPct val="110000"/>
              </a:lnSpc>
              <a:spcBef>
                <a:spcPts val="0"/>
              </a:spcBef>
              <a:spcAft>
                <a:spcPts val="1200"/>
              </a:spcAft>
              <a:buClrTx/>
              <a:buSzTx/>
              <a:buFont typeface="Arial"/>
              <a:buNone/>
            </a:pPr>
            <a:r>
              <a:rPr sz="800" b="0" i="0" u="none" strike="noStrike" cap="none" spc="0" baseline="0">
                <a:ln>
                  <a:noFill/>
                </a:ln>
                <a:solidFill>
                  <a:schemeClr val="accent6"/>
                </a:solidFill>
                <a:latin typeface="Arial"/>
                <a:ea typeface="Arial"/>
                <a:cs typeface="Arial"/>
              </a:rPr>
              <a:t>05,00</a:t>
            </a:r>
          </a:p>
        </p:txBody>
      </p:sp>
      <p:sp>
        <p:nvSpPr>
          <p:cNvPr id="72" name="Gerader Verbinder 71">
            <a:extLst xmlns:a="http://schemas.openxmlformats.org/drawingml/2006/main">
              <a:ext uri="{FF2B5EF4-FFF2-40B4-BE49-F238E27FC236}">
                <a16:creationId xmlns:a16="http://schemas.microsoft.com/office/drawing/2014/main" id="{820DEA39-D3E0-4CEA-9436-0C7129E1549A}"/>
              </a:ext>
            </a:extLst>
          </p:cNvPr>
          <p:cNvSpPr>
            <a:spLocks xmlns:a="http://schemas.openxmlformats.org/drawingml/2006/main" noGrp="1"/>
          </p:cNvSpPr>
          <p:nvPr/>
        </p:nvSpPr>
        <p:spPr>
          <a:xfrm xmlns:a="http://schemas.openxmlformats.org/drawingml/2006/main" rot="0" flipH="0" flipV="0">
            <a:off x="-390525" y="3429000"/>
            <a:ext cx="333375" cy="0"/>
          </a:xfrm>
          <a:prstGeom xmlns:a="http://schemas.openxmlformats.org/drawingml/2006/main" prst="line">
            <a:avLst/>
          </a:prstGeom>
          <a:ln xmlns:a="http://schemas.openxmlformats.org/drawingml/2006/main">
            <a:solidFill>
              <a:schemeClr val="accent6"/>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73" name="Textfeld 72">
            <a:extLst xmlns:a="http://schemas.openxmlformats.org/drawingml/2006/main">
              <a:ext uri="{FF2B5EF4-FFF2-40B4-BE49-F238E27FC236}">
                <a16:creationId xmlns:a16="http://schemas.microsoft.com/office/drawing/2014/main" id="{2ABDBC31-5895-4E49-887D-433A43B32DBC}"/>
              </a:ext>
            </a:extLst>
          </p:cNvPr>
          <p:cNvSpPr>
            <a:spLocks xmlns:a="http://schemas.openxmlformats.org/drawingml/2006/main" noGrp="1"/>
          </p:cNvSpPr>
          <p:nvPr/>
        </p:nvSpPr>
        <p:spPr>
          <a:xfrm xmlns:a="http://schemas.openxmlformats.org/drawingml/2006/main" rot="0" flipH="0" flipV="0">
            <a:off x="-353680" y="3292188"/>
            <a:ext cx="259687" cy="124906"/>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marL="0" marR="0" indent="0" algn="ctr" defTabSz="914400">
              <a:lnSpc>
                <a:spcPct val="110000"/>
              </a:lnSpc>
              <a:spcBef>
                <a:spcPts val="0"/>
              </a:spcBef>
              <a:spcAft>
                <a:spcPts val="1200"/>
              </a:spcAft>
              <a:buClrTx/>
              <a:buSzTx/>
              <a:buFont typeface="Arial"/>
              <a:buNone/>
            </a:pPr>
            <a:r>
              <a:rPr sz="800" b="0" i="0" u="none" strike="noStrike" cap="none" spc="0" baseline="0">
                <a:ln>
                  <a:noFill/>
                </a:ln>
                <a:solidFill>
                  <a:schemeClr val="accent6"/>
                </a:solidFill>
                <a:latin typeface="Arial"/>
                <a:ea typeface="Arial"/>
                <a:cs typeface="Arial"/>
              </a:rPr>
              <a:t>00,00</a:t>
            </a:r>
          </a:p>
        </p:txBody>
      </p:sp>
      <p:sp>
        <p:nvSpPr>
          <p:cNvPr id="75" name="Gerader Verbinder 74">
            <a:extLst xmlns:a="http://schemas.openxmlformats.org/drawingml/2006/main">
              <a:ext uri="{FF2B5EF4-FFF2-40B4-BE49-F238E27FC236}">
                <a16:creationId xmlns:a16="http://schemas.microsoft.com/office/drawing/2014/main" id="{85A4D3B3-6A00-4A61-B0BB-84C8662FCDCE}"/>
              </a:ext>
            </a:extLst>
          </p:cNvPr>
          <p:cNvSpPr>
            <a:spLocks xmlns:a="http://schemas.openxmlformats.org/drawingml/2006/main" noGrp="1"/>
          </p:cNvSpPr>
          <p:nvPr/>
        </p:nvSpPr>
        <p:spPr>
          <a:xfrm xmlns:a="http://schemas.openxmlformats.org/drawingml/2006/main" rot="0" flipH="0" flipV="0">
            <a:off x="-390525" y="6200775"/>
            <a:ext cx="333375" cy="0"/>
          </a:xfrm>
          <a:prstGeom xmlns:a="http://schemas.openxmlformats.org/drawingml/2006/main" prst="line">
            <a:avLst/>
          </a:prstGeom>
          <a:ln xmlns:a="http://schemas.openxmlformats.org/drawingml/2006/main">
            <a:solidFill>
              <a:schemeClr val="accent6"/>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76" name="Textfeld 75">
            <a:extLst xmlns:a="http://schemas.openxmlformats.org/drawingml/2006/main">
              <a:ext uri="{FF2B5EF4-FFF2-40B4-BE49-F238E27FC236}">
                <a16:creationId xmlns:a16="http://schemas.microsoft.com/office/drawing/2014/main" id="{73D29742-39CB-41E5-B346-BADC9743E285}"/>
              </a:ext>
            </a:extLst>
          </p:cNvPr>
          <p:cNvSpPr>
            <a:spLocks xmlns:a="http://schemas.openxmlformats.org/drawingml/2006/main" noGrp="1"/>
          </p:cNvSpPr>
          <p:nvPr/>
        </p:nvSpPr>
        <p:spPr>
          <a:xfrm xmlns:a="http://schemas.openxmlformats.org/drawingml/2006/main" rot="0" flipH="0" flipV="0">
            <a:off x="-353679" y="6063963"/>
            <a:ext cx="259687" cy="124906"/>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marL="0" marR="0" indent="0" algn="ctr" defTabSz="914400">
              <a:lnSpc>
                <a:spcPct val="110000"/>
              </a:lnSpc>
              <a:spcBef>
                <a:spcPts val="0"/>
              </a:spcBef>
              <a:spcAft>
                <a:spcPts val="1200"/>
              </a:spcAft>
              <a:buClrTx/>
              <a:buSzTx/>
              <a:buFont typeface="Arial"/>
              <a:buNone/>
            </a:pPr>
            <a:r>
              <a:rPr sz="800" b="0" i="0" u="none" strike="noStrike" cap="none" spc="0" baseline="0">
                <a:ln>
                  <a:noFill/>
                </a:ln>
                <a:solidFill>
                  <a:schemeClr val="accent6"/>
                </a:solidFill>
                <a:latin typeface="Arial"/>
                <a:ea typeface="Arial"/>
                <a:cs typeface="Arial"/>
              </a:rPr>
              <a:t>07,70</a:t>
            </a:r>
          </a:p>
        </p:txBody>
      </p:sp>
      <p:sp>
        <p:nvSpPr>
          <p:cNvPr id="78" name="Gerader Verbinder 77">
            <a:extLst xmlns:a="http://schemas.openxmlformats.org/drawingml/2006/main">
              <a:ext uri="{FF2B5EF4-FFF2-40B4-BE49-F238E27FC236}">
                <a16:creationId xmlns:a16="http://schemas.microsoft.com/office/drawing/2014/main" id="{C4F4675A-AB8C-4E64-9E9E-C3CEF769E950}"/>
              </a:ext>
            </a:extLst>
          </p:cNvPr>
          <p:cNvSpPr>
            <a:spLocks xmlns:a="http://schemas.openxmlformats.org/drawingml/2006/main" noGrp="1"/>
          </p:cNvSpPr>
          <p:nvPr/>
        </p:nvSpPr>
        <p:spPr>
          <a:xfrm xmlns:a="http://schemas.openxmlformats.org/drawingml/2006/main" rot="0" flipH="0" flipV="0">
            <a:off x="-390525" y="6632575"/>
            <a:ext cx="333375" cy="0"/>
          </a:xfrm>
          <a:prstGeom xmlns:a="http://schemas.openxmlformats.org/drawingml/2006/main" prst="line">
            <a:avLst/>
          </a:prstGeom>
          <a:ln xmlns:a="http://schemas.openxmlformats.org/drawingml/2006/main">
            <a:solidFill>
              <a:schemeClr val="accent6"/>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79" name="Textfeld 78">
            <a:extLst xmlns:a="http://schemas.openxmlformats.org/drawingml/2006/main">
              <a:ext uri="{FF2B5EF4-FFF2-40B4-BE49-F238E27FC236}">
                <a16:creationId xmlns:a16="http://schemas.microsoft.com/office/drawing/2014/main" id="{82971EAD-9159-4D12-8726-4FBE6AFA23F0}"/>
              </a:ext>
            </a:extLst>
          </p:cNvPr>
          <p:cNvSpPr>
            <a:spLocks xmlns:a="http://schemas.openxmlformats.org/drawingml/2006/main" noGrp="1"/>
          </p:cNvSpPr>
          <p:nvPr/>
        </p:nvSpPr>
        <p:spPr>
          <a:xfrm xmlns:a="http://schemas.openxmlformats.org/drawingml/2006/main" rot="0" flipH="0" flipV="0">
            <a:off x="-353678" y="6495763"/>
            <a:ext cx="259687" cy="124906"/>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marL="0" marR="0" indent="0" algn="ctr" defTabSz="914400">
              <a:lnSpc>
                <a:spcPct val="110000"/>
              </a:lnSpc>
              <a:spcBef>
                <a:spcPts val="0"/>
              </a:spcBef>
              <a:spcAft>
                <a:spcPts val="1200"/>
              </a:spcAft>
              <a:buClrTx/>
              <a:buSzTx/>
              <a:buFont typeface="Arial"/>
              <a:buNone/>
            </a:pPr>
            <a:r>
              <a:rPr sz="800" b="0" i="0" u="none" strike="noStrike" cap="none" spc="0" baseline="0">
                <a:ln>
                  <a:noFill/>
                </a:ln>
                <a:solidFill>
                  <a:schemeClr val="accent6"/>
                </a:solidFill>
                <a:latin typeface="Arial"/>
                <a:ea typeface="Arial"/>
                <a:cs typeface="Arial"/>
              </a:rPr>
              <a:t>08,90</a:t>
            </a:r>
          </a:p>
        </p:txBody>
      </p:sp>
      <p:sp>
        <p:nvSpPr>
          <p:cNvPr id="81" name="Gerader Verbinder 80">
            <a:extLst xmlns:a="http://schemas.openxmlformats.org/drawingml/2006/main">
              <a:ext uri="{FF2B5EF4-FFF2-40B4-BE49-F238E27FC236}">
                <a16:creationId xmlns:a16="http://schemas.microsoft.com/office/drawing/2014/main" id="{C844DC86-68EE-4EF1-B926-387954EEF798}"/>
              </a:ext>
            </a:extLst>
          </p:cNvPr>
          <p:cNvSpPr>
            <a:spLocks xmlns:a="http://schemas.openxmlformats.org/drawingml/2006/main" noGrp="1"/>
          </p:cNvSpPr>
          <p:nvPr/>
        </p:nvSpPr>
        <p:spPr>
          <a:xfrm xmlns:a="http://schemas.openxmlformats.org/drawingml/2006/main" rot="0" flipH="0" flipV="0">
            <a:off x="281643" y="-162328"/>
            <a:ext cx="333375" cy="0"/>
          </a:xfrm>
          <a:prstGeom xmlns:a="http://schemas.openxmlformats.org/drawingml/2006/main" prst="line">
            <a:avLst/>
          </a:prstGeom>
          <a:ln xmlns:a="http://schemas.openxmlformats.org/drawingml/2006/main">
            <a:solidFill>
              <a:schemeClr val="accent6"/>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82" name="Textfeld 81">
            <a:extLst xmlns:a="http://schemas.openxmlformats.org/drawingml/2006/main">
              <a:ext uri="{FF2B5EF4-FFF2-40B4-BE49-F238E27FC236}">
                <a16:creationId xmlns:a16="http://schemas.microsoft.com/office/drawing/2014/main" id="{36A6CE9C-ECB8-42E6-B61D-3A0F3C4D7A56}"/>
              </a:ext>
            </a:extLst>
          </p:cNvPr>
          <p:cNvSpPr>
            <a:spLocks xmlns:a="http://schemas.openxmlformats.org/drawingml/2006/main" noGrp="1"/>
          </p:cNvSpPr>
          <p:nvPr/>
        </p:nvSpPr>
        <p:spPr>
          <a:xfrm xmlns:a="http://schemas.openxmlformats.org/drawingml/2006/main" rot="0" flipH="0" flipV="0">
            <a:off x="318486" y="-299136"/>
            <a:ext cx="259687" cy="124906"/>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marL="0" marR="0" indent="0" algn="ctr" defTabSz="914400">
              <a:lnSpc>
                <a:spcPct val="110000"/>
              </a:lnSpc>
              <a:spcBef>
                <a:spcPts val="0"/>
              </a:spcBef>
              <a:spcAft>
                <a:spcPts val="1200"/>
              </a:spcAft>
              <a:buClrTx/>
              <a:buSzTx/>
              <a:buFont typeface="Arial"/>
              <a:buNone/>
            </a:pPr>
            <a:r>
              <a:rPr sz="800" b="0" i="0" u="none" strike="noStrike" cap="none" spc="0" baseline="0">
                <a:ln>
                  <a:noFill/>
                </a:ln>
                <a:solidFill>
                  <a:schemeClr val="accent6"/>
                </a:solidFill>
                <a:latin typeface="Arial"/>
                <a:ea typeface="Arial"/>
                <a:cs typeface="Arial"/>
              </a:rPr>
              <a:t>15,50</a:t>
            </a:r>
          </a:p>
        </p:txBody>
      </p:sp>
      <p:sp>
        <p:nvSpPr>
          <p:cNvPr id="84" name="Gerader Verbinder 83">
            <a:extLst xmlns:a="http://schemas.openxmlformats.org/drawingml/2006/main">
              <a:ext uri="{FF2B5EF4-FFF2-40B4-BE49-F238E27FC236}">
                <a16:creationId xmlns:a16="http://schemas.microsoft.com/office/drawing/2014/main" id="{B2435E1D-DD5A-46AC-AE96-EDFAA7C9B356}"/>
              </a:ext>
            </a:extLst>
          </p:cNvPr>
          <p:cNvSpPr>
            <a:spLocks xmlns:a="http://schemas.openxmlformats.org/drawingml/2006/main" noGrp="1"/>
          </p:cNvSpPr>
          <p:nvPr/>
        </p:nvSpPr>
        <p:spPr>
          <a:xfrm xmlns:a="http://schemas.openxmlformats.org/drawingml/2006/main" rot="0" flipH="0" flipV="0">
            <a:off x="5752963" y="-162332"/>
            <a:ext cx="333375" cy="0"/>
          </a:xfrm>
          <a:prstGeom xmlns:a="http://schemas.openxmlformats.org/drawingml/2006/main" prst="line">
            <a:avLst/>
          </a:prstGeom>
          <a:ln xmlns:a="http://schemas.openxmlformats.org/drawingml/2006/main">
            <a:solidFill>
              <a:schemeClr val="accent6"/>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85" name="Textfeld 84">
            <a:extLst xmlns:a="http://schemas.openxmlformats.org/drawingml/2006/main">
              <a:ext uri="{FF2B5EF4-FFF2-40B4-BE49-F238E27FC236}">
                <a16:creationId xmlns:a16="http://schemas.microsoft.com/office/drawing/2014/main" id="{413A99B1-6C23-41A6-A82B-0EC01B779471}"/>
              </a:ext>
            </a:extLst>
          </p:cNvPr>
          <p:cNvSpPr>
            <a:spLocks xmlns:a="http://schemas.openxmlformats.org/drawingml/2006/main" noGrp="1"/>
          </p:cNvSpPr>
          <p:nvPr/>
        </p:nvSpPr>
        <p:spPr>
          <a:xfrm xmlns:a="http://schemas.openxmlformats.org/drawingml/2006/main" rot="0" flipH="0" flipV="0">
            <a:off x="5789809" y="-299136"/>
            <a:ext cx="259687" cy="124906"/>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marL="0" marR="0" indent="0" algn="ctr" defTabSz="914400">
              <a:lnSpc>
                <a:spcPct val="110000"/>
              </a:lnSpc>
              <a:spcBef>
                <a:spcPts val="0"/>
              </a:spcBef>
              <a:spcAft>
                <a:spcPts val="1200"/>
              </a:spcAft>
              <a:buClrTx/>
              <a:buSzTx/>
              <a:buFont typeface="Arial"/>
              <a:buNone/>
            </a:pPr>
            <a:r>
              <a:rPr sz="800" b="0" i="0" u="none" strike="noStrike" cap="none" spc="0" baseline="0">
                <a:ln>
                  <a:noFill/>
                </a:ln>
                <a:solidFill>
                  <a:schemeClr val="accent6"/>
                </a:solidFill>
                <a:latin typeface="Arial"/>
                <a:ea typeface="Arial"/>
                <a:cs typeface="Arial"/>
              </a:rPr>
              <a:t>00,30</a:t>
            </a:r>
          </a:p>
        </p:txBody>
      </p:sp>
      <p:sp>
        <p:nvSpPr>
          <p:cNvPr id="87" name="Gerader Verbinder 86">
            <a:extLst xmlns:a="http://schemas.openxmlformats.org/drawingml/2006/main">
              <a:ext uri="{FF2B5EF4-FFF2-40B4-BE49-F238E27FC236}">
                <a16:creationId xmlns:a16="http://schemas.microsoft.com/office/drawing/2014/main" id="{0A785642-24CC-4704-855D-73D8CA35280B}"/>
              </a:ext>
            </a:extLst>
          </p:cNvPr>
          <p:cNvSpPr>
            <a:spLocks xmlns:a="http://schemas.openxmlformats.org/drawingml/2006/main" noGrp="1"/>
          </p:cNvSpPr>
          <p:nvPr/>
        </p:nvSpPr>
        <p:spPr>
          <a:xfrm xmlns:a="http://schemas.openxmlformats.org/drawingml/2006/main" rot="16200000" flipH="0" flipV="0">
            <a:off x="6037263" y="-230736"/>
            <a:ext cx="333375" cy="0"/>
          </a:xfrm>
          <a:prstGeom xmlns:a="http://schemas.openxmlformats.org/drawingml/2006/main" prst="line">
            <a:avLst/>
          </a:prstGeom>
          <a:ln xmlns:a="http://schemas.openxmlformats.org/drawingml/2006/main">
            <a:solidFill>
              <a:schemeClr val="accent6"/>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88" name="Textfeld 87">
            <a:extLst xmlns:a="http://schemas.openxmlformats.org/drawingml/2006/main">
              <a:ext uri="{FF2B5EF4-FFF2-40B4-BE49-F238E27FC236}">
                <a16:creationId xmlns:a16="http://schemas.microsoft.com/office/drawing/2014/main" id="{EAD15804-28A7-4690-889A-7D8A91A7D478}"/>
              </a:ext>
            </a:extLst>
          </p:cNvPr>
          <p:cNvSpPr>
            <a:spLocks xmlns:a="http://schemas.openxmlformats.org/drawingml/2006/main" noGrp="1"/>
          </p:cNvSpPr>
          <p:nvPr/>
        </p:nvSpPr>
        <p:spPr>
          <a:xfrm xmlns:a="http://schemas.openxmlformats.org/drawingml/2006/main" rot="16200000" flipH="0" flipV="0">
            <a:off x="6136559" y="-293191"/>
            <a:ext cx="259687" cy="124906"/>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marL="0" marR="0" indent="0" algn="ctr" defTabSz="914400">
              <a:lnSpc>
                <a:spcPct val="110000"/>
              </a:lnSpc>
              <a:spcBef>
                <a:spcPts val="0"/>
              </a:spcBef>
              <a:spcAft>
                <a:spcPts val="1200"/>
              </a:spcAft>
              <a:buClrTx/>
              <a:buSzTx/>
              <a:buFont typeface="Arial"/>
              <a:buNone/>
            </a:pPr>
            <a:r>
              <a:rPr sz="800" b="0" i="0" u="none" strike="noStrike" cap="none" spc="0" baseline="0">
                <a:ln>
                  <a:noFill/>
                </a:ln>
                <a:solidFill>
                  <a:schemeClr val="accent6"/>
                </a:solidFill>
                <a:latin typeface="Arial"/>
                <a:ea typeface="Arial"/>
                <a:cs typeface="Arial"/>
              </a:rPr>
              <a:t>00,30</a:t>
            </a:r>
          </a:p>
        </p:txBody>
      </p:sp>
      <p:sp>
        <p:nvSpPr>
          <p:cNvPr id="89" name="Gerader Verbinder 88">
            <a:extLst xmlns:a="http://schemas.openxmlformats.org/drawingml/2006/main">
              <a:ext uri="{FF2B5EF4-FFF2-40B4-BE49-F238E27FC236}">
                <a16:creationId xmlns:a16="http://schemas.microsoft.com/office/drawing/2014/main" id="{43381730-742B-44A7-ACBA-022C394D5891}"/>
              </a:ext>
            </a:extLst>
          </p:cNvPr>
          <p:cNvSpPr>
            <a:spLocks xmlns:a="http://schemas.openxmlformats.org/drawingml/2006/main" noGrp="1"/>
          </p:cNvSpPr>
          <p:nvPr/>
        </p:nvSpPr>
        <p:spPr>
          <a:xfrm xmlns:a="http://schemas.openxmlformats.org/drawingml/2006/main" rot="16200000">
            <a:off x="5929313" y="-230736"/>
            <a:ext cx="333375" cy="0"/>
          </a:xfrm>
          <a:prstGeom xmlns:a="http://schemas.openxmlformats.org/drawingml/2006/main" prst="line">
            <a:avLst/>
          </a:prstGeom>
          <a:ln xmlns:a="http://schemas.openxmlformats.org/drawingml/2006/main">
            <a:solidFill>
              <a:schemeClr val="accent6"/>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91" name="Gerader Verbinder 90">
            <a:extLst xmlns:a="http://schemas.openxmlformats.org/drawingml/2006/main">
              <a:ext uri="{FF2B5EF4-FFF2-40B4-BE49-F238E27FC236}">
                <a16:creationId xmlns:a16="http://schemas.microsoft.com/office/drawing/2014/main" id="{1DB9BCC2-8042-4009-B5B6-0F1E33BD1D39}"/>
              </a:ext>
            </a:extLst>
          </p:cNvPr>
          <p:cNvSpPr>
            <a:spLocks xmlns:a="http://schemas.openxmlformats.org/drawingml/2006/main" noGrp="1"/>
          </p:cNvSpPr>
          <p:nvPr/>
        </p:nvSpPr>
        <p:spPr>
          <a:xfrm xmlns:a="http://schemas.openxmlformats.org/drawingml/2006/main" rot="0" flipH="0" flipV="0">
            <a:off x="11447325" y="-162339"/>
            <a:ext cx="333375" cy="0"/>
          </a:xfrm>
          <a:prstGeom xmlns:a="http://schemas.openxmlformats.org/drawingml/2006/main" prst="line">
            <a:avLst/>
          </a:prstGeom>
          <a:ln xmlns:a="http://schemas.openxmlformats.org/drawingml/2006/main">
            <a:solidFill>
              <a:schemeClr val="accent6"/>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92" name="Textfeld 91">
            <a:extLst xmlns:a="http://schemas.openxmlformats.org/drawingml/2006/main">
              <a:ext uri="{FF2B5EF4-FFF2-40B4-BE49-F238E27FC236}">
                <a16:creationId xmlns:a16="http://schemas.microsoft.com/office/drawing/2014/main" id="{701274C6-5A42-4082-BC4B-8532BFB4CC40}"/>
              </a:ext>
            </a:extLst>
          </p:cNvPr>
          <p:cNvSpPr>
            <a:spLocks xmlns:a="http://schemas.openxmlformats.org/drawingml/2006/main" noGrp="1"/>
          </p:cNvSpPr>
          <p:nvPr/>
        </p:nvSpPr>
        <p:spPr>
          <a:xfrm xmlns:a="http://schemas.openxmlformats.org/drawingml/2006/main" rot="0" flipH="0" flipV="0">
            <a:off x="11484174" y="-299139"/>
            <a:ext cx="259687" cy="124906"/>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marL="0" marR="0" indent="0" algn="ctr" defTabSz="914400">
              <a:lnSpc>
                <a:spcPct val="110000"/>
              </a:lnSpc>
              <a:spcBef>
                <a:spcPts val="0"/>
              </a:spcBef>
              <a:spcAft>
                <a:spcPts val="1200"/>
              </a:spcAft>
              <a:buClrTx/>
              <a:buSzTx/>
              <a:buFont typeface="Arial"/>
              <a:buNone/>
            </a:pPr>
            <a:r>
              <a:rPr sz="800" b="0" i="0" u="none" strike="noStrike" cap="none" spc="0" baseline="0">
                <a:ln>
                  <a:noFill/>
                </a:ln>
                <a:solidFill>
                  <a:schemeClr val="accent6"/>
                </a:solidFill>
                <a:latin typeface="Arial"/>
                <a:ea typeface="Arial"/>
                <a:cs typeface="Arial"/>
              </a:rPr>
              <a:t>15,50</a:t>
            </a:r>
          </a:p>
        </p:txBody>
      </p:sp>
      <p:sp>
        <p:nvSpPr>
          <p:cNvPr id="94" name="Freihandform: Form 139">
            <a:extLst xmlns:a="http://schemas.openxmlformats.org/drawingml/2006/main">
              <a:ext uri="{FF2B5EF4-FFF2-40B4-BE49-F238E27FC236}">
                <a16:creationId xmlns:a16="http://schemas.microsoft.com/office/drawing/2014/main" id="{A21D6C90-CB6F-5742-B27A-61223E4D0276}"/>
              </a:ext>
            </a:extLst>
          </p:cNvPr>
          <p:cNvSpPr>
            <a:spLocks xmlns:a="http://schemas.openxmlformats.org/drawingml/2006/main" noGrp="1"/>
          </p:cNvSpPr>
          <p:nvPr/>
        </p:nvSpPr>
        <p:spPr>
          <a:xfrm xmlns:a="http://schemas.openxmlformats.org/drawingml/2006/main" rot="0" flipH="0" flipV="0">
            <a:off x="519195" y="299293"/>
            <a:ext cx="71989" cy="114475"/>
          </a:xfrm>
          <a:custGeom xmlns:a="http://schemas.openxmlformats.org/drawingml/2006/main">
            <a:gdLst>
              <a:gd name="connsiteX0" fmla="*/ 232410 w 232409"/>
              <a:gd name="connsiteY0" fmla="*/ 60960 h 369569"/>
              <a:gd name="connsiteX1" fmla="*/ 65723 w 232409"/>
              <a:gd name="connsiteY1" fmla="*/ 60960 h 369569"/>
              <a:gd name="connsiteX2" fmla="*/ 65723 w 232409"/>
              <a:gd name="connsiteY2" fmla="*/ 152400 h 369569"/>
              <a:gd name="connsiteX3" fmla="*/ 189547 w 232409"/>
              <a:gd name="connsiteY3" fmla="*/ 152400 h 369569"/>
              <a:gd name="connsiteX4" fmla="*/ 189547 w 232409"/>
              <a:gd name="connsiteY4" fmla="*/ 212408 h 369569"/>
              <a:gd name="connsiteX5" fmla="*/ 65723 w 232409"/>
              <a:gd name="connsiteY5" fmla="*/ 212408 h 369569"/>
              <a:gd name="connsiteX6" fmla="*/ 65723 w 232409"/>
              <a:gd name="connsiteY6" fmla="*/ 369570 h 369569"/>
              <a:gd name="connsiteX7" fmla="*/ 0 w 232409"/>
              <a:gd name="connsiteY7" fmla="*/ 369570 h 369569"/>
              <a:gd name="connsiteX8" fmla="*/ 0 w 232409"/>
              <a:gd name="connsiteY8" fmla="*/ 0 h 369569"/>
              <a:gd name="connsiteX9" fmla="*/ 231458 w 232409"/>
              <a:gd name="connsiteY9" fmla="*/ 0 h 369569"/>
              <a:gd name="connsiteX10" fmla="*/ 231458 w 232409"/>
              <a:gd name="connsiteY10" fmla="*/ 60960 h 369569"/>
            </a:gdLst>
            <a:rect l="l" t="t" r="r" b="b"/>
            <a:pathLst>
              <a:path w="232409" h="369569">
                <a:moveTo>
                  <a:pt x="232410" y="60960"/>
                </a:moveTo>
                <a:lnTo>
                  <a:pt x="65723" y="60960"/>
                </a:lnTo>
                <a:lnTo>
                  <a:pt x="65723" y="152400"/>
                </a:lnTo>
                <a:lnTo>
                  <a:pt x="189547" y="152400"/>
                </a:lnTo>
                <a:lnTo>
                  <a:pt x="189547" y="212408"/>
                </a:lnTo>
                <a:lnTo>
                  <a:pt x="65723" y="212408"/>
                </a:lnTo>
                <a:lnTo>
                  <a:pt x="65723" y="369570"/>
                </a:lnTo>
                <a:lnTo>
                  <a:pt x="0" y="369570"/>
                </a:lnTo>
                <a:lnTo>
                  <a:pt x="0" y="0"/>
                </a:lnTo>
                <a:lnTo>
                  <a:pt x="231458" y="0"/>
                </a:lnTo>
                <a:lnTo>
                  <a:pt x="231458" y="60960"/>
                </a:lnTo>
                <a:close/>
              </a:path>
            </a:pathLst>
          </a:custGeom>
          <a:solidFill xmlns:a="http://schemas.openxmlformats.org/drawingml/2006/main">
            <a:srgbClr val="041E42"/>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95" name="Freihandform: Form 140">
            <a:extLst xmlns:a="http://schemas.openxmlformats.org/drawingml/2006/main">
              <a:ext uri="{FF2B5EF4-FFF2-40B4-BE49-F238E27FC236}">
                <a16:creationId xmlns:a16="http://schemas.microsoft.com/office/drawing/2014/main" id="{AD0321DC-F0FE-444A-A11C-AD1929DC8A9D}"/>
              </a:ext>
            </a:extLst>
          </p:cNvPr>
          <p:cNvSpPr>
            <a:spLocks xmlns:a="http://schemas.openxmlformats.org/drawingml/2006/main" noGrp="1"/>
          </p:cNvSpPr>
          <p:nvPr/>
        </p:nvSpPr>
        <p:spPr>
          <a:xfrm xmlns:a="http://schemas.openxmlformats.org/drawingml/2006/main" rot="0" flipH="0" flipV="0">
            <a:off x="602397" y="329016"/>
            <a:ext cx="49567" cy="84456"/>
          </a:xfrm>
          <a:custGeom xmlns:a="http://schemas.openxmlformats.org/drawingml/2006/main">
            <a:gdLst>
              <a:gd name="connsiteX0" fmla="*/ 160020 w 160020"/>
              <a:gd name="connsiteY0" fmla="*/ 5005 h 272657"/>
              <a:gd name="connsiteX1" fmla="*/ 150495 w 160020"/>
              <a:gd name="connsiteY1" fmla="*/ 68823 h 272657"/>
              <a:gd name="connsiteX2" fmla="*/ 116205 w 160020"/>
              <a:gd name="connsiteY2" fmla="*/ 60250 h 272657"/>
              <a:gd name="connsiteX3" fmla="*/ 61913 w 160020"/>
              <a:gd name="connsiteY3" fmla="*/ 135498 h 272657"/>
              <a:gd name="connsiteX4" fmla="*/ 61913 w 160020"/>
              <a:gd name="connsiteY4" fmla="*/ 272658 h 272657"/>
              <a:gd name="connsiteX5" fmla="*/ 0 w 160020"/>
              <a:gd name="connsiteY5" fmla="*/ 272658 h 272657"/>
              <a:gd name="connsiteX6" fmla="*/ 0 w 160020"/>
              <a:gd name="connsiteY6" fmla="*/ 5958 h 272657"/>
              <a:gd name="connsiteX7" fmla="*/ 60960 w 160020"/>
              <a:gd name="connsiteY7" fmla="*/ 5958 h 272657"/>
              <a:gd name="connsiteX8" fmla="*/ 60960 w 160020"/>
              <a:gd name="connsiteY8" fmla="*/ 40248 h 272657"/>
              <a:gd name="connsiteX9" fmla="*/ 61913 w 160020"/>
              <a:gd name="connsiteY9" fmla="*/ 40248 h 272657"/>
              <a:gd name="connsiteX10" fmla="*/ 131445 w 160020"/>
              <a:gd name="connsiteY10" fmla="*/ 243 h 272657"/>
              <a:gd name="connsiteX11" fmla="*/ 160020 w 160020"/>
              <a:gd name="connsiteY11" fmla="*/ 5005 h 272657"/>
            </a:gdLst>
            <a:rect l="l" t="t" r="r" b="b"/>
            <a:pathLst>
              <a:path w="160020" h="272657">
                <a:moveTo>
                  <a:pt x="160020" y="5005"/>
                </a:moveTo>
                <a:lnTo>
                  <a:pt x="150495" y="68823"/>
                </a:lnTo>
                <a:cubicBezTo>
                  <a:pt x="140970" y="64060"/>
                  <a:pt x="129540" y="60250"/>
                  <a:pt x="116205" y="60250"/>
                </a:cubicBezTo>
                <a:cubicBezTo>
                  <a:pt x="73342"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7" y="-710"/>
                  <a:pt x="150495" y="1195"/>
                  <a:pt x="160020" y="5005"/>
                </a:cubicBezTo>
                <a:close/>
              </a:path>
            </a:pathLst>
          </a:custGeom>
          <a:solidFill xmlns:a="http://schemas.openxmlformats.org/drawingml/2006/main">
            <a:srgbClr val="041E42"/>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96" name="Freihandform: Form 141">
            <a:extLst xmlns:a="http://schemas.openxmlformats.org/drawingml/2006/main">
              <a:ext uri="{FF2B5EF4-FFF2-40B4-BE49-F238E27FC236}">
                <a16:creationId xmlns:a16="http://schemas.microsoft.com/office/drawing/2014/main" id="{26533122-7334-2A48-988D-C005CB3DBF35}"/>
              </a:ext>
            </a:extLst>
          </p:cNvPr>
          <p:cNvSpPr>
            <a:spLocks xmlns:a="http://schemas.openxmlformats.org/drawingml/2006/main" noGrp="1"/>
          </p:cNvSpPr>
          <p:nvPr/>
        </p:nvSpPr>
        <p:spPr>
          <a:xfrm xmlns:a="http://schemas.openxmlformats.org/drawingml/2006/main" rot="0" flipH="0" flipV="0">
            <a:off x="665831" y="294277"/>
            <a:ext cx="24488" cy="119196"/>
          </a:xfrm>
          <a:custGeom xmlns:a="http://schemas.openxmlformats.org/drawingml/2006/main">
            <a:gdLst>
              <a:gd name="connsiteX0" fmla="*/ 79058 w 79057"/>
              <a:gd name="connsiteY0" fmla="*/ 38100 h 384810"/>
              <a:gd name="connsiteX1" fmla="*/ 39052 w 79057"/>
              <a:gd name="connsiteY1" fmla="*/ 76200 h 384810"/>
              <a:gd name="connsiteX2" fmla="*/ 0 w 79057"/>
              <a:gd name="connsiteY2" fmla="*/ 38100 h 384810"/>
              <a:gd name="connsiteX3" fmla="*/ 39052 w 79057"/>
              <a:gd name="connsiteY3" fmla="*/ 0 h 384810"/>
              <a:gd name="connsiteX4" fmla="*/ 79058 w 79057"/>
              <a:gd name="connsiteY4" fmla="*/ 38100 h 384810"/>
              <a:gd name="connsiteX5" fmla="*/ 70485 w 79057"/>
              <a:gd name="connsiteY5" fmla="*/ 384810 h 384810"/>
              <a:gd name="connsiteX6" fmla="*/ 8573 w 79057"/>
              <a:gd name="connsiteY6" fmla="*/ 384810 h 384810"/>
              <a:gd name="connsiteX7" fmla="*/ 8573 w 79057"/>
              <a:gd name="connsiteY7" fmla="*/ 118110 h 384810"/>
              <a:gd name="connsiteX8" fmla="*/ 70485 w 79057"/>
              <a:gd name="connsiteY8" fmla="*/ 118110 h 384810"/>
              <a:gd name="connsiteX9" fmla="*/ 70485 w 79057"/>
              <a:gd name="connsiteY9" fmla="*/ 384810 h 384810"/>
            </a:gdLst>
            <a:rect l="l" t="t" r="r" b="b"/>
            <a:pathLst>
              <a:path w="79057" h="384810">
                <a:moveTo>
                  <a:pt x="79058" y="38100"/>
                </a:moveTo>
                <a:cubicBezTo>
                  <a:pt x="79058" y="60007"/>
                  <a:pt x="60960" y="76200"/>
                  <a:pt x="39052" y="76200"/>
                </a:cubicBezTo>
                <a:cubicBezTo>
                  <a:pt x="17145" y="76200"/>
                  <a:pt x="0" y="60960"/>
                  <a:pt x="0" y="38100"/>
                </a:cubicBezTo>
                <a:cubicBezTo>
                  <a:pt x="0" y="16193"/>
                  <a:pt x="18098" y="0"/>
                  <a:pt x="39052" y="0"/>
                </a:cubicBezTo>
                <a:cubicBezTo>
                  <a:pt x="60960" y="0"/>
                  <a:pt x="79058" y="16193"/>
                  <a:pt x="79058" y="38100"/>
                </a:cubicBezTo>
                <a:close/>
                <a:moveTo>
                  <a:pt x="70485" y="384810"/>
                </a:moveTo>
                <a:lnTo>
                  <a:pt x="8573" y="384810"/>
                </a:lnTo>
                <a:lnTo>
                  <a:pt x="8573" y="118110"/>
                </a:lnTo>
                <a:lnTo>
                  <a:pt x="70485" y="118110"/>
                </a:lnTo>
                <a:lnTo>
                  <a:pt x="70485" y="384810"/>
                </a:lnTo>
                <a:close/>
              </a:path>
            </a:pathLst>
          </a:custGeom>
          <a:solidFill xmlns:a="http://schemas.openxmlformats.org/drawingml/2006/main">
            <a:srgbClr val="041E42"/>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97" name="Freihandform: Form 142">
            <a:extLst xmlns:a="http://schemas.openxmlformats.org/drawingml/2006/main">
              <a:ext uri="{FF2B5EF4-FFF2-40B4-BE49-F238E27FC236}">
                <a16:creationId xmlns:a16="http://schemas.microsoft.com/office/drawing/2014/main" id="{AEA3C75E-A2CA-A949-9620-F3FBBC32F186}"/>
              </a:ext>
            </a:extLst>
          </p:cNvPr>
          <p:cNvSpPr>
            <a:spLocks xmlns:a="http://schemas.openxmlformats.org/drawingml/2006/main" noGrp="1"/>
          </p:cNvSpPr>
          <p:nvPr/>
        </p:nvSpPr>
        <p:spPr>
          <a:xfrm xmlns:a="http://schemas.openxmlformats.org/drawingml/2006/main" rot="0" flipH="0" flipV="0">
            <a:off x="708022" y="329092"/>
            <a:ext cx="75235" cy="86446"/>
          </a:xfrm>
          <a:custGeom xmlns:a="http://schemas.openxmlformats.org/drawingml/2006/main">
            <a:gdLst>
              <a:gd name="connsiteX0" fmla="*/ 132397 w 242887"/>
              <a:gd name="connsiteY0" fmla="*/ 279083 h 279082"/>
              <a:gd name="connsiteX1" fmla="*/ 0 w 242887"/>
              <a:gd name="connsiteY1" fmla="*/ 139065 h 279082"/>
              <a:gd name="connsiteX2" fmla="*/ 124777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7 w 242887"/>
              <a:gd name="connsiteY6" fmla="*/ 225743 h 279082"/>
              <a:gd name="connsiteX7" fmla="*/ 198120 w 242887"/>
              <a:gd name="connsiteY7" fmla="*/ 194310 h 279082"/>
              <a:gd name="connsiteX8" fmla="*/ 237172 w 242887"/>
              <a:gd name="connsiteY8" fmla="*/ 235268 h 279082"/>
              <a:gd name="connsiteX9" fmla="*/ 132397 w 242887"/>
              <a:gd name="connsiteY9" fmla="*/ 279083 h 279082"/>
              <a:gd name="connsiteX10" fmla="*/ 61913 w 242887"/>
              <a:gd name="connsiteY10" fmla="*/ 115253 h 279082"/>
              <a:gd name="connsiteX11" fmla="*/ 182880 w 242887"/>
              <a:gd name="connsiteY11" fmla="*/ 115253 h 279082"/>
              <a:gd name="connsiteX12" fmla="*/ 123825 w 242887"/>
              <a:gd name="connsiteY12" fmla="*/ 50482 h 279082"/>
              <a:gd name="connsiteX13" fmla="*/ 61913 w 242887"/>
              <a:gd name="connsiteY13" fmla="*/ 115253 h 279082"/>
            </a:gdLst>
            <a:rect l="l" t="t" r="r" b="b"/>
            <a:pathLst>
              <a:path w="242887" h="279082">
                <a:moveTo>
                  <a:pt x="132397" y="279083"/>
                </a:moveTo>
                <a:cubicBezTo>
                  <a:pt x="53340" y="279083"/>
                  <a:pt x="0" y="222885"/>
                  <a:pt x="0" y="139065"/>
                </a:cubicBezTo>
                <a:cubicBezTo>
                  <a:pt x="0" y="56197"/>
                  <a:pt x="50482" y="0"/>
                  <a:pt x="124777" y="0"/>
                </a:cubicBezTo>
                <a:cubicBezTo>
                  <a:pt x="196215" y="0"/>
                  <a:pt x="242888" y="53340"/>
                  <a:pt x="242888" y="135255"/>
                </a:cubicBezTo>
                <a:cubicBezTo>
                  <a:pt x="242888" y="143828"/>
                  <a:pt x="241935" y="153353"/>
                  <a:pt x="241935" y="160972"/>
                </a:cubicBezTo>
                <a:lnTo>
                  <a:pt x="62865" y="160972"/>
                </a:lnTo>
                <a:cubicBezTo>
                  <a:pt x="69532" y="201930"/>
                  <a:pt x="94297" y="225743"/>
                  <a:pt x="132397" y="225743"/>
                </a:cubicBezTo>
                <a:cubicBezTo>
                  <a:pt x="157163" y="225743"/>
                  <a:pt x="177165" y="216218"/>
                  <a:pt x="198120" y="194310"/>
                </a:cubicBezTo>
                <a:lnTo>
                  <a:pt x="237172" y="235268"/>
                </a:lnTo>
                <a:cubicBezTo>
                  <a:pt x="206692" y="264795"/>
                  <a:pt x="172402" y="279083"/>
                  <a:pt x="132397" y="279083"/>
                </a:cubicBezTo>
                <a:close/>
                <a:moveTo>
                  <a:pt x="61913" y="115253"/>
                </a:moveTo>
                <a:lnTo>
                  <a:pt x="182880" y="115253"/>
                </a:lnTo>
                <a:cubicBezTo>
                  <a:pt x="180022" y="74295"/>
                  <a:pt x="159067" y="50482"/>
                  <a:pt x="123825" y="50482"/>
                </a:cubicBezTo>
                <a:cubicBezTo>
                  <a:pt x="89535" y="50482"/>
                  <a:pt x="67627" y="74295"/>
                  <a:pt x="61913" y="115253"/>
                </a:cubicBezTo>
                <a:close/>
              </a:path>
            </a:pathLst>
          </a:custGeom>
          <a:solidFill xmlns:a="http://schemas.openxmlformats.org/drawingml/2006/main">
            <a:srgbClr val="041E42"/>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98" name="Freihandform: Form 143">
            <a:extLst xmlns:a="http://schemas.openxmlformats.org/drawingml/2006/main">
              <a:ext uri="{FF2B5EF4-FFF2-40B4-BE49-F238E27FC236}">
                <a16:creationId xmlns:a16="http://schemas.microsoft.com/office/drawing/2014/main" id="{12CC2BD9-F08D-6843-8054-67F3295C4D11}"/>
              </a:ext>
            </a:extLst>
          </p:cNvPr>
          <p:cNvSpPr>
            <a:spLocks xmlns:a="http://schemas.openxmlformats.org/drawingml/2006/main" noGrp="1"/>
          </p:cNvSpPr>
          <p:nvPr/>
        </p:nvSpPr>
        <p:spPr>
          <a:xfrm xmlns:a="http://schemas.openxmlformats.org/drawingml/2006/main" rot="0" flipH="0" flipV="0">
            <a:off x="800370" y="293096"/>
            <a:ext cx="77005" cy="122736"/>
          </a:xfrm>
          <a:custGeom xmlns:a="http://schemas.openxmlformats.org/drawingml/2006/main">
            <a:gdLst>
              <a:gd name="connsiteX0" fmla="*/ 0 w 248602"/>
              <a:gd name="connsiteY0" fmla="*/ 255270 h 396239"/>
              <a:gd name="connsiteX1" fmla="*/ 108585 w 248602"/>
              <a:gd name="connsiteY1" fmla="*/ 116205 h 396239"/>
              <a:gd name="connsiteX2" fmla="*/ 185738 w 248602"/>
              <a:gd name="connsiteY2" fmla="*/ 152400 h 396239"/>
              <a:gd name="connsiteX3" fmla="*/ 186690 w 248602"/>
              <a:gd name="connsiteY3" fmla="*/ 152400 h 396239"/>
              <a:gd name="connsiteX4" fmla="*/ 186690 w 248602"/>
              <a:gd name="connsiteY4" fmla="*/ 15240 h 396239"/>
              <a:gd name="connsiteX5" fmla="*/ 248602 w 248602"/>
              <a:gd name="connsiteY5" fmla="*/ 0 h 396239"/>
              <a:gd name="connsiteX6" fmla="*/ 248602 w 248602"/>
              <a:gd name="connsiteY6" fmla="*/ 389573 h 396239"/>
              <a:gd name="connsiteX7" fmla="*/ 187642 w 248602"/>
              <a:gd name="connsiteY7" fmla="*/ 389573 h 396239"/>
              <a:gd name="connsiteX8" fmla="*/ 187642 w 248602"/>
              <a:gd name="connsiteY8" fmla="*/ 358140 h 396239"/>
              <a:gd name="connsiteX9" fmla="*/ 186690 w 248602"/>
              <a:gd name="connsiteY9" fmla="*/ 358140 h 396239"/>
              <a:gd name="connsiteX10" fmla="*/ 106680 w 248602"/>
              <a:gd name="connsiteY10" fmla="*/ 396240 h 396239"/>
              <a:gd name="connsiteX11" fmla="*/ 0 w 248602"/>
              <a:gd name="connsiteY11" fmla="*/ 255270 h 396239"/>
              <a:gd name="connsiteX12" fmla="*/ 60960 w 248602"/>
              <a:gd name="connsiteY12" fmla="*/ 255270 h 396239"/>
              <a:gd name="connsiteX13" fmla="*/ 122872 w 248602"/>
              <a:gd name="connsiteY13" fmla="*/ 340995 h 396239"/>
              <a:gd name="connsiteX14" fmla="*/ 186690 w 248602"/>
              <a:gd name="connsiteY14" fmla="*/ 305753 h 396239"/>
              <a:gd name="connsiteX15" fmla="*/ 186690 w 248602"/>
              <a:gd name="connsiteY15" fmla="*/ 207645 h 396239"/>
              <a:gd name="connsiteX16" fmla="*/ 122872 w 248602"/>
              <a:gd name="connsiteY16" fmla="*/ 172402 h 396239"/>
              <a:gd name="connsiteX17" fmla="*/ 60960 w 248602"/>
              <a:gd name="connsiteY17" fmla="*/ 255270 h 396239"/>
            </a:gdLst>
            <a:rect l="l" t="t" r="r" b="b"/>
            <a:pathLst>
              <a:path w="248602" h="396239">
                <a:moveTo>
                  <a:pt x="0" y="255270"/>
                </a:moveTo>
                <a:cubicBezTo>
                  <a:pt x="0" y="169545"/>
                  <a:pt x="43815" y="116205"/>
                  <a:pt x="108585" y="116205"/>
                </a:cubicBezTo>
                <a:cubicBezTo>
                  <a:pt x="141922" y="116205"/>
                  <a:pt x="168592" y="130493"/>
                  <a:pt x="185738" y="152400"/>
                </a:cubicBezTo>
                <a:lnTo>
                  <a:pt x="186690" y="152400"/>
                </a:lnTo>
                <a:lnTo>
                  <a:pt x="186690" y="15240"/>
                </a:lnTo>
                <a:lnTo>
                  <a:pt x="248602" y="0"/>
                </a:lnTo>
                <a:lnTo>
                  <a:pt x="248602" y="389573"/>
                </a:lnTo>
                <a:lnTo>
                  <a:pt x="187642" y="389573"/>
                </a:lnTo>
                <a:lnTo>
                  <a:pt x="187642" y="358140"/>
                </a:lnTo>
                <a:lnTo>
                  <a:pt x="186690" y="358140"/>
                </a:lnTo>
                <a:cubicBezTo>
                  <a:pt x="167640" y="381953"/>
                  <a:pt x="140017" y="396240"/>
                  <a:pt x="106680" y="396240"/>
                </a:cubicBezTo>
                <a:cubicBezTo>
                  <a:pt x="43815" y="395288"/>
                  <a:pt x="0" y="340995"/>
                  <a:pt x="0" y="255270"/>
                </a:cubicBezTo>
                <a:close/>
                <a:moveTo>
                  <a:pt x="60960" y="255270"/>
                </a:moveTo>
                <a:cubicBezTo>
                  <a:pt x="60960" y="309563"/>
                  <a:pt x="83820" y="340995"/>
                  <a:pt x="122872" y="340995"/>
                </a:cubicBezTo>
                <a:cubicBezTo>
                  <a:pt x="146685" y="340995"/>
                  <a:pt x="166688" y="329565"/>
                  <a:pt x="186690" y="305753"/>
                </a:cubicBezTo>
                <a:lnTo>
                  <a:pt x="186690" y="207645"/>
                </a:lnTo>
                <a:cubicBezTo>
                  <a:pt x="168592" y="183833"/>
                  <a:pt x="148590" y="172402"/>
                  <a:pt x="122872" y="172402"/>
                </a:cubicBezTo>
                <a:cubicBezTo>
                  <a:pt x="82867" y="172402"/>
                  <a:pt x="60960" y="201930"/>
                  <a:pt x="60960" y="255270"/>
                </a:cubicBezTo>
                <a:close/>
              </a:path>
            </a:pathLst>
          </a:custGeom>
          <a:solidFill xmlns:a="http://schemas.openxmlformats.org/drawingml/2006/main">
            <a:srgbClr val="041E42"/>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99" name="Freihandform: Form 144">
            <a:extLst xmlns:a="http://schemas.openxmlformats.org/drawingml/2006/main">
              <a:ext uri="{FF2B5EF4-FFF2-40B4-BE49-F238E27FC236}">
                <a16:creationId xmlns:a16="http://schemas.microsoft.com/office/drawing/2014/main" id="{0091577E-076D-F64A-95AF-2939860D6325}"/>
              </a:ext>
            </a:extLst>
          </p:cNvPr>
          <p:cNvSpPr>
            <a:spLocks xmlns:a="http://schemas.openxmlformats.org/drawingml/2006/main" noGrp="1"/>
          </p:cNvSpPr>
          <p:nvPr/>
        </p:nvSpPr>
        <p:spPr>
          <a:xfrm xmlns:a="http://schemas.openxmlformats.org/drawingml/2006/main" rot="0" flipH="0" flipV="0">
            <a:off x="903044" y="329016"/>
            <a:ext cx="49567" cy="84456"/>
          </a:xfrm>
          <a:custGeom xmlns:a="http://schemas.openxmlformats.org/drawingml/2006/main">
            <a:gdLst>
              <a:gd name="connsiteX0" fmla="*/ 160020 w 160020"/>
              <a:gd name="connsiteY0" fmla="*/ 5005 h 272657"/>
              <a:gd name="connsiteX1" fmla="*/ 150495 w 160020"/>
              <a:gd name="connsiteY1" fmla="*/ 68823 h 272657"/>
              <a:gd name="connsiteX2" fmla="*/ 116205 w 160020"/>
              <a:gd name="connsiteY2" fmla="*/ 60250 h 272657"/>
              <a:gd name="connsiteX3" fmla="*/ 61913 w 160020"/>
              <a:gd name="connsiteY3" fmla="*/ 135498 h 272657"/>
              <a:gd name="connsiteX4" fmla="*/ 61913 w 160020"/>
              <a:gd name="connsiteY4" fmla="*/ 272658 h 272657"/>
              <a:gd name="connsiteX5" fmla="*/ 0 w 160020"/>
              <a:gd name="connsiteY5" fmla="*/ 272658 h 272657"/>
              <a:gd name="connsiteX6" fmla="*/ 0 w 160020"/>
              <a:gd name="connsiteY6" fmla="*/ 5958 h 272657"/>
              <a:gd name="connsiteX7" fmla="*/ 60960 w 160020"/>
              <a:gd name="connsiteY7" fmla="*/ 5958 h 272657"/>
              <a:gd name="connsiteX8" fmla="*/ 60960 w 160020"/>
              <a:gd name="connsiteY8" fmla="*/ 40248 h 272657"/>
              <a:gd name="connsiteX9" fmla="*/ 61913 w 160020"/>
              <a:gd name="connsiteY9" fmla="*/ 40248 h 272657"/>
              <a:gd name="connsiteX10" fmla="*/ 131445 w 160020"/>
              <a:gd name="connsiteY10" fmla="*/ 243 h 272657"/>
              <a:gd name="connsiteX11" fmla="*/ 160020 w 160020"/>
              <a:gd name="connsiteY11" fmla="*/ 5005 h 272657"/>
            </a:gdLst>
            <a:rect l="l" t="t" r="r" b="b"/>
            <a:pathLst>
              <a:path w="160020" h="272657">
                <a:moveTo>
                  <a:pt x="160020" y="5005"/>
                </a:moveTo>
                <a:lnTo>
                  <a:pt x="150495" y="68823"/>
                </a:lnTo>
                <a:cubicBezTo>
                  <a:pt x="140970" y="64060"/>
                  <a:pt x="129540" y="60250"/>
                  <a:pt x="116205" y="60250"/>
                </a:cubicBezTo>
                <a:cubicBezTo>
                  <a:pt x="73343"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8" y="-710"/>
                  <a:pt x="150495" y="1195"/>
                  <a:pt x="160020" y="5005"/>
                </a:cubicBezTo>
                <a:close/>
              </a:path>
            </a:pathLst>
          </a:custGeom>
          <a:solidFill xmlns:a="http://schemas.openxmlformats.org/drawingml/2006/main">
            <a:srgbClr val="041E42"/>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00" name="Freihandform: Form 145">
            <a:extLst xmlns:a="http://schemas.openxmlformats.org/drawingml/2006/main">
              <a:ext uri="{FF2B5EF4-FFF2-40B4-BE49-F238E27FC236}">
                <a16:creationId xmlns:a16="http://schemas.microsoft.com/office/drawing/2014/main" id="{5600DA2B-A584-9F4F-80C0-8BE95E6C0A45}"/>
              </a:ext>
            </a:extLst>
          </p:cNvPr>
          <p:cNvSpPr>
            <a:spLocks xmlns:a="http://schemas.openxmlformats.org/drawingml/2006/main" noGrp="1"/>
          </p:cNvSpPr>
          <p:nvPr/>
        </p:nvSpPr>
        <p:spPr>
          <a:xfrm xmlns:a="http://schemas.openxmlformats.org/drawingml/2006/main" rot="0" flipH="0" flipV="0">
            <a:off x="966184" y="294277"/>
            <a:ext cx="24488" cy="119196"/>
          </a:xfrm>
          <a:custGeom xmlns:a="http://schemas.openxmlformats.org/drawingml/2006/main">
            <a:gdLst>
              <a:gd name="connsiteX0" fmla="*/ 79058 w 79057"/>
              <a:gd name="connsiteY0" fmla="*/ 38100 h 384810"/>
              <a:gd name="connsiteX1" fmla="*/ 39052 w 79057"/>
              <a:gd name="connsiteY1" fmla="*/ 76200 h 384810"/>
              <a:gd name="connsiteX2" fmla="*/ 0 w 79057"/>
              <a:gd name="connsiteY2" fmla="*/ 38100 h 384810"/>
              <a:gd name="connsiteX3" fmla="*/ 39052 w 79057"/>
              <a:gd name="connsiteY3" fmla="*/ 0 h 384810"/>
              <a:gd name="connsiteX4" fmla="*/ 79058 w 79057"/>
              <a:gd name="connsiteY4" fmla="*/ 38100 h 384810"/>
              <a:gd name="connsiteX5" fmla="*/ 71438 w 79057"/>
              <a:gd name="connsiteY5" fmla="*/ 384810 h 384810"/>
              <a:gd name="connsiteX6" fmla="*/ 9525 w 79057"/>
              <a:gd name="connsiteY6" fmla="*/ 384810 h 384810"/>
              <a:gd name="connsiteX7" fmla="*/ 9525 w 79057"/>
              <a:gd name="connsiteY7" fmla="*/ 118110 h 384810"/>
              <a:gd name="connsiteX8" fmla="*/ 71438 w 79057"/>
              <a:gd name="connsiteY8" fmla="*/ 118110 h 384810"/>
              <a:gd name="connsiteX9" fmla="*/ 71438 w 79057"/>
              <a:gd name="connsiteY9" fmla="*/ 384810 h 384810"/>
            </a:gdLst>
            <a:rect l="l" t="t" r="r" b="b"/>
            <a:pathLst>
              <a:path w="79057" h="384810">
                <a:moveTo>
                  <a:pt x="79058" y="38100"/>
                </a:moveTo>
                <a:cubicBezTo>
                  <a:pt x="79058" y="60007"/>
                  <a:pt x="60960" y="76200"/>
                  <a:pt x="39052" y="76200"/>
                </a:cubicBezTo>
                <a:cubicBezTo>
                  <a:pt x="17145" y="76200"/>
                  <a:pt x="0" y="60960"/>
                  <a:pt x="0" y="38100"/>
                </a:cubicBezTo>
                <a:cubicBezTo>
                  <a:pt x="0" y="16193"/>
                  <a:pt x="18097" y="0"/>
                  <a:pt x="39052" y="0"/>
                </a:cubicBezTo>
                <a:cubicBezTo>
                  <a:pt x="61913" y="0"/>
                  <a:pt x="79058" y="16193"/>
                  <a:pt x="79058" y="38100"/>
                </a:cubicBezTo>
                <a:close/>
                <a:moveTo>
                  <a:pt x="71438" y="384810"/>
                </a:moveTo>
                <a:lnTo>
                  <a:pt x="9525" y="384810"/>
                </a:lnTo>
                <a:lnTo>
                  <a:pt x="9525" y="118110"/>
                </a:lnTo>
                <a:lnTo>
                  <a:pt x="71438" y="118110"/>
                </a:lnTo>
                <a:lnTo>
                  <a:pt x="71438" y="384810"/>
                </a:lnTo>
                <a:close/>
              </a:path>
            </a:pathLst>
          </a:custGeom>
          <a:solidFill xmlns:a="http://schemas.openxmlformats.org/drawingml/2006/main">
            <a:srgbClr val="041E42"/>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01" name="Freihandform: Form 146">
            <a:extLst xmlns:a="http://schemas.openxmlformats.org/drawingml/2006/main">
              <a:ext uri="{FF2B5EF4-FFF2-40B4-BE49-F238E27FC236}">
                <a16:creationId xmlns:a16="http://schemas.microsoft.com/office/drawing/2014/main" id="{0ADFB78B-5A0B-EC48-B160-DB451C67D058}"/>
              </a:ext>
            </a:extLst>
          </p:cNvPr>
          <p:cNvSpPr>
            <a:spLocks xmlns:a="http://schemas.openxmlformats.org/drawingml/2006/main" noGrp="1"/>
          </p:cNvSpPr>
          <p:nvPr/>
        </p:nvSpPr>
        <p:spPr>
          <a:xfrm xmlns:a="http://schemas.openxmlformats.org/drawingml/2006/main" rot="0" flipH="0" flipV="0">
            <a:off x="1008964" y="328796"/>
            <a:ext cx="69629" cy="86741"/>
          </a:xfrm>
          <a:custGeom xmlns:a="http://schemas.openxmlformats.org/drawingml/2006/main">
            <a:gdLst>
              <a:gd name="connsiteX0" fmla="*/ 222885 w 224789"/>
              <a:gd name="connsiteY0" fmla="*/ 237172 h 280034"/>
              <a:gd name="connsiteX1" fmla="*/ 127635 w 224789"/>
              <a:gd name="connsiteY1" fmla="*/ 280035 h 280034"/>
              <a:gd name="connsiteX2" fmla="*/ 0 w 224789"/>
              <a:gd name="connsiteY2" fmla="*/ 140970 h 280034"/>
              <a:gd name="connsiteX3" fmla="*/ 128588 w 224789"/>
              <a:gd name="connsiteY3" fmla="*/ 0 h 280034"/>
              <a:gd name="connsiteX4" fmla="*/ 224790 w 224789"/>
              <a:gd name="connsiteY4" fmla="*/ 45720 h 280034"/>
              <a:gd name="connsiteX5" fmla="*/ 181927 w 224789"/>
              <a:gd name="connsiteY5" fmla="*/ 86678 h 280034"/>
              <a:gd name="connsiteX6" fmla="*/ 128588 w 224789"/>
              <a:gd name="connsiteY6" fmla="*/ 57150 h 280034"/>
              <a:gd name="connsiteX7" fmla="*/ 62865 w 224789"/>
              <a:gd name="connsiteY7" fmla="*/ 140018 h 280034"/>
              <a:gd name="connsiteX8" fmla="*/ 128588 w 224789"/>
              <a:gd name="connsiteY8" fmla="*/ 222885 h 280034"/>
              <a:gd name="connsiteX9" fmla="*/ 183833 w 224789"/>
              <a:gd name="connsiteY9" fmla="*/ 193358 h 280034"/>
              <a:gd name="connsiteX10" fmla="*/ 222885 w 224789"/>
              <a:gd name="connsiteY10" fmla="*/ 237172 h 280034"/>
            </a:gdLst>
            <a:rect l="l" t="t" r="r" b="b"/>
            <a:pathLst>
              <a:path w="224789" h="280034">
                <a:moveTo>
                  <a:pt x="222885" y="237172"/>
                </a:moveTo>
                <a:cubicBezTo>
                  <a:pt x="196215" y="266700"/>
                  <a:pt x="165735" y="280035"/>
                  <a:pt x="127635" y="280035"/>
                </a:cubicBezTo>
                <a:cubicBezTo>
                  <a:pt x="51435" y="280035"/>
                  <a:pt x="0" y="224790"/>
                  <a:pt x="0" y="140970"/>
                </a:cubicBezTo>
                <a:cubicBezTo>
                  <a:pt x="0" y="57150"/>
                  <a:pt x="51435" y="0"/>
                  <a:pt x="128588" y="0"/>
                </a:cubicBezTo>
                <a:cubicBezTo>
                  <a:pt x="168592" y="0"/>
                  <a:pt x="200977" y="15240"/>
                  <a:pt x="224790" y="45720"/>
                </a:cubicBezTo>
                <a:lnTo>
                  <a:pt x="181927" y="86678"/>
                </a:lnTo>
                <a:cubicBezTo>
                  <a:pt x="166688" y="66675"/>
                  <a:pt x="149542" y="57150"/>
                  <a:pt x="128588" y="57150"/>
                </a:cubicBezTo>
                <a:cubicBezTo>
                  <a:pt x="89535" y="57150"/>
                  <a:pt x="62865" y="89535"/>
                  <a:pt x="62865" y="140018"/>
                </a:cubicBezTo>
                <a:cubicBezTo>
                  <a:pt x="62865" y="189547"/>
                  <a:pt x="89535" y="222885"/>
                  <a:pt x="128588" y="222885"/>
                </a:cubicBezTo>
                <a:cubicBezTo>
                  <a:pt x="149542" y="222885"/>
                  <a:pt x="166688" y="213360"/>
                  <a:pt x="183833" y="193358"/>
                </a:cubicBezTo>
                <a:lnTo>
                  <a:pt x="222885" y="237172"/>
                </a:lnTo>
                <a:close/>
              </a:path>
            </a:pathLst>
          </a:custGeom>
          <a:solidFill xmlns:a="http://schemas.openxmlformats.org/drawingml/2006/main">
            <a:srgbClr val="041E42"/>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02" name="Freihandform: Form 147">
            <a:extLst xmlns:a="http://schemas.openxmlformats.org/drawingml/2006/main">
              <a:ext uri="{FF2B5EF4-FFF2-40B4-BE49-F238E27FC236}">
                <a16:creationId xmlns:a16="http://schemas.microsoft.com/office/drawing/2014/main" id="{C6B7CD53-2D3F-8F4A-9C0F-459B22C64249}"/>
              </a:ext>
            </a:extLst>
          </p:cNvPr>
          <p:cNvSpPr>
            <a:spLocks xmlns:a="http://schemas.openxmlformats.org/drawingml/2006/main" noGrp="1"/>
          </p:cNvSpPr>
          <p:nvPr/>
        </p:nvSpPr>
        <p:spPr>
          <a:xfrm xmlns:a="http://schemas.openxmlformats.org/drawingml/2006/main" rot="0" flipH="0" flipV="0">
            <a:off x="1095117" y="293096"/>
            <a:ext cx="71105" cy="120670"/>
          </a:xfrm>
          <a:custGeom xmlns:a="http://schemas.openxmlformats.org/drawingml/2006/main">
            <a:gdLst>
              <a:gd name="connsiteX0" fmla="*/ 229553 w 229552"/>
              <a:gd name="connsiteY0" fmla="*/ 388620 h 389572"/>
              <a:gd name="connsiteX1" fmla="*/ 167640 w 229552"/>
              <a:gd name="connsiteY1" fmla="*/ 388620 h 389572"/>
              <a:gd name="connsiteX2" fmla="*/ 167640 w 229552"/>
              <a:gd name="connsiteY2" fmla="*/ 236220 h 389572"/>
              <a:gd name="connsiteX3" fmla="*/ 118110 w 229552"/>
              <a:gd name="connsiteY3" fmla="*/ 171450 h 389572"/>
              <a:gd name="connsiteX4" fmla="*/ 62865 w 229552"/>
              <a:gd name="connsiteY4" fmla="*/ 236220 h 389572"/>
              <a:gd name="connsiteX5" fmla="*/ 62865 w 229552"/>
              <a:gd name="connsiteY5" fmla="*/ 389573 h 389572"/>
              <a:gd name="connsiteX6" fmla="*/ 0 w 229552"/>
              <a:gd name="connsiteY6" fmla="*/ 389573 h 389572"/>
              <a:gd name="connsiteX7" fmla="*/ 0 w 229552"/>
              <a:gd name="connsiteY7" fmla="*/ 15240 h 389572"/>
              <a:gd name="connsiteX8" fmla="*/ 61913 w 229552"/>
              <a:gd name="connsiteY8" fmla="*/ 0 h 389572"/>
              <a:gd name="connsiteX9" fmla="*/ 61913 w 229552"/>
              <a:gd name="connsiteY9" fmla="*/ 155258 h 389572"/>
              <a:gd name="connsiteX10" fmla="*/ 62865 w 229552"/>
              <a:gd name="connsiteY10" fmla="*/ 155258 h 389572"/>
              <a:gd name="connsiteX11" fmla="*/ 140970 w 229552"/>
              <a:gd name="connsiteY11" fmla="*/ 116205 h 389572"/>
              <a:gd name="connsiteX12" fmla="*/ 228600 w 229552"/>
              <a:gd name="connsiteY12" fmla="*/ 223838 h 389572"/>
              <a:gd name="connsiteX13" fmla="*/ 228600 w 229552"/>
              <a:gd name="connsiteY13" fmla="*/ 388620 h 389572"/>
            </a:gdLst>
            <a:rect l="l" t="t" r="r" b="b"/>
            <a:pathLst>
              <a:path w="229552" h="389572">
                <a:moveTo>
                  <a:pt x="229553" y="388620"/>
                </a:moveTo>
                <a:lnTo>
                  <a:pt x="167640" y="388620"/>
                </a:lnTo>
                <a:lnTo>
                  <a:pt x="167640" y="236220"/>
                </a:lnTo>
                <a:cubicBezTo>
                  <a:pt x="167640" y="197168"/>
                  <a:pt x="155257" y="171450"/>
                  <a:pt x="118110" y="171450"/>
                </a:cubicBezTo>
                <a:cubicBezTo>
                  <a:pt x="75247" y="171450"/>
                  <a:pt x="62865" y="205740"/>
                  <a:pt x="62865" y="236220"/>
                </a:cubicBezTo>
                <a:lnTo>
                  <a:pt x="62865" y="389573"/>
                </a:lnTo>
                <a:lnTo>
                  <a:pt x="0" y="389573"/>
                </a:lnTo>
                <a:lnTo>
                  <a:pt x="0" y="15240"/>
                </a:lnTo>
                <a:lnTo>
                  <a:pt x="61913" y="0"/>
                </a:lnTo>
                <a:lnTo>
                  <a:pt x="61913" y="155258"/>
                </a:lnTo>
                <a:lnTo>
                  <a:pt x="62865" y="155258"/>
                </a:lnTo>
                <a:cubicBezTo>
                  <a:pt x="78105" y="131445"/>
                  <a:pt x="105728" y="116205"/>
                  <a:pt x="140970" y="116205"/>
                </a:cubicBezTo>
                <a:cubicBezTo>
                  <a:pt x="202882" y="116205"/>
                  <a:pt x="228600" y="161925"/>
                  <a:pt x="228600" y="223838"/>
                </a:cubicBezTo>
                <a:lnTo>
                  <a:pt x="228600" y="388620"/>
                </a:lnTo>
                <a:close/>
              </a:path>
            </a:pathLst>
          </a:custGeom>
          <a:solidFill xmlns:a="http://schemas.openxmlformats.org/drawingml/2006/main">
            <a:srgbClr val="041E42"/>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03" name="Freihandform: Form 148">
            <a:extLst xmlns:a="http://schemas.openxmlformats.org/drawingml/2006/main">
              <a:ext uri="{FF2B5EF4-FFF2-40B4-BE49-F238E27FC236}">
                <a16:creationId xmlns:a16="http://schemas.microsoft.com/office/drawing/2014/main" id="{03CC9F64-7804-5240-88A6-B67E28D0AD06}"/>
              </a:ext>
            </a:extLst>
          </p:cNvPr>
          <p:cNvSpPr>
            <a:spLocks xmlns:a="http://schemas.openxmlformats.org/drawingml/2006/main" noGrp="1"/>
          </p:cNvSpPr>
          <p:nvPr/>
        </p:nvSpPr>
        <p:spPr>
          <a:xfrm xmlns:a="http://schemas.openxmlformats.org/drawingml/2006/main" rot="0" flipH="0" flipV="0">
            <a:off x="1188350" y="353875"/>
            <a:ext cx="40420" cy="18292"/>
          </a:xfrm>
          <a:custGeom xmlns:a="http://schemas.openxmlformats.org/drawingml/2006/main">
            <a:gdLst>
              <a:gd name="connsiteX0" fmla="*/ 130492 w 130492"/>
              <a:gd name="connsiteY0" fmla="*/ 59055 h 59055"/>
              <a:gd name="connsiteX1" fmla="*/ 0 w 130492"/>
              <a:gd name="connsiteY1" fmla="*/ 59055 h 59055"/>
              <a:gd name="connsiteX2" fmla="*/ 0 w 130492"/>
              <a:gd name="connsiteY2" fmla="*/ 0 h 59055"/>
              <a:gd name="connsiteX3" fmla="*/ 130492 w 130492"/>
              <a:gd name="connsiteY3" fmla="*/ 0 h 59055"/>
              <a:gd name="connsiteX4" fmla="*/ 130492 w 130492"/>
              <a:gd name="connsiteY4" fmla="*/ 59055 h 59055"/>
            </a:gdLst>
            <a:rect l="l" t="t" r="r" b="b"/>
            <a:pathLst>
              <a:path w="130492" h="59055">
                <a:moveTo>
                  <a:pt x="130492" y="59055"/>
                </a:moveTo>
                <a:lnTo>
                  <a:pt x="0" y="59055"/>
                </a:lnTo>
                <a:lnTo>
                  <a:pt x="0" y="0"/>
                </a:lnTo>
                <a:lnTo>
                  <a:pt x="130492" y="0"/>
                </a:lnTo>
                <a:lnTo>
                  <a:pt x="130492" y="59055"/>
                </a:lnTo>
                <a:close/>
              </a:path>
            </a:pathLst>
          </a:custGeom>
          <a:solidFill xmlns:a="http://schemas.openxmlformats.org/drawingml/2006/main">
            <a:srgbClr val="041E42"/>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04" name="Freihandform: Form 149">
            <a:extLst xmlns:a="http://schemas.openxmlformats.org/drawingml/2006/main">
              <a:ext uri="{FF2B5EF4-FFF2-40B4-BE49-F238E27FC236}">
                <a16:creationId xmlns:a16="http://schemas.microsoft.com/office/drawing/2014/main" id="{E6643B5A-CFDD-5C43-A59B-93938CABC24B}"/>
              </a:ext>
            </a:extLst>
          </p:cNvPr>
          <p:cNvSpPr>
            <a:spLocks xmlns:a="http://schemas.openxmlformats.org/drawingml/2006/main" noGrp="1"/>
          </p:cNvSpPr>
          <p:nvPr/>
        </p:nvSpPr>
        <p:spPr>
          <a:xfrm xmlns:a="http://schemas.openxmlformats.org/drawingml/2006/main" rot="0" flipH="0" flipV="0">
            <a:off x="1239097" y="299293"/>
            <a:ext cx="106214" cy="114180"/>
          </a:xfrm>
          <a:custGeom xmlns:a="http://schemas.openxmlformats.org/drawingml/2006/main">
            <a:gdLst>
              <a:gd name="connsiteX0" fmla="*/ 136208 w 342900"/>
              <a:gd name="connsiteY0" fmla="*/ 0 h 368617"/>
              <a:gd name="connsiteX1" fmla="*/ 205740 w 342900"/>
              <a:gd name="connsiteY1" fmla="*/ 0 h 368617"/>
              <a:gd name="connsiteX2" fmla="*/ 342900 w 342900"/>
              <a:gd name="connsiteY2" fmla="*/ 368618 h 368617"/>
              <a:gd name="connsiteX3" fmla="*/ 271463 w 342900"/>
              <a:gd name="connsiteY3" fmla="*/ 368618 h 368617"/>
              <a:gd name="connsiteX4" fmla="*/ 244793 w 342900"/>
              <a:gd name="connsiteY4" fmla="*/ 290512 h 368617"/>
              <a:gd name="connsiteX5" fmla="*/ 96203 w 342900"/>
              <a:gd name="connsiteY5" fmla="*/ 290512 h 368617"/>
              <a:gd name="connsiteX6" fmla="*/ 69533 w 342900"/>
              <a:gd name="connsiteY6" fmla="*/ 368618 h 368617"/>
              <a:gd name="connsiteX7" fmla="*/ 0 w 342900"/>
              <a:gd name="connsiteY7" fmla="*/ 368618 h 368617"/>
              <a:gd name="connsiteX8" fmla="*/ 136208 w 342900"/>
              <a:gd name="connsiteY8" fmla="*/ 0 h 368617"/>
              <a:gd name="connsiteX9" fmla="*/ 116205 w 342900"/>
              <a:gd name="connsiteY9" fmla="*/ 231458 h 368617"/>
              <a:gd name="connsiteX10" fmla="*/ 223838 w 342900"/>
              <a:gd name="connsiteY10" fmla="*/ 231458 h 368617"/>
              <a:gd name="connsiteX11" fmla="*/ 170498 w 342900"/>
              <a:gd name="connsiteY11" fmla="*/ 75247 h 368617"/>
              <a:gd name="connsiteX12" fmla="*/ 169545 w 342900"/>
              <a:gd name="connsiteY12" fmla="*/ 75247 h 368617"/>
              <a:gd name="connsiteX13" fmla="*/ 116205 w 342900"/>
              <a:gd name="connsiteY13" fmla="*/ 231458 h 368617"/>
            </a:gdLst>
            <a:rect l="l" t="t" r="r" b="b"/>
            <a:pathLst>
              <a:path w="342900" h="368617">
                <a:moveTo>
                  <a:pt x="136208" y="0"/>
                </a:moveTo>
                <a:lnTo>
                  <a:pt x="205740" y="0"/>
                </a:lnTo>
                <a:lnTo>
                  <a:pt x="342900" y="368618"/>
                </a:lnTo>
                <a:lnTo>
                  <a:pt x="271463" y="368618"/>
                </a:lnTo>
                <a:lnTo>
                  <a:pt x="244793" y="290512"/>
                </a:lnTo>
                <a:lnTo>
                  <a:pt x="96203" y="290512"/>
                </a:lnTo>
                <a:lnTo>
                  <a:pt x="69533" y="368618"/>
                </a:lnTo>
                <a:lnTo>
                  <a:pt x="0" y="368618"/>
                </a:lnTo>
                <a:lnTo>
                  <a:pt x="136208" y="0"/>
                </a:lnTo>
                <a:close/>
                <a:moveTo>
                  <a:pt x="116205" y="231458"/>
                </a:moveTo>
                <a:lnTo>
                  <a:pt x="223838" y="231458"/>
                </a:lnTo>
                <a:lnTo>
                  <a:pt x="170498" y="75247"/>
                </a:lnTo>
                <a:lnTo>
                  <a:pt x="169545" y="75247"/>
                </a:lnTo>
                <a:lnTo>
                  <a:pt x="116205" y="231458"/>
                </a:lnTo>
                <a:close/>
              </a:path>
            </a:pathLst>
          </a:custGeom>
          <a:solidFill xmlns:a="http://schemas.openxmlformats.org/drawingml/2006/main">
            <a:srgbClr val="041E42"/>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05" name="Freihandform: Form 150">
            <a:extLst xmlns:a="http://schemas.openxmlformats.org/drawingml/2006/main">
              <a:ext uri="{FF2B5EF4-FFF2-40B4-BE49-F238E27FC236}">
                <a16:creationId xmlns:a16="http://schemas.microsoft.com/office/drawing/2014/main" id="{D26AF907-03C7-FA42-B615-832617429969}"/>
              </a:ext>
            </a:extLst>
          </p:cNvPr>
          <p:cNvSpPr>
            <a:spLocks xmlns:a="http://schemas.openxmlformats.org/drawingml/2006/main" noGrp="1"/>
          </p:cNvSpPr>
          <p:nvPr/>
        </p:nvSpPr>
        <p:spPr>
          <a:xfrm xmlns:a="http://schemas.openxmlformats.org/drawingml/2006/main" rot="0" flipH="0" flipV="0">
            <a:off x="1362424" y="293096"/>
            <a:ext cx="19177" cy="120376"/>
          </a:xfrm>
          <a:custGeom xmlns:a="http://schemas.openxmlformats.org/drawingml/2006/main">
            <a:gdLst>
              <a:gd name="connsiteX0" fmla="*/ 61913 w 61912"/>
              <a:gd name="connsiteY0" fmla="*/ 388620 h 388620"/>
              <a:gd name="connsiteX1" fmla="*/ 0 w 61912"/>
              <a:gd name="connsiteY1" fmla="*/ 388620 h 388620"/>
              <a:gd name="connsiteX2" fmla="*/ 0 w 61912"/>
              <a:gd name="connsiteY2" fmla="*/ 14288 h 388620"/>
              <a:gd name="connsiteX3" fmla="*/ 61913 w 61912"/>
              <a:gd name="connsiteY3" fmla="*/ 0 h 388620"/>
              <a:gd name="connsiteX4" fmla="*/ 61913 w 61912"/>
              <a:gd name="connsiteY4" fmla="*/ 388620 h 388620"/>
            </a:gdLst>
            <a:rect l="l" t="t" r="r" b="b"/>
            <a:pathLst>
              <a:path w="61912" h="388620">
                <a:moveTo>
                  <a:pt x="61913" y="388620"/>
                </a:moveTo>
                <a:lnTo>
                  <a:pt x="0" y="388620"/>
                </a:lnTo>
                <a:lnTo>
                  <a:pt x="0" y="14288"/>
                </a:lnTo>
                <a:lnTo>
                  <a:pt x="61913" y="0"/>
                </a:lnTo>
                <a:lnTo>
                  <a:pt x="61913" y="388620"/>
                </a:lnTo>
                <a:close/>
              </a:path>
            </a:pathLst>
          </a:custGeom>
          <a:solidFill xmlns:a="http://schemas.openxmlformats.org/drawingml/2006/main">
            <a:srgbClr val="041E42"/>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06" name="Freihandform: Form 151">
            <a:extLst xmlns:a="http://schemas.openxmlformats.org/drawingml/2006/main">
              <a:ext uri="{FF2B5EF4-FFF2-40B4-BE49-F238E27FC236}">
                <a16:creationId xmlns:a16="http://schemas.microsoft.com/office/drawing/2014/main" id="{98F9BDF6-AE59-C44A-8626-FCA4C438AE9A}"/>
              </a:ext>
            </a:extLst>
          </p:cNvPr>
          <p:cNvSpPr>
            <a:spLocks xmlns:a="http://schemas.openxmlformats.org/drawingml/2006/main" noGrp="1"/>
          </p:cNvSpPr>
          <p:nvPr/>
        </p:nvSpPr>
        <p:spPr>
          <a:xfrm xmlns:a="http://schemas.openxmlformats.org/drawingml/2006/main" rot="0" flipH="0" flipV="0">
            <a:off x="1402255" y="329092"/>
            <a:ext cx="75235" cy="86446"/>
          </a:xfrm>
          <a:custGeom xmlns:a="http://schemas.openxmlformats.org/drawingml/2006/main">
            <a:gdLst>
              <a:gd name="connsiteX0" fmla="*/ 132397 w 242887"/>
              <a:gd name="connsiteY0" fmla="*/ 279083 h 279082"/>
              <a:gd name="connsiteX1" fmla="*/ 0 w 242887"/>
              <a:gd name="connsiteY1" fmla="*/ 139065 h 279082"/>
              <a:gd name="connsiteX2" fmla="*/ 124778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7 w 242887"/>
              <a:gd name="connsiteY6" fmla="*/ 225743 h 279082"/>
              <a:gd name="connsiteX7" fmla="*/ 198120 w 242887"/>
              <a:gd name="connsiteY7" fmla="*/ 194310 h 279082"/>
              <a:gd name="connsiteX8" fmla="*/ 237172 w 242887"/>
              <a:gd name="connsiteY8" fmla="*/ 235268 h 279082"/>
              <a:gd name="connsiteX9" fmla="*/ 132397 w 242887"/>
              <a:gd name="connsiteY9" fmla="*/ 279083 h 279082"/>
              <a:gd name="connsiteX10" fmla="*/ 62865 w 242887"/>
              <a:gd name="connsiteY10" fmla="*/ 115253 h 279082"/>
              <a:gd name="connsiteX11" fmla="*/ 183832 w 242887"/>
              <a:gd name="connsiteY11" fmla="*/ 115253 h 279082"/>
              <a:gd name="connsiteX12" fmla="*/ 124778 w 242887"/>
              <a:gd name="connsiteY12" fmla="*/ 50482 h 279082"/>
              <a:gd name="connsiteX13" fmla="*/ 62865 w 242887"/>
              <a:gd name="connsiteY13" fmla="*/ 115253 h 279082"/>
            </a:gdLst>
            <a:rect l="l" t="t" r="r" b="b"/>
            <a:pathLst>
              <a:path w="242887" h="279082">
                <a:moveTo>
                  <a:pt x="132397" y="279083"/>
                </a:moveTo>
                <a:cubicBezTo>
                  <a:pt x="53340" y="279083"/>
                  <a:pt x="0" y="222885"/>
                  <a:pt x="0" y="139065"/>
                </a:cubicBezTo>
                <a:cubicBezTo>
                  <a:pt x="0" y="56197"/>
                  <a:pt x="50482" y="0"/>
                  <a:pt x="124778" y="0"/>
                </a:cubicBezTo>
                <a:cubicBezTo>
                  <a:pt x="196215" y="0"/>
                  <a:pt x="242888" y="53340"/>
                  <a:pt x="242888" y="135255"/>
                </a:cubicBezTo>
                <a:cubicBezTo>
                  <a:pt x="242888" y="143828"/>
                  <a:pt x="241935" y="153353"/>
                  <a:pt x="241935" y="160972"/>
                </a:cubicBezTo>
                <a:lnTo>
                  <a:pt x="62865" y="160972"/>
                </a:lnTo>
                <a:cubicBezTo>
                  <a:pt x="69532" y="201930"/>
                  <a:pt x="94297" y="225743"/>
                  <a:pt x="132397" y="225743"/>
                </a:cubicBezTo>
                <a:cubicBezTo>
                  <a:pt x="157163" y="225743"/>
                  <a:pt x="177165" y="216218"/>
                  <a:pt x="198120" y="194310"/>
                </a:cubicBezTo>
                <a:lnTo>
                  <a:pt x="237172" y="235268"/>
                </a:lnTo>
                <a:cubicBezTo>
                  <a:pt x="206692" y="264795"/>
                  <a:pt x="173355" y="279083"/>
                  <a:pt x="132397" y="279083"/>
                </a:cubicBezTo>
                <a:close/>
                <a:moveTo>
                  <a:pt x="62865" y="115253"/>
                </a:moveTo>
                <a:lnTo>
                  <a:pt x="183832" y="115253"/>
                </a:lnTo>
                <a:cubicBezTo>
                  <a:pt x="180975" y="74295"/>
                  <a:pt x="160020" y="50482"/>
                  <a:pt x="124778" y="50482"/>
                </a:cubicBezTo>
                <a:cubicBezTo>
                  <a:pt x="90488" y="50482"/>
                  <a:pt x="68580" y="74295"/>
                  <a:pt x="62865" y="115253"/>
                </a:cubicBezTo>
                <a:close/>
              </a:path>
            </a:pathLst>
          </a:custGeom>
          <a:solidFill xmlns:a="http://schemas.openxmlformats.org/drawingml/2006/main">
            <a:srgbClr val="041E42"/>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07" name="Freihandform: Form 152">
            <a:extLst xmlns:a="http://schemas.openxmlformats.org/drawingml/2006/main">
              <a:ext uri="{FF2B5EF4-FFF2-40B4-BE49-F238E27FC236}">
                <a16:creationId xmlns:a16="http://schemas.microsoft.com/office/drawing/2014/main" id="{97588694-F74D-B543-BF65-516DF62D573B}"/>
              </a:ext>
            </a:extLst>
          </p:cNvPr>
          <p:cNvSpPr>
            <a:spLocks xmlns:a="http://schemas.openxmlformats.org/drawingml/2006/main" noGrp="1"/>
          </p:cNvSpPr>
          <p:nvPr/>
        </p:nvSpPr>
        <p:spPr>
          <a:xfrm xmlns:a="http://schemas.openxmlformats.org/drawingml/2006/main" rot="0" flipH="0" flipV="0">
            <a:off x="1488112" y="330862"/>
            <a:ext cx="79070" cy="82611"/>
          </a:xfrm>
          <a:custGeom xmlns:a="http://schemas.openxmlformats.org/drawingml/2006/main">
            <a:gdLst>
              <a:gd name="connsiteX0" fmla="*/ 255270 w 255269"/>
              <a:gd name="connsiteY0" fmla="*/ 266700 h 266700"/>
              <a:gd name="connsiteX1" fmla="*/ 183832 w 255269"/>
              <a:gd name="connsiteY1" fmla="*/ 266700 h 266700"/>
              <a:gd name="connsiteX2" fmla="*/ 126682 w 255269"/>
              <a:gd name="connsiteY2" fmla="*/ 174307 h 266700"/>
              <a:gd name="connsiteX3" fmla="*/ 125730 w 255269"/>
              <a:gd name="connsiteY3" fmla="*/ 174307 h 266700"/>
              <a:gd name="connsiteX4" fmla="*/ 70485 w 255269"/>
              <a:gd name="connsiteY4" fmla="*/ 266700 h 266700"/>
              <a:gd name="connsiteX5" fmla="*/ 0 w 255269"/>
              <a:gd name="connsiteY5" fmla="*/ 266700 h 266700"/>
              <a:gd name="connsiteX6" fmla="*/ 91440 w 255269"/>
              <a:gd name="connsiteY6" fmla="*/ 128588 h 266700"/>
              <a:gd name="connsiteX7" fmla="*/ 6667 w 255269"/>
              <a:gd name="connsiteY7" fmla="*/ 0 h 266700"/>
              <a:gd name="connsiteX8" fmla="*/ 77152 w 255269"/>
              <a:gd name="connsiteY8" fmla="*/ 0 h 266700"/>
              <a:gd name="connsiteX9" fmla="*/ 127635 w 255269"/>
              <a:gd name="connsiteY9" fmla="*/ 81915 h 266700"/>
              <a:gd name="connsiteX10" fmla="*/ 128588 w 255269"/>
              <a:gd name="connsiteY10" fmla="*/ 81915 h 266700"/>
              <a:gd name="connsiteX11" fmla="*/ 178117 w 255269"/>
              <a:gd name="connsiteY11" fmla="*/ 0 h 266700"/>
              <a:gd name="connsiteX12" fmla="*/ 247650 w 255269"/>
              <a:gd name="connsiteY12" fmla="*/ 0 h 266700"/>
              <a:gd name="connsiteX13" fmla="*/ 163830 w 255269"/>
              <a:gd name="connsiteY13" fmla="*/ 127635 h 266700"/>
              <a:gd name="connsiteX14" fmla="*/ 255270 w 255269"/>
              <a:gd name="connsiteY14" fmla="*/ 266700 h 266700"/>
            </a:gdLst>
            <a:rect l="l" t="t" r="r" b="b"/>
            <a:pathLst>
              <a:path w="255269" h="266700">
                <a:moveTo>
                  <a:pt x="255270" y="266700"/>
                </a:moveTo>
                <a:lnTo>
                  <a:pt x="183832" y="266700"/>
                </a:lnTo>
                <a:lnTo>
                  <a:pt x="126682" y="174307"/>
                </a:lnTo>
                <a:lnTo>
                  <a:pt x="125730" y="174307"/>
                </a:lnTo>
                <a:lnTo>
                  <a:pt x="70485" y="266700"/>
                </a:lnTo>
                <a:lnTo>
                  <a:pt x="0" y="266700"/>
                </a:lnTo>
                <a:lnTo>
                  <a:pt x="91440" y="128588"/>
                </a:lnTo>
                <a:lnTo>
                  <a:pt x="6667" y="0"/>
                </a:lnTo>
                <a:lnTo>
                  <a:pt x="77152" y="0"/>
                </a:lnTo>
                <a:lnTo>
                  <a:pt x="127635" y="81915"/>
                </a:lnTo>
                <a:lnTo>
                  <a:pt x="128588" y="81915"/>
                </a:lnTo>
                <a:lnTo>
                  <a:pt x="178117" y="0"/>
                </a:lnTo>
                <a:lnTo>
                  <a:pt x="247650" y="0"/>
                </a:lnTo>
                <a:lnTo>
                  <a:pt x="163830" y="127635"/>
                </a:lnTo>
                <a:lnTo>
                  <a:pt x="255270" y="266700"/>
                </a:lnTo>
                <a:close/>
              </a:path>
            </a:pathLst>
          </a:custGeom>
          <a:solidFill xmlns:a="http://schemas.openxmlformats.org/drawingml/2006/main">
            <a:srgbClr val="041E42"/>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08" name="Freihandform: Form 153">
            <a:extLst xmlns:a="http://schemas.openxmlformats.org/drawingml/2006/main">
              <a:ext uri="{FF2B5EF4-FFF2-40B4-BE49-F238E27FC236}">
                <a16:creationId xmlns:a16="http://schemas.microsoft.com/office/drawing/2014/main" id="{71F0FABB-571B-EE45-BBF5-1BD649E61A7A}"/>
              </a:ext>
            </a:extLst>
          </p:cNvPr>
          <p:cNvSpPr>
            <a:spLocks xmlns:a="http://schemas.openxmlformats.org/drawingml/2006/main" noGrp="1"/>
          </p:cNvSpPr>
          <p:nvPr/>
        </p:nvSpPr>
        <p:spPr>
          <a:xfrm xmlns:a="http://schemas.openxmlformats.org/drawingml/2006/main" rot="0" flipH="0" flipV="0">
            <a:off x="1577504" y="329092"/>
            <a:ext cx="69929" cy="86446"/>
          </a:xfrm>
          <a:custGeom xmlns:a="http://schemas.openxmlformats.org/drawingml/2006/main">
            <a:gdLst>
              <a:gd name="connsiteX0" fmla="*/ 114317 w 225759"/>
              <a:gd name="connsiteY0" fmla="*/ 107632 h 279082"/>
              <a:gd name="connsiteX1" fmla="*/ 164799 w 225759"/>
              <a:gd name="connsiteY1" fmla="*/ 113347 h 279082"/>
              <a:gd name="connsiteX2" fmla="*/ 164799 w 225759"/>
              <a:gd name="connsiteY2" fmla="*/ 103822 h 279082"/>
              <a:gd name="connsiteX3" fmla="*/ 105744 w 225759"/>
              <a:gd name="connsiteY3" fmla="*/ 52388 h 279082"/>
              <a:gd name="connsiteX4" fmla="*/ 38117 w 225759"/>
              <a:gd name="connsiteY4" fmla="*/ 67628 h 279082"/>
              <a:gd name="connsiteX5" fmla="*/ 24782 w 225759"/>
              <a:gd name="connsiteY5" fmla="*/ 15240 h 279082"/>
              <a:gd name="connsiteX6" fmla="*/ 112412 w 225759"/>
              <a:gd name="connsiteY6" fmla="*/ 0 h 279082"/>
              <a:gd name="connsiteX7" fmla="*/ 225759 w 225759"/>
              <a:gd name="connsiteY7" fmla="*/ 102870 h 279082"/>
              <a:gd name="connsiteX8" fmla="*/ 225759 w 225759"/>
              <a:gd name="connsiteY8" fmla="*/ 273368 h 279082"/>
              <a:gd name="connsiteX9" fmla="*/ 166704 w 225759"/>
              <a:gd name="connsiteY9" fmla="*/ 273368 h 279082"/>
              <a:gd name="connsiteX10" fmla="*/ 166704 w 225759"/>
              <a:gd name="connsiteY10" fmla="*/ 244793 h 279082"/>
              <a:gd name="connsiteX11" fmla="*/ 165752 w 225759"/>
              <a:gd name="connsiteY11" fmla="*/ 244793 h 279082"/>
              <a:gd name="connsiteX12" fmla="*/ 87647 w 225759"/>
              <a:gd name="connsiteY12" fmla="*/ 279083 h 279082"/>
              <a:gd name="connsiteX13" fmla="*/ 17 w 225759"/>
              <a:gd name="connsiteY13" fmla="*/ 194310 h 279082"/>
              <a:gd name="connsiteX14" fmla="*/ 114317 w 225759"/>
              <a:gd name="connsiteY14" fmla="*/ 107632 h 279082"/>
              <a:gd name="connsiteX15" fmla="*/ 103839 w 225759"/>
              <a:gd name="connsiteY15" fmla="*/ 232410 h 279082"/>
              <a:gd name="connsiteX16" fmla="*/ 164799 w 225759"/>
              <a:gd name="connsiteY16" fmla="*/ 200025 h 279082"/>
              <a:gd name="connsiteX17" fmla="*/ 164799 w 225759"/>
              <a:gd name="connsiteY17" fmla="*/ 154305 h 279082"/>
              <a:gd name="connsiteX18" fmla="*/ 120984 w 225759"/>
              <a:gd name="connsiteY18" fmla="*/ 149543 h 279082"/>
              <a:gd name="connsiteX19" fmla="*/ 59072 w 225759"/>
              <a:gd name="connsiteY19" fmla="*/ 193358 h 279082"/>
              <a:gd name="connsiteX20" fmla="*/ 103839 w 225759"/>
              <a:gd name="connsiteY20" fmla="*/ 232410 h 279082"/>
            </a:gdLst>
            <a:rect l="l" t="t" r="r" b="b"/>
            <a:pathLst>
              <a:path w="225759" h="279082">
                <a:moveTo>
                  <a:pt x="114317" y="107632"/>
                </a:moveTo>
                <a:cubicBezTo>
                  <a:pt x="131462" y="107632"/>
                  <a:pt x="147654" y="108585"/>
                  <a:pt x="164799" y="113347"/>
                </a:cubicBezTo>
                <a:lnTo>
                  <a:pt x="164799" y="103822"/>
                </a:lnTo>
                <a:cubicBezTo>
                  <a:pt x="164799" y="69532"/>
                  <a:pt x="144797" y="52388"/>
                  <a:pt x="105744" y="52388"/>
                </a:cubicBezTo>
                <a:cubicBezTo>
                  <a:pt x="83837" y="52388"/>
                  <a:pt x="60024" y="57150"/>
                  <a:pt x="38117" y="67628"/>
                </a:cubicBezTo>
                <a:lnTo>
                  <a:pt x="24782" y="15240"/>
                </a:lnTo>
                <a:cubicBezTo>
                  <a:pt x="49547" y="5715"/>
                  <a:pt x="81932" y="0"/>
                  <a:pt x="112412" y="0"/>
                </a:cubicBezTo>
                <a:cubicBezTo>
                  <a:pt x="187659" y="0"/>
                  <a:pt x="225759" y="35243"/>
                  <a:pt x="225759" y="102870"/>
                </a:cubicBezTo>
                <a:lnTo>
                  <a:pt x="225759" y="273368"/>
                </a:lnTo>
                <a:lnTo>
                  <a:pt x="166704" y="273368"/>
                </a:lnTo>
                <a:lnTo>
                  <a:pt x="166704" y="244793"/>
                </a:lnTo>
                <a:lnTo>
                  <a:pt x="165752" y="244793"/>
                </a:lnTo>
                <a:cubicBezTo>
                  <a:pt x="142892" y="268605"/>
                  <a:pt x="119079" y="279083"/>
                  <a:pt x="87647" y="279083"/>
                </a:cubicBezTo>
                <a:cubicBezTo>
                  <a:pt x="34307" y="279083"/>
                  <a:pt x="17" y="245745"/>
                  <a:pt x="17" y="194310"/>
                </a:cubicBezTo>
                <a:cubicBezTo>
                  <a:pt x="-936" y="138113"/>
                  <a:pt x="39069" y="107632"/>
                  <a:pt x="114317" y="107632"/>
                </a:cubicBezTo>
                <a:close/>
                <a:moveTo>
                  <a:pt x="103839" y="232410"/>
                </a:moveTo>
                <a:cubicBezTo>
                  <a:pt x="126699" y="232410"/>
                  <a:pt x="147654" y="220980"/>
                  <a:pt x="164799" y="200025"/>
                </a:cubicBezTo>
                <a:lnTo>
                  <a:pt x="164799" y="154305"/>
                </a:lnTo>
                <a:cubicBezTo>
                  <a:pt x="150512" y="150495"/>
                  <a:pt x="135272" y="149543"/>
                  <a:pt x="120984" y="149543"/>
                </a:cubicBezTo>
                <a:cubicBezTo>
                  <a:pt x="81932" y="149543"/>
                  <a:pt x="59072" y="164783"/>
                  <a:pt x="59072" y="193358"/>
                </a:cubicBezTo>
                <a:cubicBezTo>
                  <a:pt x="59072" y="217170"/>
                  <a:pt x="76217" y="232410"/>
                  <a:pt x="103839" y="232410"/>
                </a:cubicBezTo>
                <a:close/>
              </a:path>
            </a:pathLst>
          </a:custGeom>
          <a:solidFill xmlns:a="http://schemas.openxmlformats.org/drawingml/2006/main">
            <a:srgbClr val="041E42"/>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09" name="Freihandform: Form 154">
            <a:extLst xmlns:a="http://schemas.openxmlformats.org/drawingml/2006/main">
              <a:ext uri="{FF2B5EF4-FFF2-40B4-BE49-F238E27FC236}">
                <a16:creationId xmlns:a16="http://schemas.microsoft.com/office/drawing/2014/main" id="{6F35B898-AF9E-B24C-8095-1B2E00B5976C}"/>
              </a:ext>
            </a:extLst>
          </p:cNvPr>
          <p:cNvSpPr>
            <a:spLocks xmlns:a="http://schemas.openxmlformats.org/drawingml/2006/main" noGrp="1"/>
          </p:cNvSpPr>
          <p:nvPr/>
        </p:nvSpPr>
        <p:spPr>
          <a:xfrm xmlns:a="http://schemas.openxmlformats.org/drawingml/2006/main" rot="0" flipH="0" flipV="0">
            <a:off x="1671923" y="329092"/>
            <a:ext cx="71105" cy="84676"/>
          </a:xfrm>
          <a:custGeom xmlns:a="http://schemas.openxmlformats.org/drawingml/2006/main">
            <a:gdLst>
              <a:gd name="connsiteX0" fmla="*/ 229553 w 229552"/>
              <a:gd name="connsiteY0" fmla="*/ 272415 h 273367"/>
              <a:gd name="connsiteX1" fmla="*/ 166688 w 229552"/>
              <a:gd name="connsiteY1" fmla="*/ 272415 h 273367"/>
              <a:gd name="connsiteX2" fmla="*/ 166688 w 229552"/>
              <a:gd name="connsiteY2" fmla="*/ 120015 h 273367"/>
              <a:gd name="connsiteX3" fmla="*/ 117157 w 229552"/>
              <a:gd name="connsiteY3" fmla="*/ 55245 h 273367"/>
              <a:gd name="connsiteX4" fmla="*/ 61913 w 229552"/>
              <a:gd name="connsiteY4" fmla="*/ 120015 h 273367"/>
              <a:gd name="connsiteX5" fmla="*/ 61913 w 229552"/>
              <a:gd name="connsiteY5" fmla="*/ 273368 h 273367"/>
              <a:gd name="connsiteX6" fmla="*/ 0 w 229552"/>
              <a:gd name="connsiteY6" fmla="*/ 273368 h 273367"/>
              <a:gd name="connsiteX7" fmla="*/ 0 w 229552"/>
              <a:gd name="connsiteY7" fmla="*/ 6668 h 273367"/>
              <a:gd name="connsiteX8" fmla="*/ 61913 w 229552"/>
              <a:gd name="connsiteY8" fmla="*/ 6668 h 273367"/>
              <a:gd name="connsiteX9" fmla="*/ 61913 w 229552"/>
              <a:gd name="connsiteY9" fmla="*/ 39053 h 273367"/>
              <a:gd name="connsiteX10" fmla="*/ 62865 w 229552"/>
              <a:gd name="connsiteY10" fmla="*/ 39053 h 273367"/>
              <a:gd name="connsiteX11" fmla="*/ 140970 w 229552"/>
              <a:gd name="connsiteY11" fmla="*/ 0 h 273367"/>
              <a:gd name="connsiteX12" fmla="*/ 228600 w 229552"/>
              <a:gd name="connsiteY12" fmla="*/ 107632 h 273367"/>
              <a:gd name="connsiteX13" fmla="*/ 228600 w 229552"/>
              <a:gd name="connsiteY13" fmla="*/ 272415 h 273367"/>
            </a:gdLst>
            <a:rect l="l" t="t" r="r" b="b"/>
            <a:pathLst>
              <a:path w="229552" h="273367">
                <a:moveTo>
                  <a:pt x="229553" y="272415"/>
                </a:moveTo>
                <a:lnTo>
                  <a:pt x="166688" y="272415"/>
                </a:lnTo>
                <a:lnTo>
                  <a:pt x="166688" y="120015"/>
                </a:lnTo>
                <a:cubicBezTo>
                  <a:pt x="166688" y="80963"/>
                  <a:pt x="155257" y="55245"/>
                  <a:pt x="117157" y="55245"/>
                </a:cubicBezTo>
                <a:cubicBezTo>
                  <a:pt x="73343" y="55245"/>
                  <a:pt x="61913" y="90488"/>
                  <a:pt x="61913" y="120015"/>
                </a:cubicBezTo>
                <a:lnTo>
                  <a:pt x="61913" y="273368"/>
                </a:lnTo>
                <a:lnTo>
                  <a:pt x="0" y="273368"/>
                </a:lnTo>
                <a:lnTo>
                  <a:pt x="0" y="6668"/>
                </a:lnTo>
                <a:lnTo>
                  <a:pt x="61913" y="6668"/>
                </a:lnTo>
                <a:lnTo>
                  <a:pt x="61913" y="39053"/>
                </a:lnTo>
                <a:lnTo>
                  <a:pt x="62865" y="39053"/>
                </a:lnTo>
                <a:cubicBezTo>
                  <a:pt x="79057" y="15240"/>
                  <a:pt x="106680" y="0"/>
                  <a:pt x="140970" y="0"/>
                </a:cubicBezTo>
                <a:cubicBezTo>
                  <a:pt x="201930" y="0"/>
                  <a:pt x="228600" y="44768"/>
                  <a:pt x="228600" y="107632"/>
                </a:cubicBezTo>
                <a:lnTo>
                  <a:pt x="228600" y="272415"/>
                </a:lnTo>
                <a:close/>
              </a:path>
            </a:pathLst>
          </a:custGeom>
          <a:solidFill xmlns:a="http://schemas.openxmlformats.org/drawingml/2006/main">
            <a:srgbClr val="041E42"/>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10" name="Freihandform: Form 155">
            <a:extLst xmlns:a="http://schemas.openxmlformats.org/drawingml/2006/main">
              <a:ext uri="{FF2B5EF4-FFF2-40B4-BE49-F238E27FC236}">
                <a16:creationId xmlns:a16="http://schemas.microsoft.com/office/drawing/2014/main" id="{F31686E7-1238-1D42-9AAE-AEFC064F817E}"/>
              </a:ext>
            </a:extLst>
          </p:cNvPr>
          <p:cNvSpPr>
            <a:spLocks xmlns:a="http://schemas.openxmlformats.org/drawingml/2006/main" noGrp="1"/>
          </p:cNvSpPr>
          <p:nvPr/>
        </p:nvSpPr>
        <p:spPr>
          <a:xfrm xmlns:a="http://schemas.openxmlformats.org/drawingml/2006/main" rot="0" flipH="0" flipV="0">
            <a:off x="1763386" y="293096"/>
            <a:ext cx="77005" cy="122736"/>
          </a:xfrm>
          <a:custGeom xmlns:a="http://schemas.openxmlformats.org/drawingml/2006/main">
            <a:gdLst>
              <a:gd name="connsiteX0" fmla="*/ 0 w 248602"/>
              <a:gd name="connsiteY0" fmla="*/ 255270 h 396239"/>
              <a:gd name="connsiteX1" fmla="*/ 108585 w 248602"/>
              <a:gd name="connsiteY1" fmla="*/ 116205 h 396239"/>
              <a:gd name="connsiteX2" fmla="*/ 185738 w 248602"/>
              <a:gd name="connsiteY2" fmla="*/ 152400 h 396239"/>
              <a:gd name="connsiteX3" fmla="*/ 186690 w 248602"/>
              <a:gd name="connsiteY3" fmla="*/ 152400 h 396239"/>
              <a:gd name="connsiteX4" fmla="*/ 186690 w 248602"/>
              <a:gd name="connsiteY4" fmla="*/ 15240 h 396239"/>
              <a:gd name="connsiteX5" fmla="*/ 248603 w 248602"/>
              <a:gd name="connsiteY5" fmla="*/ 0 h 396239"/>
              <a:gd name="connsiteX6" fmla="*/ 248603 w 248602"/>
              <a:gd name="connsiteY6" fmla="*/ 389573 h 396239"/>
              <a:gd name="connsiteX7" fmla="*/ 187643 w 248602"/>
              <a:gd name="connsiteY7" fmla="*/ 389573 h 396239"/>
              <a:gd name="connsiteX8" fmla="*/ 187643 w 248602"/>
              <a:gd name="connsiteY8" fmla="*/ 358140 h 396239"/>
              <a:gd name="connsiteX9" fmla="*/ 186690 w 248602"/>
              <a:gd name="connsiteY9" fmla="*/ 358140 h 396239"/>
              <a:gd name="connsiteX10" fmla="*/ 106680 w 248602"/>
              <a:gd name="connsiteY10" fmla="*/ 396240 h 396239"/>
              <a:gd name="connsiteX11" fmla="*/ 0 w 248602"/>
              <a:gd name="connsiteY11" fmla="*/ 255270 h 396239"/>
              <a:gd name="connsiteX12" fmla="*/ 61913 w 248602"/>
              <a:gd name="connsiteY12" fmla="*/ 255270 h 396239"/>
              <a:gd name="connsiteX13" fmla="*/ 123825 w 248602"/>
              <a:gd name="connsiteY13" fmla="*/ 340995 h 396239"/>
              <a:gd name="connsiteX14" fmla="*/ 187643 w 248602"/>
              <a:gd name="connsiteY14" fmla="*/ 305753 h 396239"/>
              <a:gd name="connsiteX15" fmla="*/ 187643 w 248602"/>
              <a:gd name="connsiteY15" fmla="*/ 207645 h 396239"/>
              <a:gd name="connsiteX16" fmla="*/ 123825 w 248602"/>
              <a:gd name="connsiteY16" fmla="*/ 172402 h 396239"/>
              <a:gd name="connsiteX17" fmla="*/ 61913 w 248602"/>
              <a:gd name="connsiteY17" fmla="*/ 255270 h 396239"/>
            </a:gdLst>
            <a:rect l="l" t="t" r="r" b="b"/>
            <a:pathLst>
              <a:path w="248602" h="396239">
                <a:moveTo>
                  <a:pt x="0" y="255270"/>
                </a:moveTo>
                <a:cubicBezTo>
                  <a:pt x="0" y="169545"/>
                  <a:pt x="43815" y="116205"/>
                  <a:pt x="108585" y="116205"/>
                </a:cubicBezTo>
                <a:cubicBezTo>
                  <a:pt x="141922" y="116205"/>
                  <a:pt x="168593" y="130493"/>
                  <a:pt x="185738" y="152400"/>
                </a:cubicBezTo>
                <a:lnTo>
                  <a:pt x="186690" y="152400"/>
                </a:lnTo>
                <a:lnTo>
                  <a:pt x="186690" y="15240"/>
                </a:lnTo>
                <a:lnTo>
                  <a:pt x="248603" y="0"/>
                </a:lnTo>
                <a:lnTo>
                  <a:pt x="248603" y="389573"/>
                </a:lnTo>
                <a:lnTo>
                  <a:pt x="187643" y="389573"/>
                </a:lnTo>
                <a:lnTo>
                  <a:pt x="187643" y="358140"/>
                </a:lnTo>
                <a:lnTo>
                  <a:pt x="186690" y="358140"/>
                </a:lnTo>
                <a:cubicBezTo>
                  <a:pt x="167640" y="381953"/>
                  <a:pt x="140018" y="396240"/>
                  <a:pt x="106680" y="396240"/>
                </a:cubicBezTo>
                <a:cubicBezTo>
                  <a:pt x="43815" y="395288"/>
                  <a:pt x="0" y="340995"/>
                  <a:pt x="0" y="255270"/>
                </a:cubicBezTo>
                <a:close/>
                <a:moveTo>
                  <a:pt x="61913" y="255270"/>
                </a:moveTo>
                <a:cubicBezTo>
                  <a:pt x="61913" y="309563"/>
                  <a:pt x="84772" y="340995"/>
                  <a:pt x="123825" y="340995"/>
                </a:cubicBezTo>
                <a:cubicBezTo>
                  <a:pt x="147638" y="340995"/>
                  <a:pt x="167640" y="329565"/>
                  <a:pt x="187643" y="305753"/>
                </a:cubicBezTo>
                <a:lnTo>
                  <a:pt x="187643" y="207645"/>
                </a:lnTo>
                <a:cubicBezTo>
                  <a:pt x="169545" y="183833"/>
                  <a:pt x="149543" y="172402"/>
                  <a:pt x="123825" y="172402"/>
                </a:cubicBezTo>
                <a:cubicBezTo>
                  <a:pt x="82868" y="172402"/>
                  <a:pt x="61913" y="201930"/>
                  <a:pt x="61913" y="255270"/>
                </a:cubicBezTo>
                <a:close/>
              </a:path>
            </a:pathLst>
          </a:custGeom>
          <a:solidFill xmlns:a="http://schemas.openxmlformats.org/drawingml/2006/main">
            <a:srgbClr val="041E42"/>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11" name="Freihandform: Form 156">
            <a:extLst xmlns:a="http://schemas.openxmlformats.org/drawingml/2006/main">
              <a:ext uri="{FF2B5EF4-FFF2-40B4-BE49-F238E27FC236}">
                <a16:creationId xmlns:a16="http://schemas.microsoft.com/office/drawing/2014/main" id="{9573ACD1-98CF-3D47-8F2D-806BC94B7645}"/>
              </a:ext>
            </a:extLst>
          </p:cNvPr>
          <p:cNvSpPr>
            <a:spLocks xmlns:a="http://schemas.openxmlformats.org/drawingml/2006/main" noGrp="1"/>
          </p:cNvSpPr>
          <p:nvPr/>
        </p:nvSpPr>
        <p:spPr>
          <a:xfrm xmlns:a="http://schemas.openxmlformats.org/drawingml/2006/main" rot="0" flipH="0" flipV="0">
            <a:off x="1861340" y="329092"/>
            <a:ext cx="75235" cy="86446"/>
          </a:xfrm>
          <a:custGeom xmlns:a="http://schemas.openxmlformats.org/drawingml/2006/main">
            <a:gdLst>
              <a:gd name="connsiteX0" fmla="*/ 132397 w 242887"/>
              <a:gd name="connsiteY0" fmla="*/ 279083 h 279082"/>
              <a:gd name="connsiteX1" fmla="*/ 0 w 242887"/>
              <a:gd name="connsiteY1" fmla="*/ 139065 h 279082"/>
              <a:gd name="connsiteX2" fmla="*/ 124777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7 w 242887"/>
              <a:gd name="connsiteY6" fmla="*/ 225743 h 279082"/>
              <a:gd name="connsiteX7" fmla="*/ 198120 w 242887"/>
              <a:gd name="connsiteY7" fmla="*/ 194310 h 279082"/>
              <a:gd name="connsiteX8" fmla="*/ 237172 w 242887"/>
              <a:gd name="connsiteY8" fmla="*/ 235268 h 279082"/>
              <a:gd name="connsiteX9" fmla="*/ 132397 w 242887"/>
              <a:gd name="connsiteY9" fmla="*/ 279083 h 279082"/>
              <a:gd name="connsiteX10" fmla="*/ 62865 w 242887"/>
              <a:gd name="connsiteY10" fmla="*/ 115253 h 279082"/>
              <a:gd name="connsiteX11" fmla="*/ 183832 w 242887"/>
              <a:gd name="connsiteY11" fmla="*/ 115253 h 279082"/>
              <a:gd name="connsiteX12" fmla="*/ 124777 w 242887"/>
              <a:gd name="connsiteY12" fmla="*/ 50482 h 279082"/>
              <a:gd name="connsiteX13" fmla="*/ 62865 w 242887"/>
              <a:gd name="connsiteY13" fmla="*/ 115253 h 279082"/>
            </a:gdLst>
            <a:rect l="l" t="t" r="r" b="b"/>
            <a:pathLst>
              <a:path w="242887" h="279082">
                <a:moveTo>
                  <a:pt x="132397" y="279083"/>
                </a:moveTo>
                <a:cubicBezTo>
                  <a:pt x="53340" y="279083"/>
                  <a:pt x="0" y="222885"/>
                  <a:pt x="0" y="139065"/>
                </a:cubicBezTo>
                <a:cubicBezTo>
                  <a:pt x="0" y="56197"/>
                  <a:pt x="50482" y="0"/>
                  <a:pt x="124777" y="0"/>
                </a:cubicBezTo>
                <a:cubicBezTo>
                  <a:pt x="196215" y="0"/>
                  <a:pt x="242888" y="53340"/>
                  <a:pt x="242888" y="135255"/>
                </a:cubicBezTo>
                <a:cubicBezTo>
                  <a:pt x="242888" y="143828"/>
                  <a:pt x="241935" y="153353"/>
                  <a:pt x="241935" y="160972"/>
                </a:cubicBezTo>
                <a:lnTo>
                  <a:pt x="62865" y="160972"/>
                </a:lnTo>
                <a:cubicBezTo>
                  <a:pt x="69532" y="201930"/>
                  <a:pt x="94297" y="225743"/>
                  <a:pt x="132397" y="225743"/>
                </a:cubicBezTo>
                <a:cubicBezTo>
                  <a:pt x="157163" y="225743"/>
                  <a:pt x="177165" y="216218"/>
                  <a:pt x="198120" y="194310"/>
                </a:cubicBezTo>
                <a:lnTo>
                  <a:pt x="237172" y="235268"/>
                </a:lnTo>
                <a:cubicBezTo>
                  <a:pt x="206693" y="264795"/>
                  <a:pt x="172402" y="279083"/>
                  <a:pt x="132397" y="279083"/>
                </a:cubicBezTo>
                <a:close/>
                <a:moveTo>
                  <a:pt x="62865" y="115253"/>
                </a:moveTo>
                <a:lnTo>
                  <a:pt x="183832" y="115253"/>
                </a:lnTo>
                <a:cubicBezTo>
                  <a:pt x="180975" y="74295"/>
                  <a:pt x="160020" y="50482"/>
                  <a:pt x="124777" y="50482"/>
                </a:cubicBezTo>
                <a:cubicBezTo>
                  <a:pt x="90488" y="50482"/>
                  <a:pt x="67627" y="74295"/>
                  <a:pt x="62865" y="115253"/>
                </a:cubicBezTo>
                <a:close/>
              </a:path>
            </a:pathLst>
          </a:custGeom>
          <a:solidFill xmlns:a="http://schemas.openxmlformats.org/drawingml/2006/main">
            <a:srgbClr val="041E42"/>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12" name="Freihandform: Form 157">
            <a:extLst xmlns:a="http://schemas.openxmlformats.org/drawingml/2006/main">
              <a:ext uri="{FF2B5EF4-FFF2-40B4-BE49-F238E27FC236}">
                <a16:creationId xmlns:a16="http://schemas.microsoft.com/office/drawing/2014/main" id="{5833A8CA-68BA-1D42-ADB9-DD476590B3FA}"/>
              </a:ext>
            </a:extLst>
          </p:cNvPr>
          <p:cNvSpPr>
            <a:spLocks xmlns:a="http://schemas.openxmlformats.org/drawingml/2006/main" noGrp="1"/>
          </p:cNvSpPr>
          <p:nvPr/>
        </p:nvSpPr>
        <p:spPr>
          <a:xfrm xmlns:a="http://schemas.openxmlformats.org/drawingml/2006/main" rot="0" flipH="0" flipV="0">
            <a:off x="1958408" y="329016"/>
            <a:ext cx="49567" cy="84456"/>
          </a:xfrm>
          <a:custGeom xmlns:a="http://schemas.openxmlformats.org/drawingml/2006/main">
            <a:gdLst>
              <a:gd name="connsiteX0" fmla="*/ 160020 w 160020"/>
              <a:gd name="connsiteY0" fmla="*/ 5005 h 272657"/>
              <a:gd name="connsiteX1" fmla="*/ 150495 w 160020"/>
              <a:gd name="connsiteY1" fmla="*/ 68823 h 272657"/>
              <a:gd name="connsiteX2" fmla="*/ 116205 w 160020"/>
              <a:gd name="connsiteY2" fmla="*/ 60250 h 272657"/>
              <a:gd name="connsiteX3" fmla="*/ 61913 w 160020"/>
              <a:gd name="connsiteY3" fmla="*/ 135498 h 272657"/>
              <a:gd name="connsiteX4" fmla="*/ 61913 w 160020"/>
              <a:gd name="connsiteY4" fmla="*/ 272658 h 272657"/>
              <a:gd name="connsiteX5" fmla="*/ 0 w 160020"/>
              <a:gd name="connsiteY5" fmla="*/ 272658 h 272657"/>
              <a:gd name="connsiteX6" fmla="*/ 0 w 160020"/>
              <a:gd name="connsiteY6" fmla="*/ 5958 h 272657"/>
              <a:gd name="connsiteX7" fmla="*/ 60960 w 160020"/>
              <a:gd name="connsiteY7" fmla="*/ 5958 h 272657"/>
              <a:gd name="connsiteX8" fmla="*/ 60960 w 160020"/>
              <a:gd name="connsiteY8" fmla="*/ 40248 h 272657"/>
              <a:gd name="connsiteX9" fmla="*/ 61913 w 160020"/>
              <a:gd name="connsiteY9" fmla="*/ 40248 h 272657"/>
              <a:gd name="connsiteX10" fmla="*/ 131445 w 160020"/>
              <a:gd name="connsiteY10" fmla="*/ 243 h 272657"/>
              <a:gd name="connsiteX11" fmla="*/ 160020 w 160020"/>
              <a:gd name="connsiteY11" fmla="*/ 5005 h 272657"/>
            </a:gdLst>
            <a:rect l="l" t="t" r="r" b="b"/>
            <a:pathLst>
              <a:path w="160020" h="272657">
                <a:moveTo>
                  <a:pt x="160020" y="5005"/>
                </a:moveTo>
                <a:lnTo>
                  <a:pt x="150495" y="68823"/>
                </a:lnTo>
                <a:cubicBezTo>
                  <a:pt x="140970" y="64060"/>
                  <a:pt x="129540" y="60250"/>
                  <a:pt x="116205" y="60250"/>
                </a:cubicBezTo>
                <a:cubicBezTo>
                  <a:pt x="73343"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8" y="-710"/>
                  <a:pt x="150495" y="1195"/>
                  <a:pt x="160020" y="5005"/>
                </a:cubicBezTo>
                <a:close/>
              </a:path>
            </a:pathLst>
          </a:custGeom>
          <a:solidFill xmlns:a="http://schemas.openxmlformats.org/drawingml/2006/main">
            <a:srgbClr val="041E42"/>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13" name="Freihandform: Form 158">
            <a:extLst xmlns:a="http://schemas.openxmlformats.org/drawingml/2006/main">
              <a:ext uri="{FF2B5EF4-FFF2-40B4-BE49-F238E27FC236}">
                <a16:creationId xmlns:a16="http://schemas.microsoft.com/office/drawing/2014/main" id="{38CDB2DE-A029-F143-A449-BDAACA6CB6BE}"/>
              </a:ext>
            </a:extLst>
          </p:cNvPr>
          <p:cNvSpPr>
            <a:spLocks xmlns:a="http://schemas.openxmlformats.org/drawingml/2006/main" noGrp="1"/>
          </p:cNvSpPr>
          <p:nvPr/>
        </p:nvSpPr>
        <p:spPr>
          <a:xfrm xmlns:a="http://schemas.openxmlformats.org/drawingml/2006/main" rot="0" flipH="0" flipV="0">
            <a:off x="2020073" y="353875"/>
            <a:ext cx="40420" cy="18292"/>
          </a:xfrm>
          <a:custGeom xmlns:a="http://schemas.openxmlformats.org/drawingml/2006/main">
            <a:gdLst>
              <a:gd name="connsiteX0" fmla="*/ 130493 w 130492"/>
              <a:gd name="connsiteY0" fmla="*/ 59055 h 59055"/>
              <a:gd name="connsiteX1" fmla="*/ 0 w 130492"/>
              <a:gd name="connsiteY1" fmla="*/ 59055 h 59055"/>
              <a:gd name="connsiteX2" fmla="*/ 0 w 130492"/>
              <a:gd name="connsiteY2" fmla="*/ 0 h 59055"/>
              <a:gd name="connsiteX3" fmla="*/ 130493 w 130492"/>
              <a:gd name="connsiteY3" fmla="*/ 0 h 59055"/>
              <a:gd name="connsiteX4" fmla="*/ 130493 w 130492"/>
              <a:gd name="connsiteY4" fmla="*/ 59055 h 59055"/>
            </a:gdLst>
            <a:rect l="l" t="t" r="r" b="b"/>
            <a:pathLst>
              <a:path w="130492" h="59055">
                <a:moveTo>
                  <a:pt x="130493" y="59055"/>
                </a:moveTo>
                <a:lnTo>
                  <a:pt x="0" y="59055"/>
                </a:lnTo>
                <a:lnTo>
                  <a:pt x="0" y="0"/>
                </a:lnTo>
                <a:lnTo>
                  <a:pt x="130493" y="0"/>
                </a:lnTo>
                <a:lnTo>
                  <a:pt x="130493" y="59055"/>
                </a:lnTo>
                <a:close/>
              </a:path>
            </a:pathLst>
          </a:custGeom>
          <a:solidFill xmlns:a="http://schemas.openxmlformats.org/drawingml/2006/main">
            <a:srgbClr val="041E42"/>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62" name="Freihandform: Form 159">
            <a:extLst xmlns:a="http://schemas.openxmlformats.org/drawingml/2006/main">
              <a:ext uri="{FF2B5EF4-FFF2-40B4-BE49-F238E27FC236}">
                <a16:creationId xmlns:a16="http://schemas.microsoft.com/office/drawing/2014/main" id="{2E3EBA2D-AAD7-5F44-A166-ABBB3A44348D}"/>
              </a:ext>
            </a:extLst>
          </p:cNvPr>
          <p:cNvSpPr>
            <a:spLocks xmlns:a="http://schemas.openxmlformats.org/drawingml/2006/main" noGrp="1"/>
          </p:cNvSpPr>
          <p:nvPr/>
        </p:nvSpPr>
        <p:spPr>
          <a:xfrm xmlns:a="http://schemas.openxmlformats.org/drawingml/2006/main" rot="0" flipH="0" flipV="0">
            <a:off x="2084981" y="299293"/>
            <a:ext cx="89397" cy="116245"/>
          </a:xfrm>
          <a:custGeom xmlns:a="http://schemas.openxmlformats.org/drawingml/2006/main">
            <a:gdLst>
              <a:gd name="connsiteX0" fmla="*/ 288607 w 288607"/>
              <a:gd name="connsiteY0" fmla="*/ 222885 h 375284"/>
              <a:gd name="connsiteX1" fmla="*/ 143827 w 288607"/>
              <a:gd name="connsiteY1" fmla="*/ 375285 h 375284"/>
              <a:gd name="connsiteX2" fmla="*/ 0 w 288607"/>
              <a:gd name="connsiteY2" fmla="*/ 222885 h 375284"/>
              <a:gd name="connsiteX3" fmla="*/ 0 w 288607"/>
              <a:gd name="connsiteY3" fmla="*/ 0 h 375284"/>
              <a:gd name="connsiteX4" fmla="*/ 66675 w 288607"/>
              <a:gd name="connsiteY4" fmla="*/ 0 h 375284"/>
              <a:gd name="connsiteX5" fmla="*/ 66675 w 288607"/>
              <a:gd name="connsiteY5" fmla="*/ 219075 h 375284"/>
              <a:gd name="connsiteX6" fmla="*/ 144780 w 288607"/>
              <a:gd name="connsiteY6" fmla="*/ 312420 h 375284"/>
              <a:gd name="connsiteX7" fmla="*/ 220980 w 288607"/>
              <a:gd name="connsiteY7" fmla="*/ 219075 h 375284"/>
              <a:gd name="connsiteX8" fmla="*/ 220980 w 288607"/>
              <a:gd name="connsiteY8" fmla="*/ 0 h 375284"/>
              <a:gd name="connsiteX9" fmla="*/ 287655 w 288607"/>
              <a:gd name="connsiteY9" fmla="*/ 0 h 375284"/>
              <a:gd name="connsiteX10" fmla="*/ 287655 w 288607"/>
              <a:gd name="connsiteY10" fmla="*/ 222885 h 375284"/>
            </a:gdLst>
            <a:rect l="l" t="t" r="r" b="b"/>
            <a:pathLst>
              <a:path w="288607" h="375284">
                <a:moveTo>
                  <a:pt x="288607" y="222885"/>
                </a:moveTo>
                <a:cubicBezTo>
                  <a:pt x="288607" y="311468"/>
                  <a:pt x="242888" y="375285"/>
                  <a:pt x="143827" y="375285"/>
                </a:cubicBezTo>
                <a:cubicBezTo>
                  <a:pt x="45720" y="375285"/>
                  <a:pt x="0" y="312420"/>
                  <a:pt x="0" y="222885"/>
                </a:cubicBezTo>
                <a:lnTo>
                  <a:pt x="0" y="0"/>
                </a:lnTo>
                <a:lnTo>
                  <a:pt x="66675" y="0"/>
                </a:lnTo>
                <a:lnTo>
                  <a:pt x="66675" y="219075"/>
                </a:lnTo>
                <a:cubicBezTo>
                  <a:pt x="66675" y="274320"/>
                  <a:pt x="90488" y="312420"/>
                  <a:pt x="144780" y="312420"/>
                </a:cubicBezTo>
                <a:cubicBezTo>
                  <a:pt x="199073" y="312420"/>
                  <a:pt x="220980" y="275272"/>
                  <a:pt x="220980" y="219075"/>
                </a:cubicBezTo>
                <a:lnTo>
                  <a:pt x="220980" y="0"/>
                </a:lnTo>
                <a:lnTo>
                  <a:pt x="287655" y="0"/>
                </a:lnTo>
                <a:lnTo>
                  <a:pt x="287655" y="222885"/>
                </a:lnTo>
                <a:close/>
              </a:path>
            </a:pathLst>
          </a:custGeom>
          <a:solidFill xmlns:a="http://schemas.openxmlformats.org/drawingml/2006/main">
            <a:srgbClr val="041E42"/>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63" name="Freihandform: Form 160">
            <a:extLst xmlns:a="http://schemas.openxmlformats.org/drawingml/2006/main">
              <a:ext uri="{FF2B5EF4-FFF2-40B4-BE49-F238E27FC236}">
                <a16:creationId xmlns:a16="http://schemas.microsoft.com/office/drawing/2014/main" id="{CB811BC1-B517-F04A-82E8-C60B78A199D1}"/>
              </a:ext>
            </a:extLst>
          </p:cNvPr>
          <p:cNvSpPr>
            <a:spLocks xmlns:a="http://schemas.openxmlformats.org/drawingml/2006/main" noGrp="1"/>
          </p:cNvSpPr>
          <p:nvPr/>
        </p:nvSpPr>
        <p:spPr>
          <a:xfrm xmlns:a="http://schemas.openxmlformats.org/drawingml/2006/main" rot="0" flipH="0" flipV="0">
            <a:off x="2200343" y="329092"/>
            <a:ext cx="70809" cy="84676"/>
          </a:xfrm>
          <a:custGeom xmlns:a="http://schemas.openxmlformats.org/drawingml/2006/main">
            <a:gdLst>
              <a:gd name="connsiteX0" fmla="*/ 228600 w 228600"/>
              <a:gd name="connsiteY0" fmla="*/ 272415 h 273367"/>
              <a:gd name="connsiteX1" fmla="*/ 166688 w 228600"/>
              <a:gd name="connsiteY1" fmla="*/ 272415 h 273367"/>
              <a:gd name="connsiteX2" fmla="*/ 166688 w 228600"/>
              <a:gd name="connsiteY2" fmla="*/ 120015 h 273367"/>
              <a:gd name="connsiteX3" fmla="*/ 117158 w 228600"/>
              <a:gd name="connsiteY3" fmla="*/ 55245 h 273367"/>
              <a:gd name="connsiteX4" fmla="*/ 61913 w 228600"/>
              <a:gd name="connsiteY4" fmla="*/ 120015 h 273367"/>
              <a:gd name="connsiteX5" fmla="*/ 61913 w 228600"/>
              <a:gd name="connsiteY5" fmla="*/ 273368 h 273367"/>
              <a:gd name="connsiteX6" fmla="*/ 0 w 228600"/>
              <a:gd name="connsiteY6" fmla="*/ 273368 h 273367"/>
              <a:gd name="connsiteX7" fmla="*/ 0 w 228600"/>
              <a:gd name="connsiteY7" fmla="*/ 6668 h 273367"/>
              <a:gd name="connsiteX8" fmla="*/ 61913 w 228600"/>
              <a:gd name="connsiteY8" fmla="*/ 6668 h 273367"/>
              <a:gd name="connsiteX9" fmla="*/ 61913 w 228600"/>
              <a:gd name="connsiteY9" fmla="*/ 39053 h 273367"/>
              <a:gd name="connsiteX10" fmla="*/ 62865 w 228600"/>
              <a:gd name="connsiteY10" fmla="*/ 39053 h 273367"/>
              <a:gd name="connsiteX11" fmla="*/ 140970 w 228600"/>
              <a:gd name="connsiteY11" fmla="*/ 0 h 273367"/>
              <a:gd name="connsiteX12" fmla="*/ 228600 w 228600"/>
              <a:gd name="connsiteY12" fmla="*/ 107632 h 273367"/>
              <a:gd name="connsiteX13" fmla="*/ 228600 w 228600"/>
              <a:gd name="connsiteY13" fmla="*/ 272415 h 273367"/>
            </a:gdLst>
            <a:rect l="l" t="t" r="r" b="b"/>
            <a:pathLst>
              <a:path w="228600" h="273367">
                <a:moveTo>
                  <a:pt x="228600" y="272415"/>
                </a:moveTo>
                <a:lnTo>
                  <a:pt x="166688" y="272415"/>
                </a:lnTo>
                <a:lnTo>
                  <a:pt x="166688" y="120015"/>
                </a:lnTo>
                <a:cubicBezTo>
                  <a:pt x="166688" y="80963"/>
                  <a:pt x="155258" y="55245"/>
                  <a:pt x="117158" y="55245"/>
                </a:cubicBezTo>
                <a:cubicBezTo>
                  <a:pt x="73343" y="55245"/>
                  <a:pt x="61913" y="90488"/>
                  <a:pt x="61913" y="120015"/>
                </a:cubicBezTo>
                <a:lnTo>
                  <a:pt x="61913" y="273368"/>
                </a:lnTo>
                <a:lnTo>
                  <a:pt x="0" y="273368"/>
                </a:lnTo>
                <a:lnTo>
                  <a:pt x="0" y="6668"/>
                </a:lnTo>
                <a:lnTo>
                  <a:pt x="61913" y="6668"/>
                </a:lnTo>
                <a:lnTo>
                  <a:pt x="61913" y="39053"/>
                </a:lnTo>
                <a:lnTo>
                  <a:pt x="62865" y="39053"/>
                </a:lnTo>
                <a:cubicBezTo>
                  <a:pt x="79058" y="15240"/>
                  <a:pt x="106680" y="0"/>
                  <a:pt x="140970" y="0"/>
                </a:cubicBezTo>
                <a:cubicBezTo>
                  <a:pt x="201930" y="0"/>
                  <a:pt x="228600" y="44768"/>
                  <a:pt x="228600" y="107632"/>
                </a:cubicBezTo>
                <a:lnTo>
                  <a:pt x="228600" y="272415"/>
                </a:lnTo>
                <a:close/>
              </a:path>
            </a:pathLst>
          </a:custGeom>
          <a:solidFill xmlns:a="http://schemas.openxmlformats.org/drawingml/2006/main">
            <a:srgbClr val="041E42"/>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64" name="Freihandform: Form 161">
            <a:extLst xmlns:a="http://schemas.openxmlformats.org/drawingml/2006/main">
              <a:ext uri="{FF2B5EF4-FFF2-40B4-BE49-F238E27FC236}">
                <a16:creationId xmlns:a16="http://schemas.microsoft.com/office/drawing/2014/main" id="{E2703D52-5297-3C48-B86D-DCFEA836ACA9}"/>
              </a:ext>
            </a:extLst>
          </p:cNvPr>
          <p:cNvSpPr>
            <a:spLocks xmlns:a="http://schemas.openxmlformats.org/drawingml/2006/main" noGrp="1"/>
          </p:cNvSpPr>
          <p:nvPr/>
        </p:nvSpPr>
        <p:spPr>
          <a:xfrm xmlns:a="http://schemas.openxmlformats.org/drawingml/2006/main" rot="0" flipH="0" flipV="0">
            <a:off x="2292986" y="294277"/>
            <a:ext cx="24488" cy="119196"/>
          </a:xfrm>
          <a:custGeom xmlns:a="http://schemas.openxmlformats.org/drawingml/2006/main">
            <a:gdLst>
              <a:gd name="connsiteX0" fmla="*/ 79057 w 79057"/>
              <a:gd name="connsiteY0" fmla="*/ 38100 h 384810"/>
              <a:gd name="connsiteX1" fmla="*/ 39052 w 79057"/>
              <a:gd name="connsiteY1" fmla="*/ 76200 h 384810"/>
              <a:gd name="connsiteX2" fmla="*/ 0 w 79057"/>
              <a:gd name="connsiteY2" fmla="*/ 38100 h 384810"/>
              <a:gd name="connsiteX3" fmla="*/ 39052 w 79057"/>
              <a:gd name="connsiteY3" fmla="*/ 0 h 384810"/>
              <a:gd name="connsiteX4" fmla="*/ 79057 w 79057"/>
              <a:gd name="connsiteY4" fmla="*/ 38100 h 384810"/>
              <a:gd name="connsiteX5" fmla="*/ 70485 w 79057"/>
              <a:gd name="connsiteY5" fmla="*/ 384810 h 384810"/>
              <a:gd name="connsiteX6" fmla="*/ 8573 w 79057"/>
              <a:gd name="connsiteY6" fmla="*/ 384810 h 384810"/>
              <a:gd name="connsiteX7" fmla="*/ 8573 w 79057"/>
              <a:gd name="connsiteY7" fmla="*/ 118110 h 384810"/>
              <a:gd name="connsiteX8" fmla="*/ 70485 w 79057"/>
              <a:gd name="connsiteY8" fmla="*/ 118110 h 384810"/>
              <a:gd name="connsiteX9" fmla="*/ 70485 w 79057"/>
              <a:gd name="connsiteY9" fmla="*/ 384810 h 384810"/>
            </a:gdLst>
            <a:rect l="l" t="t" r="r" b="b"/>
            <a:pathLst>
              <a:path w="79057" h="384810">
                <a:moveTo>
                  <a:pt x="79057" y="38100"/>
                </a:moveTo>
                <a:cubicBezTo>
                  <a:pt x="79057" y="60007"/>
                  <a:pt x="60960" y="76200"/>
                  <a:pt x="39052" y="76200"/>
                </a:cubicBezTo>
                <a:cubicBezTo>
                  <a:pt x="17145" y="76200"/>
                  <a:pt x="0" y="60960"/>
                  <a:pt x="0" y="38100"/>
                </a:cubicBezTo>
                <a:cubicBezTo>
                  <a:pt x="0" y="16193"/>
                  <a:pt x="18098" y="0"/>
                  <a:pt x="39052" y="0"/>
                </a:cubicBezTo>
                <a:cubicBezTo>
                  <a:pt x="60960" y="0"/>
                  <a:pt x="79057" y="16193"/>
                  <a:pt x="79057" y="38100"/>
                </a:cubicBezTo>
                <a:close/>
                <a:moveTo>
                  <a:pt x="70485" y="384810"/>
                </a:moveTo>
                <a:lnTo>
                  <a:pt x="8573" y="384810"/>
                </a:lnTo>
                <a:lnTo>
                  <a:pt x="8573" y="118110"/>
                </a:lnTo>
                <a:lnTo>
                  <a:pt x="70485" y="118110"/>
                </a:lnTo>
                <a:lnTo>
                  <a:pt x="70485" y="384810"/>
                </a:lnTo>
                <a:close/>
              </a:path>
            </a:pathLst>
          </a:custGeom>
          <a:solidFill xmlns:a="http://schemas.openxmlformats.org/drawingml/2006/main">
            <a:srgbClr val="041E42"/>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65" name="Freihandform: Form 162">
            <a:extLst xmlns:a="http://schemas.openxmlformats.org/drawingml/2006/main">
              <a:ext uri="{FF2B5EF4-FFF2-40B4-BE49-F238E27FC236}">
                <a16:creationId xmlns:a16="http://schemas.microsoft.com/office/drawing/2014/main" id="{DCA81DDD-FB1B-B648-8F82-E70860C4CE4D}"/>
              </a:ext>
            </a:extLst>
          </p:cNvPr>
          <p:cNvSpPr>
            <a:spLocks xmlns:a="http://schemas.openxmlformats.org/drawingml/2006/main" noGrp="1"/>
          </p:cNvSpPr>
          <p:nvPr/>
        </p:nvSpPr>
        <p:spPr>
          <a:xfrm xmlns:a="http://schemas.openxmlformats.org/drawingml/2006/main" rot="0" flipH="0" flipV="0">
            <a:off x="2331046" y="331157"/>
            <a:ext cx="80251" cy="82611"/>
          </a:xfrm>
          <a:custGeom xmlns:a="http://schemas.openxmlformats.org/drawingml/2006/main">
            <a:gdLst>
              <a:gd name="connsiteX0" fmla="*/ 259080 w 259079"/>
              <a:gd name="connsiteY0" fmla="*/ 0 h 266700"/>
              <a:gd name="connsiteX1" fmla="*/ 161925 w 259079"/>
              <a:gd name="connsiteY1" fmla="*/ 266700 h 266700"/>
              <a:gd name="connsiteX2" fmla="*/ 97155 w 259079"/>
              <a:gd name="connsiteY2" fmla="*/ 266700 h 266700"/>
              <a:gd name="connsiteX3" fmla="*/ 0 w 259079"/>
              <a:gd name="connsiteY3" fmla="*/ 0 h 266700"/>
              <a:gd name="connsiteX4" fmla="*/ 68580 w 259079"/>
              <a:gd name="connsiteY4" fmla="*/ 0 h 266700"/>
              <a:gd name="connsiteX5" fmla="*/ 129540 w 259079"/>
              <a:gd name="connsiteY5" fmla="*/ 193358 h 266700"/>
              <a:gd name="connsiteX6" fmla="*/ 130492 w 259079"/>
              <a:gd name="connsiteY6" fmla="*/ 193358 h 266700"/>
              <a:gd name="connsiteX7" fmla="*/ 191452 w 259079"/>
              <a:gd name="connsiteY7" fmla="*/ 0 h 266700"/>
              <a:gd name="connsiteX8" fmla="*/ 259080 w 259079"/>
              <a:gd name="connsiteY8" fmla="*/ 0 h 266700"/>
            </a:gdLst>
            <a:rect l="l" t="t" r="r" b="b"/>
            <a:pathLst>
              <a:path w="259079" h="266700">
                <a:moveTo>
                  <a:pt x="259080" y="0"/>
                </a:moveTo>
                <a:lnTo>
                  <a:pt x="161925" y="266700"/>
                </a:lnTo>
                <a:lnTo>
                  <a:pt x="97155" y="266700"/>
                </a:lnTo>
                <a:lnTo>
                  <a:pt x="0" y="0"/>
                </a:lnTo>
                <a:lnTo>
                  <a:pt x="68580" y="0"/>
                </a:lnTo>
                <a:lnTo>
                  <a:pt x="129540" y="193358"/>
                </a:lnTo>
                <a:lnTo>
                  <a:pt x="130492" y="193358"/>
                </a:lnTo>
                <a:lnTo>
                  <a:pt x="191452" y="0"/>
                </a:lnTo>
                <a:lnTo>
                  <a:pt x="259080" y="0"/>
                </a:lnTo>
                <a:close/>
              </a:path>
            </a:pathLst>
          </a:custGeom>
          <a:solidFill xmlns:a="http://schemas.openxmlformats.org/drawingml/2006/main">
            <a:srgbClr val="041E42"/>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66" name="Freihandform: Form 163">
            <a:extLst xmlns:a="http://schemas.openxmlformats.org/drawingml/2006/main">
              <a:ext uri="{FF2B5EF4-FFF2-40B4-BE49-F238E27FC236}">
                <a16:creationId xmlns:a16="http://schemas.microsoft.com/office/drawing/2014/main" id="{01936875-CBF0-F349-804D-4C37C944AB17}"/>
              </a:ext>
            </a:extLst>
          </p:cNvPr>
          <p:cNvSpPr>
            <a:spLocks xmlns:a="http://schemas.openxmlformats.org/drawingml/2006/main" noGrp="1"/>
          </p:cNvSpPr>
          <p:nvPr/>
        </p:nvSpPr>
        <p:spPr>
          <a:xfrm xmlns:a="http://schemas.openxmlformats.org/drawingml/2006/main" rot="0" flipH="0" flipV="0">
            <a:off x="2420149" y="329092"/>
            <a:ext cx="75235" cy="86446"/>
          </a:xfrm>
          <a:custGeom xmlns:a="http://schemas.openxmlformats.org/drawingml/2006/main">
            <a:gdLst>
              <a:gd name="connsiteX0" fmla="*/ 132398 w 242887"/>
              <a:gd name="connsiteY0" fmla="*/ 279083 h 279082"/>
              <a:gd name="connsiteX1" fmla="*/ 0 w 242887"/>
              <a:gd name="connsiteY1" fmla="*/ 139065 h 279082"/>
              <a:gd name="connsiteX2" fmla="*/ 124778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8 w 242887"/>
              <a:gd name="connsiteY6" fmla="*/ 225743 h 279082"/>
              <a:gd name="connsiteX7" fmla="*/ 198120 w 242887"/>
              <a:gd name="connsiteY7" fmla="*/ 194310 h 279082"/>
              <a:gd name="connsiteX8" fmla="*/ 237173 w 242887"/>
              <a:gd name="connsiteY8" fmla="*/ 235268 h 279082"/>
              <a:gd name="connsiteX9" fmla="*/ 132398 w 242887"/>
              <a:gd name="connsiteY9" fmla="*/ 279083 h 279082"/>
              <a:gd name="connsiteX10" fmla="*/ 62865 w 242887"/>
              <a:gd name="connsiteY10" fmla="*/ 115253 h 279082"/>
              <a:gd name="connsiteX11" fmla="*/ 183833 w 242887"/>
              <a:gd name="connsiteY11" fmla="*/ 115253 h 279082"/>
              <a:gd name="connsiteX12" fmla="*/ 124778 w 242887"/>
              <a:gd name="connsiteY12" fmla="*/ 50482 h 279082"/>
              <a:gd name="connsiteX13" fmla="*/ 62865 w 242887"/>
              <a:gd name="connsiteY13" fmla="*/ 115253 h 279082"/>
            </a:gdLst>
            <a:rect l="l" t="t" r="r" b="b"/>
            <a:pathLst>
              <a:path w="242887" h="279082">
                <a:moveTo>
                  <a:pt x="132398" y="279083"/>
                </a:moveTo>
                <a:cubicBezTo>
                  <a:pt x="53340" y="279083"/>
                  <a:pt x="0" y="222885"/>
                  <a:pt x="0" y="139065"/>
                </a:cubicBezTo>
                <a:cubicBezTo>
                  <a:pt x="0" y="56197"/>
                  <a:pt x="50483" y="0"/>
                  <a:pt x="124778" y="0"/>
                </a:cubicBezTo>
                <a:cubicBezTo>
                  <a:pt x="196215" y="0"/>
                  <a:pt x="242888" y="53340"/>
                  <a:pt x="242888" y="135255"/>
                </a:cubicBezTo>
                <a:cubicBezTo>
                  <a:pt x="242888" y="143828"/>
                  <a:pt x="241935" y="153353"/>
                  <a:pt x="241935" y="160972"/>
                </a:cubicBezTo>
                <a:lnTo>
                  <a:pt x="62865" y="160972"/>
                </a:lnTo>
                <a:cubicBezTo>
                  <a:pt x="69533" y="201930"/>
                  <a:pt x="94298" y="225743"/>
                  <a:pt x="132398" y="225743"/>
                </a:cubicBezTo>
                <a:cubicBezTo>
                  <a:pt x="157163" y="225743"/>
                  <a:pt x="177165" y="216218"/>
                  <a:pt x="198120" y="194310"/>
                </a:cubicBezTo>
                <a:lnTo>
                  <a:pt x="237173" y="235268"/>
                </a:lnTo>
                <a:cubicBezTo>
                  <a:pt x="206693" y="264795"/>
                  <a:pt x="173355" y="279083"/>
                  <a:pt x="132398" y="279083"/>
                </a:cubicBezTo>
                <a:close/>
                <a:moveTo>
                  <a:pt x="62865" y="115253"/>
                </a:moveTo>
                <a:lnTo>
                  <a:pt x="183833" y="115253"/>
                </a:lnTo>
                <a:cubicBezTo>
                  <a:pt x="180975" y="74295"/>
                  <a:pt x="160020" y="50482"/>
                  <a:pt x="124778" y="50482"/>
                </a:cubicBezTo>
                <a:cubicBezTo>
                  <a:pt x="90488" y="50482"/>
                  <a:pt x="68580" y="74295"/>
                  <a:pt x="62865" y="115253"/>
                </a:cubicBezTo>
                <a:close/>
              </a:path>
            </a:pathLst>
          </a:custGeom>
          <a:solidFill xmlns:a="http://schemas.openxmlformats.org/drawingml/2006/main">
            <a:srgbClr val="041E42"/>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67" name="Freihandform: Form 165">
            <a:extLst xmlns:a="http://schemas.openxmlformats.org/drawingml/2006/main">
              <a:ext uri="{FF2B5EF4-FFF2-40B4-BE49-F238E27FC236}">
                <a16:creationId xmlns:a16="http://schemas.microsoft.com/office/drawing/2014/main" id="{92C51272-86B6-4B48-A4AE-D472CA82B923}"/>
              </a:ext>
            </a:extLst>
          </p:cNvPr>
          <p:cNvSpPr>
            <a:spLocks xmlns:a="http://schemas.openxmlformats.org/drawingml/2006/main" noGrp="1"/>
          </p:cNvSpPr>
          <p:nvPr/>
        </p:nvSpPr>
        <p:spPr>
          <a:xfrm xmlns:a="http://schemas.openxmlformats.org/drawingml/2006/main" rot="0" flipH="0" flipV="0">
            <a:off x="2517217" y="329016"/>
            <a:ext cx="49567" cy="84456"/>
          </a:xfrm>
          <a:custGeom xmlns:a="http://schemas.openxmlformats.org/drawingml/2006/main">
            <a:gdLst>
              <a:gd name="connsiteX0" fmla="*/ 160020 w 160019"/>
              <a:gd name="connsiteY0" fmla="*/ 5005 h 272657"/>
              <a:gd name="connsiteX1" fmla="*/ 150495 w 160019"/>
              <a:gd name="connsiteY1" fmla="*/ 68823 h 272657"/>
              <a:gd name="connsiteX2" fmla="*/ 116205 w 160019"/>
              <a:gd name="connsiteY2" fmla="*/ 60250 h 272657"/>
              <a:gd name="connsiteX3" fmla="*/ 61913 w 160019"/>
              <a:gd name="connsiteY3" fmla="*/ 135498 h 272657"/>
              <a:gd name="connsiteX4" fmla="*/ 61913 w 160019"/>
              <a:gd name="connsiteY4" fmla="*/ 272658 h 272657"/>
              <a:gd name="connsiteX5" fmla="*/ 0 w 160019"/>
              <a:gd name="connsiteY5" fmla="*/ 272658 h 272657"/>
              <a:gd name="connsiteX6" fmla="*/ 0 w 160019"/>
              <a:gd name="connsiteY6" fmla="*/ 5958 h 272657"/>
              <a:gd name="connsiteX7" fmla="*/ 60960 w 160019"/>
              <a:gd name="connsiteY7" fmla="*/ 5958 h 272657"/>
              <a:gd name="connsiteX8" fmla="*/ 60960 w 160019"/>
              <a:gd name="connsiteY8" fmla="*/ 40248 h 272657"/>
              <a:gd name="connsiteX9" fmla="*/ 61913 w 160019"/>
              <a:gd name="connsiteY9" fmla="*/ 40248 h 272657"/>
              <a:gd name="connsiteX10" fmla="*/ 131445 w 160019"/>
              <a:gd name="connsiteY10" fmla="*/ 243 h 272657"/>
              <a:gd name="connsiteX11" fmla="*/ 160020 w 160019"/>
              <a:gd name="connsiteY11" fmla="*/ 5005 h 272657"/>
            </a:gdLst>
            <a:rect l="l" t="t" r="r" b="b"/>
            <a:pathLst>
              <a:path w="160019" h="272657">
                <a:moveTo>
                  <a:pt x="160020" y="5005"/>
                </a:moveTo>
                <a:lnTo>
                  <a:pt x="150495" y="68823"/>
                </a:lnTo>
                <a:cubicBezTo>
                  <a:pt x="140970" y="64060"/>
                  <a:pt x="129540" y="60250"/>
                  <a:pt x="116205" y="60250"/>
                </a:cubicBezTo>
                <a:cubicBezTo>
                  <a:pt x="73343"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8" y="-710"/>
                  <a:pt x="150495" y="1195"/>
                  <a:pt x="160020" y="5005"/>
                </a:cubicBezTo>
                <a:close/>
              </a:path>
            </a:pathLst>
          </a:custGeom>
          <a:solidFill xmlns:a="http://schemas.openxmlformats.org/drawingml/2006/main">
            <a:srgbClr val="041E42"/>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68" name="Freihandform: Form 166">
            <a:extLst xmlns:a="http://schemas.openxmlformats.org/drawingml/2006/main">
              <a:ext uri="{FF2B5EF4-FFF2-40B4-BE49-F238E27FC236}">
                <a16:creationId xmlns:a16="http://schemas.microsoft.com/office/drawing/2014/main" id="{2C3A0B47-9D82-FE45-9457-BF81CD2FA7A6}"/>
              </a:ext>
            </a:extLst>
          </p:cNvPr>
          <p:cNvSpPr>
            <a:spLocks xmlns:a="http://schemas.openxmlformats.org/drawingml/2006/main" noGrp="1"/>
          </p:cNvSpPr>
          <p:nvPr/>
        </p:nvSpPr>
        <p:spPr>
          <a:xfrm xmlns:a="http://schemas.openxmlformats.org/drawingml/2006/main" rot="0" flipH="0" flipV="0">
            <a:off x="2575931" y="328796"/>
            <a:ext cx="63728" cy="86741"/>
          </a:xfrm>
          <a:custGeom xmlns:a="http://schemas.openxmlformats.org/drawingml/2006/main">
            <a:gdLst>
              <a:gd name="connsiteX0" fmla="*/ 29527 w 205739"/>
              <a:gd name="connsiteY0" fmla="*/ 198120 h 280034"/>
              <a:gd name="connsiteX1" fmla="*/ 104775 w 205739"/>
              <a:gd name="connsiteY1" fmla="*/ 227647 h 280034"/>
              <a:gd name="connsiteX2" fmla="*/ 143827 w 205739"/>
              <a:gd name="connsiteY2" fmla="*/ 200978 h 280034"/>
              <a:gd name="connsiteX3" fmla="*/ 10477 w 205739"/>
              <a:gd name="connsiteY3" fmla="*/ 82868 h 280034"/>
              <a:gd name="connsiteX4" fmla="*/ 111442 w 205739"/>
              <a:gd name="connsiteY4" fmla="*/ 0 h 280034"/>
              <a:gd name="connsiteX5" fmla="*/ 203835 w 205739"/>
              <a:gd name="connsiteY5" fmla="*/ 27622 h 280034"/>
              <a:gd name="connsiteX6" fmla="*/ 174307 w 205739"/>
              <a:gd name="connsiteY6" fmla="*/ 76200 h 280034"/>
              <a:gd name="connsiteX7" fmla="*/ 110490 w 205739"/>
              <a:gd name="connsiteY7" fmla="*/ 52387 h 280034"/>
              <a:gd name="connsiteX8" fmla="*/ 72390 w 205739"/>
              <a:gd name="connsiteY8" fmla="*/ 77153 h 280034"/>
              <a:gd name="connsiteX9" fmla="*/ 205740 w 205739"/>
              <a:gd name="connsiteY9" fmla="*/ 195262 h 280034"/>
              <a:gd name="connsiteX10" fmla="*/ 102870 w 205739"/>
              <a:gd name="connsiteY10" fmla="*/ 280035 h 280034"/>
              <a:gd name="connsiteX11" fmla="*/ 0 w 205739"/>
              <a:gd name="connsiteY11" fmla="*/ 247650 h 280034"/>
              <a:gd name="connsiteX12" fmla="*/ 29527 w 205739"/>
              <a:gd name="connsiteY12" fmla="*/ 198120 h 280034"/>
            </a:gdLst>
            <a:rect l="l" t="t" r="r" b="b"/>
            <a:pathLst>
              <a:path w="205739" h="280034">
                <a:moveTo>
                  <a:pt x="29527" y="198120"/>
                </a:moveTo>
                <a:cubicBezTo>
                  <a:pt x="56197" y="218122"/>
                  <a:pt x="80963" y="227647"/>
                  <a:pt x="104775" y="227647"/>
                </a:cubicBezTo>
                <a:cubicBezTo>
                  <a:pt x="127635" y="227647"/>
                  <a:pt x="143827" y="217170"/>
                  <a:pt x="143827" y="200978"/>
                </a:cubicBezTo>
                <a:cubicBezTo>
                  <a:pt x="143827" y="155258"/>
                  <a:pt x="10477" y="171450"/>
                  <a:pt x="10477" y="82868"/>
                </a:cubicBezTo>
                <a:cubicBezTo>
                  <a:pt x="10477" y="33338"/>
                  <a:pt x="51435" y="0"/>
                  <a:pt x="111442" y="0"/>
                </a:cubicBezTo>
                <a:cubicBezTo>
                  <a:pt x="143827" y="0"/>
                  <a:pt x="175260" y="9525"/>
                  <a:pt x="203835" y="27622"/>
                </a:cubicBezTo>
                <a:lnTo>
                  <a:pt x="174307" y="76200"/>
                </a:lnTo>
                <a:cubicBezTo>
                  <a:pt x="151447" y="60960"/>
                  <a:pt x="130492" y="52387"/>
                  <a:pt x="110490" y="52387"/>
                </a:cubicBezTo>
                <a:cubicBezTo>
                  <a:pt x="87630" y="52387"/>
                  <a:pt x="72390" y="61912"/>
                  <a:pt x="72390" y="77153"/>
                </a:cubicBezTo>
                <a:cubicBezTo>
                  <a:pt x="72390" y="120968"/>
                  <a:pt x="205740" y="105728"/>
                  <a:pt x="205740" y="195262"/>
                </a:cubicBezTo>
                <a:cubicBezTo>
                  <a:pt x="205740" y="245745"/>
                  <a:pt x="164782" y="280035"/>
                  <a:pt x="102870" y="280035"/>
                </a:cubicBezTo>
                <a:cubicBezTo>
                  <a:pt x="67627" y="280035"/>
                  <a:pt x="31432" y="268605"/>
                  <a:pt x="0" y="247650"/>
                </a:cubicBezTo>
                <a:lnTo>
                  <a:pt x="29527" y="198120"/>
                </a:lnTo>
                <a:close/>
              </a:path>
            </a:pathLst>
          </a:custGeom>
          <a:solidFill xmlns:a="http://schemas.openxmlformats.org/drawingml/2006/main">
            <a:srgbClr val="041E42"/>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69" name="Freihandform: Form 168">
            <a:extLst xmlns:a="http://schemas.openxmlformats.org/drawingml/2006/main">
              <a:ext uri="{FF2B5EF4-FFF2-40B4-BE49-F238E27FC236}">
                <a16:creationId xmlns:a16="http://schemas.microsoft.com/office/drawing/2014/main" id="{FD97DAD5-B085-5D44-BE42-8F3B9EE9F595}"/>
              </a:ext>
            </a:extLst>
          </p:cNvPr>
          <p:cNvSpPr>
            <a:spLocks xmlns:a="http://schemas.openxmlformats.org/drawingml/2006/main" noGrp="1"/>
          </p:cNvSpPr>
          <p:nvPr/>
        </p:nvSpPr>
        <p:spPr>
          <a:xfrm xmlns:a="http://schemas.openxmlformats.org/drawingml/2006/main" rot="0" flipH="0" flipV="0">
            <a:off x="2657657" y="294277"/>
            <a:ext cx="24488" cy="119196"/>
          </a:xfrm>
          <a:custGeom xmlns:a="http://schemas.openxmlformats.org/drawingml/2006/main">
            <a:gdLst>
              <a:gd name="connsiteX0" fmla="*/ 79058 w 79057"/>
              <a:gd name="connsiteY0" fmla="*/ 38100 h 384810"/>
              <a:gd name="connsiteX1" fmla="*/ 39053 w 79057"/>
              <a:gd name="connsiteY1" fmla="*/ 76200 h 384810"/>
              <a:gd name="connsiteX2" fmla="*/ 0 w 79057"/>
              <a:gd name="connsiteY2" fmla="*/ 38100 h 384810"/>
              <a:gd name="connsiteX3" fmla="*/ 39053 w 79057"/>
              <a:gd name="connsiteY3" fmla="*/ 0 h 384810"/>
              <a:gd name="connsiteX4" fmla="*/ 79058 w 79057"/>
              <a:gd name="connsiteY4" fmla="*/ 38100 h 384810"/>
              <a:gd name="connsiteX5" fmla="*/ 70485 w 79057"/>
              <a:gd name="connsiteY5" fmla="*/ 384810 h 384810"/>
              <a:gd name="connsiteX6" fmla="*/ 8573 w 79057"/>
              <a:gd name="connsiteY6" fmla="*/ 384810 h 384810"/>
              <a:gd name="connsiteX7" fmla="*/ 8573 w 79057"/>
              <a:gd name="connsiteY7" fmla="*/ 118110 h 384810"/>
              <a:gd name="connsiteX8" fmla="*/ 70485 w 79057"/>
              <a:gd name="connsiteY8" fmla="*/ 118110 h 384810"/>
              <a:gd name="connsiteX9" fmla="*/ 70485 w 79057"/>
              <a:gd name="connsiteY9" fmla="*/ 384810 h 384810"/>
            </a:gdLst>
            <a:rect l="l" t="t" r="r" b="b"/>
            <a:pathLst>
              <a:path w="79057" h="384810">
                <a:moveTo>
                  <a:pt x="79058" y="38100"/>
                </a:moveTo>
                <a:cubicBezTo>
                  <a:pt x="79058" y="60007"/>
                  <a:pt x="60960" y="76200"/>
                  <a:pt x="39053" y="76200"/>
                </a:cubicBezTo>
                <a:cubicBezTo>
                  <a:pt x="17145" y="76200"/>
                  <a:pt x="0" y="60960"/>
                  <a:pt x="0" y="38100"/>
                </a:cubicBezTo>
                <a:cubicBezTo>
                  <a:pt x="0" y="16193"/>
                  <a:pt x="18098" y="0"/>
                  <a:pt x="39053" y="0"/>
                </a:cubicBezTo>
                <a:cubicBezTo>
                  <a:pt x="60960" y="0"/>
                  <a:pt x="79058" y="16193"/>
                  <a:pt x="79058" y="38100"/>
                </a:cubicBezTo>
                <a:close/>
                <a:moveTo>
                  <a:pt x="70485" y="384810"/>
                </a:moveTo>
                <a:lnTo>
                  <a:pt x="8573" y="384810"/>
                </a:lnTo>
                <a:lnTo>
                  <a:pt x="8573" y="118110"/>
                </a:lnTo>
                <a:lnTo>
                  <a:pt x="70485" y="118110"/>
                </a:lnTo>
                <a:lnTo>
                  <a:pt x="70485" y="384810"/>
                </a:lnTo>
                <a:close/>
              </a:path>
            </a:pathLst>
          </a:custGeom>
          <a:solidFill xmlns:a="http://schemas.openxmlformats.org/drawingml/2006/main">
            <a:srgbClr val="041E42"/>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70" name="Freihandform: Form 169">
            <a:extLst xmlns:a="http://schemas.openxmlformats.org/drawingml/2006/main">
              <a:ext uri="{FF2B5EF4-FFF2-40B4-BE49-F238E27FC236}">
                <a16:creationId xmlns:a16="http://schemas.microsoft.com/office/drawing/2014/main" id="{D8ECE762-73AE-2C47-9441-EA7230658360}"/>
              </a:ext>
            </a:extLst>
          </p:cNvPr>
          <p:cNvSpPr>
            <a:spLocks xmlns:a="http://schemas.openxmlformats.org/drawingml/2006/main" noGrp="1"/>
          </p:cNvSpPr>
          <p:nvPr/>
        </p:nvSpPr>
        <p:spPr>
          <a:xfrm xmlns:a="http://schemas.openxmlformats.org/drawingml/2006/main" rot="0" flipH="0" flipV="0">
            <a:off x="2696013" y="304603"/>
            <a:ext cx="51336" cy="110934"/>
          </a:xfrm>
          <a:custGeom xmlns:a="http://schemas.openxmlformats.org/drawingml/2006/main">
            <a:gdLst>
              <a:gd name="connsiteX0" fmla="*/ 165735 w 165735"/>
              <a:gd name="connsiteY0" fmla="*/ 295275 h 358139"/>
              <a:gd name="connsiteX1" fmla="*/ 165735 w 165735"/>
              <a:gd name="connsiteY1" fmla="*/ 348615 h 358139"/>
              <a:gd name="connsiteX2" fmla="*/ 113348 w 165735"/>
              <a:gd name="connsiteY2" fmla="*/ 358140 h 358139"/>
              <a:gd name="connsiteX3" fmla="*/ 40958 w 165735"/>
              <a:gd name="connsiteY3" fmla="*/ 282892 h 358139"/>
              <a:gd name="connsiteX4" fmla="*/ 40958 w 165735"/>
              <a:gd name="connsiteY4" fmla="*/ 137160 h 358139"/>
              <a:gd name="connsiteX5" fmla="*/ 0 w 165735"/>
              <a:gd name="connsiteY5" fmla="*/ 137160 h 358139"/>
              <a:gd name="connsiteX6" fmla="*/ 0 w 165735"/>
              <a:gd name="connsiteY6" fmla="*/ 85725 h 358139"/>
              <a:gd name="connsiteX7" fmla="*/ 40005 w 165735"/>
              <a:gd name="connsiteY7" fmla="*/ 85725 h 358139"/>
              <a:gd name="connsiteX8" fmla="*/ 40005 w 165735"/>
              <a:gd name="connsiteY8" fmla="*/ 13335 h 358139"/>
              <a:gd name="connsiteX9" fmla="*/ 101918 w 165735"/>
              <a:gd name="connsiteY9" fmla="*/ 0 h 358139"/>
              <a:gd name="connsiteX10" fmla="*/ 101918 w 165735"/>
              <a:gd name="connsiteY10" fmla="*/ 86677 h 358139"/>
              <a:gd name="connsiteX11" fmla="*/ 165735 w 165735"/>
              <a:gd name="connsiteY11" fmla="*/ 86677 h 358139"/>
              <a:gd name="connsiteX12" fmla="*/ 165735 w 165735"/>
              <a:gd name="connsiteY12" fmla="*/ 138113 h 358139"/>
              <a:gd name="connsiteX13" fmla="*/ 101918 w 165735"/>
              <a:gd name="connsiteY13" fmla="*/ 138113 h 358139"/>
              <a:gd name="connsiteX14" fmla="*/ 101918 w 165735"/>
              <a:gd name="connsiteY14" fmla="*/ 269558 h 358139"/>
              <a:gd name="connsiteX15" fmla="*/ 130493 w 165735"/>
              <a:gd name="connsiteY15" fmla="*/ 304800 h 358139"/>
              <a:gd name="connsiteX16" fmla="*/ 165735 w 165735"/>
              <a:gd name="connsiteY16" fmla="*/ 295275 h 358139"/>
            </a:gdLst>
            <a:rect l="l" t="t" r="r" b="b"/>
            <a:pathLst>
              <a:path w="165735" h="358139">
                <a:moveTo>
                  <a:pt x="165735" y="295275"/>
                </a:moveTo>
                <a:lnTo>
                  <a:pt x="165735" y="348615"/>
                </a:lnTo>
                <a:cubicBezTo>
                  <a:pt x="152400" y="355283"/>
                  <a:pt x="131445" y="358140"/>
                  <a:pt x="113348" y="358140"/>
                </a:cubicBezTo>
                <a:cubicBezTo>
                  <a:pt x="66675" y="358140"/>
                  <a:pt x="40958" y="331470"/>
                  <a:pt x="40958" y="282892"/>
                </a:cubicBezTo>
                <a:lnTo>
                  <a:pt x="40958" y="137160"/>
                </a:lnTo>
                <a:lnTo>
                  <a:pt x="0" y="137160"/>
                </a:lnTo>
                <a:lnTo>
                  <a:pt x="0" y="85725"/>
                </a:lnTo>
                <a:lnTo>
                  <a:pt x="40005" y="85725"/>
                </a:lnTo>
                <a:lnTo>
                  <a:pt x="40005" y="13335"/>
                </a:lnTo>
                <a:lnTo>
                  <a:pt x="101918" y="0"/>
                </a:lnTo>
                <a:lnTo>
                  <a:pt x="101918" y="86677"/>
                </a:lnTo>
                <a:lnTo>
                  <a:pt x="165735" y="86677"/>
                </a:lnTo>
                <a:lnTo>
                  <a:pt x="165735" y="138113"/>
                </a:lnTo>
                <a:lnTo>
                  <a:pt x="101918" y="138113"/>
                </a:lnTo>
                <a:lnTo>
                  <a:pt x="101918" y="269558"/>
                </a:lnTo>
                <a:cubicBezTo>
                  <a:pt x="101918" y="294323"/>
                  <a:pt x="110490" y="304800"/>
                  <a:pt x="130493" y="304800"/>
                </a:cubicBezTo>
                <a:cubicBezTo>
                  <a:pt x="141923" y="303848"/>
                  <a:pt x="155258" y="300038"/>
                  <a:pt x="165735" y="295275"/>
                </a:cubicBezTo>
                <a:close/>
              </a:path>
            </a:pathLst>
          </a:custGeom>
          <a:solidFill xmlns:a="http://schemas.openxmlformats.org/drawingml/2006/main">
            <a:srgbClr val="041E42"/>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71" name="Freihandform: Form 170">
            <a:extLst xmlns:a="http://schemas.openxmlformats.org/drawingml/2006/main">
              <a:ext uri="{FF2B5EF4-FFF2-40B4-BE49-F238E27FC236}">
                <a16:creationId xmlns:a16="http://schemas.microsoft.com/office/drawing/2014/main" id="{268398A3-39FF-4648-9FD9-E1F75E54D12C}"/>
              </a:ext>
            </a:extLst>
          </p:cNvPr>
          <p:cNvSpPr>
            <a:spLocks xmlns:a="http://schemas.openxmlformats.org/drawingml/2006/main" noGrp="1"/>
          </p:cNvSpPr>
          <p:nvPr/>
        </p:nvSpPr>
        <p:spPr>
          <a:xfrm xmlns:a="http://schemas.openxmlformats.org/drawingml/2006/main" rot="0" flipH="0" flipV="0">
            <a:off x="2762397" y="295752"/>
            <a:ext cx="69925" cy="119786"/>
          </a:xfrm>
          <a:custGeom xmlns:a="http://schemas.openxmlformats.org/drawingml/2006/main">
            <a:gdLst>
              <a:gd name="connsiteX0" fmla="*/ 114300 w 225742"/>
              <a:gd name="connsiteY0" fmla="*/ 215265 h 386714"/>
              <a:gd name="connsiteX1" fmla="*/ 164783 w 225742"/>
              <a:gd name="connsiteY1" fmla="*/ 220980 h 386714"/>
              <a:gd name="connsiteX2" fmla="*/ 164783 w 225742"/>
              <a:gd name="connsiteY2" fmla="*/ 211455 h 386714"/>
              <a:gd name="connsiteX3" fmla="*/ 105728 w 225742"/>
              <a:gd name="connsiteY3" fmla="*/ 160020 h 386714"/>
              <a:gd name="connsiteX4" fmla="*/ 38100 w 225742"/>
              <a:gd name="connsiteY4" fmla="*/ 175260 h 386714"/>
              <a:gd name="connsiteX5" fmla="*/ 24765 w 225742"/>
              <a:gd name="connsiteY5" fmla="*/ 122873 h 386714"/>
              <a:gd name="connsiteX6" fmla="*/ 112395 w 225742"/>
              <a:gd name="connsiteY6" fmla="*/ 107632 h 386714"/>
              <a:gd name="connsiteX7" fmla="*/ 225743 w 225742"/>
              <a:gd name="connsiteY7" fmla="*/ 210502 h 386714"/>
              <a:gd name="connsiteX8" fmla="*/ 225743 w 225742"/>
              <a:gd name="connsiteY8" fmla="*/ 381000 h 386714"/>
              <a:gd name="connsiteX9" fmla="*/ 166688 w 225742"/>
              <a:gd name="connsiteY9" fmla="*/ 381000 h 386714"/>
              <a:gd name="connsiteX10" fmla="*/ 166688 w 225742"/>
              <a:gd name="connsiteY10" fmla="*/ 352425 h 386714"/>
              <a:gd name="connsiteX11" fmla="*/ 165735 w 225742"/>
              <a:gd name="connsiteY11" fmla="*/ 352425 h 386714"/>
              <a:gd name="connsiteX12" fmla="*/ 87630 w 225742"/>
              <a:gd name="connsiteY12" fmla="*/ 386715 h 386714"/>
              <a:gd name="connsiteX13" fmla="*/ 0 w 225742"/>
              <a:gd name="connsiteY13" fmla="*/ 301942 h 386714"/>
              <a:gd name="connsiteX14" fmla="*/ 114300 w 225742"/>
              <a:gd name="connsiteY14" fmla="*/ 215265 h 386714"/>
              <a:gd name="connsiteX15" fmla="*/ 63818 w 225742"/>
              <a:gd name="connsiteY15" fmla="*/ 72390 h 386714"/>
              <a:gd name="connsiteX16" fmla="*/ 26670 w 225742"/>
              <a:gd name="connsiteY16" fmla="*/ 36195 h 386714"/>
              <a:gd name="connsiteX17" fmla="*/ 63818 w 225742"/>
              <a:gd name="connsiteY17" fmla="*/ 0 h 386714"/>
              <a:gd name="connsiteX18" fmla="*/ 100965 w 225742"/>
              <a:gd name="connsiteY18" fmla="*/ 36195 h 386714"/>
              <a:gd name="connsiteX19" fmla="*/ 63818 w 225742"/>
              <a:gd name="connsiteY19" fmla="*/ 72390 h 386714"/>
              <a:gd name="connsiteX20" fmla="*/ 103823 w 225742"/>
              <a:gd name="connsiteY20" fmla="*/ 340042 h 386714"/>
              <a:gd name="connsiteX21" fmla="*/ 164783 w 225742"/>
              <a:gd name="connsiteY21" fmla="*/ 307658 h 386714"/>
              <a:gd name="connsiteX22" fmla="*/ 164783 w 225742"/>
              <a:gd name="connsiteY22" fmla="*/ 261938 h 386714"/>
              <a:gd name="connsiteX23" fmla="*/ 120968 w 225742"/>
              <a:gd name="connsiteY23" fmla="*/ 257175 h 386714"/>
              <a:gd name="connsiteX24" fmla="*/ 59055 w 225742"/>
              <a:gd name="connsiteY24" fmla="*/ 300990 h 386714"/>
              <a:gd name="connsiteX25" fmla="*/ 103823 w 225742"/>
              <a:gd name="connsiteY25" fmla="*/ 340042 h 386714"/>
              <a:gd name="connsiteX26" fmla="*/ 172403 w 225742"/>
              <a:gd name="connsiteY26" fmla="*/ 72390 h 386714"/>
              <a:gd name="connsiteX27" fmla="*/ 135255 w 225742"/>
              <a:gd name="connsiteY27" fmla="*/ 36195 h 386714"/>
              <a:gd name="connsiteX28" fmla="*/ 172403 w 225742"/>
              <a:gd name="connsiteY28" fmla="*/ 0 h 386714"/>
              <a:gd name="connsiteX29" fmla="*/ 209550 w 225742"/>
              <a:gd name="connsiteY29" fmla="*/ 36195 h 386714"/>
              <a:gd name="connsiteX30" fmla="*/ 172403 w 225742"/>
              <a:gd name="connsiteY30" fmla="*/ 72390 h 386714"/>
            </a:gdLst>
            <a:rect l="l" t="t" r="r" b="b"/>
            <a:pathLst>
              <a:path w="225742" h="386714">
                <a:moveTo>
                  <a:pt x="114300" y="215265"/>
                </a:moveTo>
                <a:cubicBezTo>
                  <a:pt x="131445" y="215265"/>
                  <a:pt x="147638" y="216217"/>
                  <a:pt x="164783" y="220980"/>
                </a:cubicBezTo>
                <a:lnTo>
                  <a:pt x="164783" y="211455"/>
                </a:lnTo>
                <a:cubicBezTo>
                  <a:pt x="164783" y="177165"/>
                  <a:pt x="144780" y="160020"/>
                  <a:pt x="105728" y="160020"/>
                </a:cubicBezTo>
                <a:cubicBezTo>
                  <a:pt x="83820" y="160020"/>
                  <a:pt x="60008" y="164783"/>
                  <a:pt x="38100" y="175260"/>
                </a:cubicBezTo>
                <a:lnTo>
                  <a:pt x="24765" y="122873"/>
                </a:lnTo>
                <a:cubicBezTo>
                  <a:pt x="49530" y="113348"/>
                  <a:pt x="81915" y="107632"/>
                  <a:pt x="112395" y="107632"/>
                </a:cubicBezTo>
                <a:cubicBezTo>
                  <a:pt x="187643" y="107632"/>
                  <a:pt x="225743" y="142875"/>
                  <a:pt x="225743" y="210502"/>
                </a:cubicBezTo>
                <a:lnTo>
                  <a:pt x="225743" y="381000"/>
                </a:lnTo>
                <a:lnTo>
                  <a:pt x="166688" y="381000"/>
                </a:lnTo>
                <a:lnTo>
                  <a:pt x="166688" y="352425"/>
                </a:lnTo>
                <a:lnTo>
                  <a:pt x="165735" y="352425"/>
                </a:lnTo>
                <a:cubicBezTo>
                  <a:pt x="142875" y="376238"/>
                  <a:pt x="119063" y="386715"/>
                  <a:pt x="87630" y="386715"/>
                </a:cubicBezTo>
                <a:cubicBezTo>
                  <a:pt x="34290" y="386715"/>
                  <a:pt x="0" y="353378"/>
                  <a:pt x="0" y="301942"/>
                </a:cubicBezTo>
                <a:cubicBezTo>
                  <a:pt x="0" y="245745"/>
                  <a:pt x="40005" y="215265"/>
                  <a:pt x="114300" y="215265"/>
                </a:cubicBezTo>
                <a:close/>
                <a:moveTo>
                  <a:pt x="63818" y="72390"/>
                </a:moveTo>
                <a:cubicBezTo>
                  <a:pt x="43815" y="72390"/>
                  <a:pt x="26670" y="55245"/>
                  <a:pt x="26670" y="36195"/>
                </a:cubicBezTo>
                <a:cubicBezTo>
                  <a:pt x="26670" y="17145"/>
                  <a:pt x="43815" y="0"/>
                  <a:pt x="63818" y="0"/>
                </a:cubicBezTo>
                <a:cubicBezTo>
                  <a:pt x="83820" y="0"/>
                  <a:pt x="100965" y="17145"/>
                  <a:pt x="100965" y="36195"/>
                </a:cubicBezTo>
                <a:cubicBezTo>
                  <a:pt x="100965" y="56198"/>
                  <a:pt x="83820" y="72390"/>
                  <a:pt x="63818" y="72390"/>
                </a:cubicBezTo>
                <a:close/>
                <a:moveTo>
                  <a:pt x="103823" y="340042"/>
                </a:moveTo>
                <a:cubicBezTo>
                  <a:pt x="126683" y="340042"/>
                  <a:pt x="147638" y="328613"/>
                  <a:pt x="164783" y="307658"/>
                </a:cubicBezTo>
                <a:lnTo>
                  <a:pt x="164783" y="261938"/>
                </a:lnTo>
                <a:cubicBezTo>
                  <a:pt x="150495" y="258127"/>
                  <a:pt x="135255" y="257175"/>
                  <a:pt x="120968" y="257175"/>
                </a:cubicBezTo>
                <a:cubicBezTo>
                  <a:pt x="81915" y="257175"/>
                  <a:pt x="59055" y="272415"/>
                  <a:pt x="59055" y="300990"/>
                </a:cubicBezTo>
                <a:cubicBezTo>
                  <a:pt x="59055" y="324803"/>
                  <a:pt x="76200" y="340042"/>
                  <a:pt x="103823" y="340042"/>
                </a:cubicBezTo>
                <a:close/>
                <a:moveTo>
                  <a:pt x="172403" y="72390"/>
                </a:moveTo>
                <a:cubicBezTo>
                  <a:pt x="152400" y="72390"/>
                  <a:pt x="135255" y="55245"/>
                  <a:pt x="135255" y="36195"/>
                </a:cubicBezTo>
                <a:cubicBezTo>
                  <a:pt x="135255" y="17145"/>
                  <a:pt x="152400" y="0"/>
                  <a:pt x="172403" y="0"/>
                </a:cubicBezTo>
                <a:cubicBezTo>
                  <a:pt x="192405" y="0"/>
                  <a:pt x="209550" y="17145"/>
                  <a:pt x="209550" y="36195"/>
                </a:cubicBezTo>
                <a:cubicBezTo>
                  <a:pt x="209550" y="56198"/>
                  <a:pt x="192405" y="72390"/>
                  <a:pt x="172403" y="72390"/>
                </a:cubicBezTo>
                <a:close/>
              </a:path>
            </a:pathLst>
          </a:custGeom>
          <a:solidFill xmlns:a="http://schemas.openxmlformats.org/drawingml/2006/main">
            <a:srgbClr val="041E42"/>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72" name="Freihandform: Form 171">
            <a:extLst xmlns:a="http://schemas.openxmlformats.org/drawingml/2006/main">
              <a:ext uri="{FF2B5EF4-FFF2-40B4-BE49-F238E27FC236}">
                <a16:creationId xmlns:a16="http://schemas.microsoft.com/office/drawing/2014/main" id="{DEEB7B98-F8C7-214A-AF07-80D38697E5EF}"/>
              </a:ext>
            </a:extLst>
          </p:cNvPr>
          <p:cNvSpPr>
            <a:spLocks xmlns:a="http://schemas.openxmlformats.org/drawingml/2006/main" noGrp="1"/>
          </p:cNvSpPr>
          <p:nvPr/>
        </p:nvSpPr>
        <p:spPr>
          <a:xfrm xmlns:a="http://schemas.openxmlformats.org/drawingml/2006/main" rot="0" flipH="0" flipV="0">
            <a:off x="2847369" y="304603"/>
            <a:ext cx="51336" cy="110934"/>
          </a:xfrm>
          <a:custGeom xmlns:a="http://schemas.openxmlformats.org/drawingml/2006/main">
            <a:gdLst>
              <a:gd name="connsiteX0" fmla="*/ 165735 w 165734"/>
              <a:gd name="connsiteY0" fmla="*/ 295275 h 358139"/>
              <a:gd name="connsiteX1" fmla="*/ 165735 w 165734"/>
              <a:gd name="connsiteY1" fmla="*/ 348615 h 358139"/>
              <a:gd name="connsiteX2" fmla="*/ 113347 w 165734"/>
              <a:gd name="connsiteY2" fmla="*/ 358140 h 358139"/>
              <a:gd name="connsiteX3" fmla="*/ 40957 w 165734"/>
              <a:gd name="connsiteY3" fmla="*/ 282892 h 358139"/>
              <a:gd name="connsiteX4" fmla="*/ 40957 w 165734"/>
              <a:gd name="connsiteY4" fmla="*/ 137160 h 358139"/>
              <a:gd name="connsiteX5" fmla="*/ 0 w 165734"/>
              <a:gd name="connsiteY5" fmla="*/ 137160 h 358139"/>
              <a:gd name="connsiteX6" fmla="*/ 0 w 165734"/>
              <a:gd name="connsiteY6" fmla="*/ 85725 h 358139"/>
              <a:gd name="connsiteX7" fmla="*/ 40005 w 165734"/>
              <a:gd name="connsiteY7" fmla="*/ 85725 h 358139"/>
              <a:gd name="connsiteX8" fmla="*/ 40005 w 165734"/>
              <a:gd name="connsiteY8" fmla="*/ 13335 h 358139"/>
              <a:gd name="connsiteX9" fmla="*/ 101917 w 165734"/>
              <a:gd name="connsiteY9" fmla="*/ 0 h 358139"/>
              <a:gd name="connsiteX10" fmla="*/ 101917 w 165734"/>
              <a:gd name="connsiteY10" fmla="*/ 86677 h 358139"/>
              <a:gd name="connsiteX11" fmla="*/ 165735 w 165734"/>
              <a:gd name="connsiteY11" fmla="*/ 86677 h 358139"/>
              <a:gd name="connsiteX12" fmla="*/ 165735 w 165734"/>
              <a:gd name="connsiteY12" fmla="*/ 138113 h 358139"/>
              <a:gd name="connsiteX13" fmla="*/ 101917 w 165734"/>
              <a:gd name="connsiteY13" fmla="*/ 138113 h 358139"/>
              <a:gd name="connsiteX14" fmla="*/ 101917 w 165734"/>
              <a:gd name="connsiteY14" fmla="*/ 269558 h 358139"/>
              <a:gd name="connsiteX15" fmla="*/ 130492 w 165734"/>
              <a:gd name="connsiteY15" fmla="*/ 304800 h 358139"/>
              <a:gd name="connsiteX16" fmla="*/ 165735 w 165734"/>
              <a:gd name="connsiteY16" fmla="*/ 295275 h 358139"/>
            </a:gdLst>
            <a:rect l="l" t="t" r="r" b="b"/>
            <a:pathLst>
              <a:path w="165734" h="358139">
                <a:moveTo>
                  <a:pt x="165735" y="295275"/>
                </a:moveTo>
                <a:lnTo>
                  <a:pt x="165735" y="348615"/>
                </a:lnTo>
                <a:cubicBezTo>
                  <a:pt x="152400" y="355283"/>
                  <a:pt x="131445" y="358140"/>
                  <a:pt x="113347" y="358140"/>
                </a:cubicBezTo>
                <a:cubicBezTo>
                  <a:pt x="66675" y="358140"/>
                  <a:pt x="40957" y="331470"/>
                  <a:pt x="40957" y="282892"/>
                </a:cubicBezTo>
                <a:lnTo>
                  <a:pt x="40957" y="137160"/>
                </a:lnTo>
                <a:lnTo>
                  <a:pt x="0" y="137160"/>
                </a:lnTo>
                <a:lnTo>
                  <a:pt x="0" y="85725"/>
                </a:lnTo>
                <a:lnTo>
                  <a:pt x="40005" y="85725"/>
                </a:lnTo>
                <a:lnTo>
                  <a:pt x="40005" y="13335"/>
                </a:lnTo>
                <a:lnTo>
                  <a:pt x="101917" y="0"/>
                </a:lnTo>
                <a:lnTo>
                  <a:pt x="101917" y="86677"/>
                </a:lnTo>
                <a:lnTo>
                  <a:pt x="165735" y="86677"/>
                </a:lnTo>
                <a:lnTo>
                  <a:pt x="165735" y="138113"/>
                </a:lnTo>
                <a:lnTo>
                  <a:pt x="101917" y="138113"/>
                </a:lnTo>
                <a:lnTo>
                  <a:pt x="101917" y="269558"/>
                </a:lnTo>
                <a:cubicBezTo>
                  <a:pt x="101917" y="294323"/>
                  <a:pt x="110490" y="304800"/>
                  <a:pt x="130492" y="304800"/>
                </a:cubicBezTo>
                <a:cubicBezTo>
                  <a:pt x="142875" y="303848"/>
                  <a:pt x="155257" y="300038"/>
                  <a:pt x="165735" y="295275"/>
                </a:cubicBezTo>
                <a:close/>
              </a:path>
            </a:pathLst>
          </a:custGeom>
          <a:solidFill xmlns:a="http://schemas.openxmlformats.org/drawingml/2006/main">
            <a:srgbClr val="041E42"/>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73" name="Freihandform: Form 172">
            <a:extLst xmlns:a="http://schemas.openxmlformats.org/drawingml/2006/main">
              <a:ext uri="{FF2B5EF4-FFF2-40B4-BE49-F238E27FC236}">
                <a16:creationId xmlns:a16="http://schemas.microsoft.com/office/drawing/2014/main" id="{B0794D66-9071-5140-AC48-F2C47D431BC6}"/>
              </a:ext>
            </a:extLst>
          </p:cNvPr>
          <p:cNvSpPr>
            <a:spLocks xmlns:a="http://schemas.openxmlformats.org/drawingml/2006/main" noGrp="1"/>
          </p:cNvSpPr>
          <p:nvPr/>
        </p:nvSpPr>
        <p:spPr>
          <a:xfrm xmlns:a="http://schemas.openxmlformats.org/drawingml/2006/main" rot="0" flipH="0" flipV="0">
            <a:off x="510639" y="478087"/>
            <a:ext cx="85266" cy="114180"/>
          </a:xfrm>
          <a:custGeom xmlns:a="http://schemas.openxmlformats.org/drawingml/2006/main">
            <a:gdLst>
              <a:gd name="connsiteX0" fmla="*/ 275273 w 275272"/>
              <a:gd name="connsiteY0" fmla="*/ 60960 h 368617"/>
              <a:gd name="connsiteX1" fmla="*/ 170498 w 275272"/>
              <a:gd name="connsiteY1" fmla="*/ 60960 h 368617"/>
              <a:gd name="connsiteX2" fmla="*/ 170498 w 275272"/>
              <a:gd name="connsiteY2" fmla="*/ 368617 h 368617"/>
              <a:gd name="connsiteX3" fmla="*/ 104775 w 275272"/>
              <a:gd name="connsiteY3" fmla="*/ 368617 h 368617"/>
              <a:gd name="connsiteX4" fmla="*/ 104775 w 275272"/>
              <a:gd name="connsiteY4" fmla="*/ 60960 h 368617"/>
              <a:gd name="connsiteX5" fmla="*/ 0 w 275272"/>
              <a:gd name="connsiteY5" fmla="*/ 60960 h 368617"/>
              <a:gd name="connsiteX6" fmla="*/ 0 w 275272"/>
              <a:gd name="connsiteY6" fmla="*/ 0 h 368617"/>
              <a:gd name="connsiteX7" fmla="*/ 275273 w 275272"/>
              <a:gd name="connsiteY7" fmla="*/ 0 h 368617"/>
              <a:gd name="connsiteX8" fmla="*/ 275273 w 275272"/>
              <a:gd name="connsiteY8" fmla="*/ 60960 h 368617"/>
            </a:gdLst>
            <a:rect l="l" t="t" r="r" b="b"/>
            <a:pathLst>
              <a:path w="275272" h="368617">
                <a:moveTo>
                  <a:pt x="275273" y="60960"/>
                </a:moveTo>
                <a:lnTo>
                  <a:pt x="170498" y="60960"/>
                </a:lnTo>
                <a:lnTo>
                  <a:pt x="170498" y="368617"/>
                </a:lnTo>
                <a:lnTo>
                  <a:pt x="104775" y="368617"/>
                </a:lnTo>
                <a:lnTo>
                  <a:pt x="104775" y="60960"/>
                </a:lnTo>
                <a:lnTo>
                  <a:pt x="0" y="60960"/>
                </a:lnTo>
                <a:lnTo>
                  <a:pt x="0" y="0"/>
                </a:lnTo>
                <a:lnTo>
                  <a:pt x="275273" y="0"/>
                </a:lnTo>
                <a:lnTo>
                  <a:pt x="275273" y="60960"/>
                </a:lnTo>
                <a:close/>
              </a:path>
            </a:pathLst>
          </a:custGeom>
          <a:solidFill xmlns:a="http://schemas.openxmlformats.org/drawingml/2006/main">
            <a:schemeClr val="tx1"/>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74" name="Freihandform: Form 173">
            <a:extLst xmlns:a="http://schemas.openxmlformats.org/drawingml/2006/main">
              <a:ext uri="{FF2B5EF4-FFF2-40B4-BE49-F238E27FC236}">
                <a16:creationId xmlns:a16="http://schemas.microsoft.com/office/drawing/2014/main" id="{41947595-CA8E-5241-98C0-5EFA06643BED}"/>
              </a:ext>
            </a:extLst>
          </p:cNvPr>
          <p:cNvSpPr>
            <a:spLocks xmlns:a="http://schemas.openxmlformats.org/drawingml/2006/main" noGrp="1"/>
          </p:cNvSpPr>
          <p:nvPr/>
        </p:nvSpPr>
        <p:spPr>
          <a:xfrm xmlns:a="http://schemas.openxmlformats.org/drawingml/2006/main" rot="0" flipH="0" flipV="0">
            <a:off x="596497" y="507591"/>
            <a:ext cx="75235" cy="86446"/>
          </a:xfrm>
          <a:custGeom xmlns:a="http://schemas.openxmlformats.org/drawingml/2006/main">
            <a:gdLst>
              <a:gd name="connsiteX0" fmla="*/ 132398 w 242887"/>
              <a:gd name="connsiteY0" fmla="*/ 279083 h 279082"/>
              <a:gd name="connsiteX1" fmla="*/ 0 w 242887"/>
              <a:gd name="connsiteY1" fmla="*/ 139065 h 279082"/>
              <a:gd name="connsiteX2" fmla="*/ 124777 w 242887"/>
              <a:gd name="connsiteY2" fmla="*/ 0 h 279082"/>
              <a:gd name="connsiteX3" fmla="*/ 242888 w 242887"/>
              <a:gd name="connsiteY3" fmla="*/ 135255 h 279082"/>
              <a:gd name="connsiteX4" fmla="*/ 241935 w 242887"/>
              <a:gd name="connsiteY4" fmla="*/ 160972 h 279082"/>
              <a:gd name="connsiteX5" fmla="*/ 63817 w 242887"/>
              <a:gd name="connsiteY5" fmla="*/ 160972 h 279082"/>
              <a:gd name="connsiteX6" fmla="*/ 133350 w 242887"/>
              <a:gd name="connsiteY6" fmla="*/ 225742 h 279082"/>
              <a:gd name="connsiteX7" fmla="*/ 199073 w 242887"/>
              <a:gd name="connsiteY7" fmla="*/ 194310 h 279082"/>
              <a:gd name="connsiteX8" fmla="*/ 238125 w 242887"/>
              <a:gd name="connsiteY8" fmla="*/ 235267 h 279082"/>
              <a:gd name="connsiteX9" fmla="*/ 132398 w 242887"/>
              <a:gd name="connsiteY9" fmla="*/ 279083 h 279082"/>
              <a:gd name="connsiteX10" fmla="*/ 62865 w 242887"/>
              <a:gd name="connsiteY10" fmla="*/ 115252 h 279082"/>
              <a:gd name="connsiteX11" fmla="*/ 183833 w 242887"/>
              <a:gd name="connsiteY11" fmla="*/ 115252 h 279082"/>
              <a:gd name="connsiteX12" fmla="*/ 124777 w 242887"/>
              <a:gd name="connsiteY12" fmla="*/ 50482 h 279082"/>
              <a:gd name="connsiteX13" fmla="*/ 62865 w 242887"/>
              <a:gd name="connsiteY13" fmla="*/ 115252 h 279082"/>
            </a:gdLst>
            <a:rect l="l" t="t" r="r" b="b"/>
            <a:pathLst>
              <a:path w="242887" h="279082">
                <a:moveTo>
                  <a:pt x="132398" y="279083"/>
                </a:moveTo>
                <a:cubicBezTo>
                  <a:pt x="53340" y="279083"/>
                  <a:pt x="0" y="222885"/>
                  <a:pt x="0" y="139065"/>
                </a:cubicBezTo>
                <a:cubicBezTo>
                  <a:pt x="0" y="56197"/>
                  <a:pt x="50483" y="0"/>
                  <a:pt x="124777" y="0"/>
                </a:cubicBezTo>
                <a:cubicBezTo>
                  <a:pt x="196215" y="0"/>
                  <a:pt x="242888" y="53340"/>
                  <a:pt x="242888" y="135255"/>
                </a:cubicBezTo>
                <a:cubicBezTo>
                  <a:pt x="242888" y="143827"/>
                  <a:pt x="241935" y="153352"/>
                  <a:pt x="241935" y="160972"/>
                </a:cubicBezTo>
                <a:lnTo>
                  <a:pt x="63817" y="160972"/>
                </a:lnTo>
                <a:cubicBezTo>
                  <a:pt x="70485" y="201930"/>
                  <a:pt x="95250" y="225742"/>
                  <a:pt x="133350" y="225742"/>
                </a:cubicBezTo>
                <a:cubicBezTo>
                  <a:pt x="158115" y="225742"/>
                  <a:pt x="178117" y="216217"/>
                  <a:pt x="199073" y="194310"/>
                </a:cubicBezTo>
                <a:lnTo>
                  <a:pt x="238125" y="235267"/>
                </a:lnTo>
                <a:cubicBezTo>
                  <a:pt x="206692" y="264795"/>
                  <a:pt x="172402" y="279083"/>
                  <a:pt x="132398" y="279083"/>
                </a:cubicBezTo>
                <a:close/>
                <a:moveTo>
                  <a:pt x="62865" y="115252"/>
                </a:moveTo>
                <a:lnTo>
                  <a:pt x="183833" y="115252"/>
                </a:lnTo>
                <a:cubicBezTo>
                  <a:pt x="180975" y="74295"/>
                  <a:pt x="160020" y="50482"/>
                  <a:pt x="124777" y="50482"/>
                </a:cubicBezTo>
                <a:cubicBezTo>
                  <a:pt x="89535" y="50482"/>
                  <a:pt x="67627" y="74295"/>
                  <a:pt x="62865" y="115252"/>
                </a:cubicBezTo>
                <a:close/>
              </a:path>
            </a:pathLst>
          </a:custGeom>
          <a:solidFill xmlns:a="http://schemas.openxmlformats.org/drawingml/2006/main">
            <a:schemeClr val="tx1"/>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75" name="Freihandform: Form 174">
            <a:extLst xmlns:a="http://schemas.openxmlformats.org/drawingml/2006/main">
              <a:ext uri="{FF2B5EF4-FFF2-40B4-BE49-F238E27FC236}">
                <a16:creationId xmlns:a16="http://schemas.microsoft.com/office/drawing/2014/main" id="{F7EB5DA7-F9C3-684D-838F-266E140A7655}"/>
              </a:ext>
            </a:extLst>
          </p:cNvPr>
          <p:cNvSpPr>
            <a:spLocks xmlns:a="http://schemas.openxmlformats.org/drawingml/2006/main" noGrp="1"/>
          </p:cNvSpPr>
          <p:nvPr/>
        </p:nvSpPr>
        <p:spPr>
          <a:xfrm xmlns:a="http://schemas.openxmlformats.org/drawingml/2006/main" rot="0" flipH="0" flipV="0">
            <a:off x="688549" y="507296"/>
            <a:ext cx="69629" cy="86742"/>
          </a:xfrm>
          <a:custGeom xmlns:a="http://schemas.openxmlformats.org/drawingml/2006/main">
            <a:gdLst>
              <a:gd name="connsiteX0" fmla="*/ 222885 w 224790"/>
              <a:gd name="connsiteY0" fmla="*/ 237173 h 280035"/>
              <a:gd name="connsiteX1" fmla="*/ 127635 w 224790"/>
              <a:gd name="connsiteY1" fmla="*/ 280035 h 280035"/>
              <a:gd name="connsiteX2" fmla="*/ 0 w 224790"/>
              <a:gd name="connsiteY2" fmla="*/ 140970 h 280035"/>
              <a:gd name="connsiteX3" fmla="*/ 128588 w 224790"/>
              <a:gd name="connsiteY3" fmla="*/ 0 h 280035"/>
              <a:gd name="connsiteX4" fmla="*/ 224790 w 224790"/>
              <a:gd name="connsiteY4" fmla="*/ 45720 h 280035"/>
              <a:gd name="connsiteX5" fmla="*/ 181928 w 224790"/>
              <a:gd name="connsiteY5" fmla="*/ 86678 h 280035"/>
              <a:gd name="connsiteX6" fmla="*/ 128588 w 224790"/>
              <a:gd name="connsiteY6" fmla="*/ 57150 h 280035"/>
              <a:gd name="connsiteX7" fmla="*/ 62865 w 224790"/>
              <a:gd name="connsiteY7" fmla="*/ 140017 h 280035"/>
              <a:gd name="connsiteX8" fmla="*/ 128588 w 224790"/>
              <a:gd name="connsiteY8" fmla="*/ 222885 h 280035"/>
              <a:gd name="connsiteX9" fmla="*/ 183833 w 224790"/>
              <a:gd name="connsiteY9" fmla="*/ 193358 h 280035"/>
              <a:gd name="connsiteX10" fmla="*/ 222885 w 224790"/>
              <a:gd name="connsiteY10" fmla="*/ 237173 h 280035"/>
            </a:gdLst>
            <a:rect l="l" t="t" r="r" b="b"/>
            <a:pathLst>
              <a:path w="224790" h="280035">
                <a:moveTo>
                  <a:pt x="222885" y="237173"/>
                </a:moveTo>
                <a:cubicBezTo>
                  <a:pt x="196215" y="266700"/>
                  <a:pt x="165735" y="280035"/>
                  <a:pt x="127635" y="280035"/>
                </a:cubicBezTo>
                <a:cubicBezTo>
                  <a:pt x="51435" y="280035"/>
                  <a:pt x="0" y="224790"/>
                  <a:pt x="0" y="140970"/>
                </a:cubicBezTo>
                <a:cubicBezTo>
                  <a:pt x="0" y="57150"/>
                  <a:pt x="51435" y="0"/>
                  <a:pt x="128588" y="0"/>
                </a:cubicBezTo>
                <a:cubicBezTo>
                  <a:pt x="168593" y="0"/>
                  <a:pt x="200978" y="15240"/>
                  <a:pt x="224790" y="45720"/>
                </a:cubicBezTo>
                <a:lnTo>
                  <a:pt x="181928" y="86678"/>
                </a:lnTo>
                <a:cubicBezTo>
                  <a:pt x="166688" y="66675"/>
                  <a:pt x="149543" y="57150"/>
                  <a:pt x="128588" y="57150"/>
                </a:cubicBezTo>
                <a:cubicBezTo>
                  <a:pt x="89535" y="57150"/>
                  <a:pt x="62865" y="89535"/>
                  <a:pt x="62865" y="140017"/>
                </a:cubicBezTo>
                <a:cubicBezTo>
                  <a:pt x="62865" y="189548"/>
                  <a:pt x="89535" y="222885"/>
                  <a:pt x="128588" y="222885"/>
                </a:cubicBezTo>
                <a:cubicBezTo>
                  <a:pt x="149543" y="222885"/>
                  <a:pt x="166688" y="213360"/>
                  <a:pt x="183833" y="193358"/>
                </a:cubicBezTo>
                <a:lnTo>
                  <a:pt x="222885" y="237173"/>
                </a:lnTo>
                <a:close/>
              </a:path>
            </a:pathLst>
          </a:custGeom>
          <a:solidFill xmlns:a="http://schemas.openxmlformats.org/drawingml/2006/main">
            <a:schemeClr val="tx1"/>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76" name="Freihandform: Form 175">
            <a:extLst xmlns:a="http://schemas.openxmlformats.org/drawingml/2006/main">
              <a:ext uri="{FF2B5EF4-FFF2-40B4-BE49-F238E27FC236}">
                <a16:creationId xmlns:a16="http://schemas.microsoft.com/office/drawing/2014/main" id="{5E2D2D99-EF02-1D4D-9F6A-DEB889A0447B}"/>
              </a:ext>
            </a:extLst>
          </p:cNvPr>
          <p:cNvSpPr>
            <a:spLocks xmlns:a="http://schemas.openxmlformats.org/drawingml/2006/main" noGrp="1"/>
          </p:cNvSpPr>
          <p:nvPr/>
        </p:nvSpPr>
        <p:spPr>
          <a:xfrm xmlns:a="http://schemas.openxmlformats.org/drawingml/2006/main" rot="0" flipH="0" flipV="0">
            <a:off x="774997" y="471596"/>
            <a:ext cx="70809" cy="120670"/>
          </a:xfrm>
          <a:custGeom xmlns:a="http://schemas.openxmlformats.org/drawingml/2006/main">
            <a:gdLst>
              <a:gd name="connsiteX0" fmla="*/ 228600 w 228600"/>
              <a:gd name="connsiteY0" fmla="*/ 388620 h 389572"/>
              <a:gd name="connsiteX1" fmla="*/ 166688 w 228600"/>
              <a:gd name="connsiteY1" fmla="*/ 388620 h 389572"/>
              <a:gd name="connsiteX2" fmla="*/ 166688 w 228600"/>
              <a:gd name="connsiteY2" fmla="*/ 236220 h 389572"/>
              <a:gd name="connsiteX3" fmla="*/ 117158 w 228600"/>
              <a:gd name="connsiteY3" fmla="*/ 171450 h 389572"/>
              <a:gd name="connsiteX4" fmla="*/ 61913 w 228600"/>
              <a:gd name="connsiteY4" fmla="*/ 236220 h 389572"/>
              <a:gd name="connsiteX5" fmla="*/ 61913 w 228600"/>
              <a:gd name="connsiteY5" fmla="*/ 389573 h 389572"/>
              <a:gd name="connsiteX6" fmla="*/ 0 w 228600"/>
              <a:gd name="connsiteY6" fmla="*/ 389573 h 389572"/>
              <a:gd name="connsiteX7" fmla="*/ 0 w 228600"/>
              <a:gd name="connsiteY7" fmla="*/ 15240 h 389572"/>
              <a:gd name="connsiteX8" fmla="*/ 61913 w 228600"/>
              <a:gd name="connsiteY8" fmla="*/ 0 h 389572"/>
              <a:gd name="connsiteX9" fmla="*/ 61913 w 228600"/>
              <a:gd name="connsiteY9" fmla="*/ 155258 h 389572"/>
              <a:gd name="connsiteX10" fmla="*/ 62865 w 228600"/>
              <a:gd name="connsiteY10" fmla="*/ 155258 h 389572"/>
              <a:gd name="connsiteX11" fmla="*/ 140970 w 228600"/>
              <a:gd name="connsiteY11" fmla="*/ 116205 h 389572"/>
              <a:gd name="connsiteX12" fmla="*/ 228600 w 228600"/>
              <a:gd name="connsiteY12" fmla="*/ 223838 h 389572"/>
              <a:gd name="connsiteX13" fmla="*/ 228600 w 228600"/>
              <a:gd name="connsiteY13" fmla="*/ 388620 h 389572"/>
            </a:gdLst>
            <a:rect l="l" t="t" r="r" b="b"/>
            <a:pathLst>
              <a:path w="228600" h="389572">
                <a:moveTo>
                  <a:pt x="228600" y="388620"/>
                </a:moveTo>
                <a:lnTo>
                  <a:pt x="166688" y="388620"/>
                </a:lnTo>
                <a:lnTo>
                  <a:pt x="166688" y="236220"/>
                </a:lnTo>
                <a:cubicBezTo>
                  <a:pt x="166688" y="197168"/>
                  <a:pt x="154305" y="171450"/>
                  <a:pt x="117158" y="171450"/>
                </a:cubicBezTo>
                <a:cubicBezTo>
                  <a:pt x="74295" y="171450"/>
                  <a:pt x="61913" y="205740"/>
                  <a:pt x="61913" y="236220"/>
                </a:cubicBezTo>
                <a:lnTo>
                  <a:pt x="61913" y="389573"/>
                </a:lnTo>
                <a:lnTo>
                  <a:pt x="0" y="389573"/>
                </a:lnTo>
                <a:lnTo>
                  <a:pt x="0" y="15240"/>
                </a:lnTo>
                <a:lnTo>
                  <a:pt x="61913" y="0"/>
                </a:lnTo>
                <a:lnTo>
                  <a:pt x="61913" y="155258"/>
                </a:lnTo>
                <a:lnTo>
                  <a:pt x="62865" y="155258"/>
                </a:lnTo>
                <a:cubicBezTo>
                  <a:pt x="78105" y="131445"/>
                  <a:pt x="105728" y="116205"/>
                  <a:pt x="140970" y="116205"/>
                </a:cubicBezTo>
                <a:cubicBezTo>
                  <a:pt x="202883" y="116205"/>
                  <a:pt x="228600" y="161925"/>
                  <a:pt x="228600" y="223838"/>
                </a:cubicBezTo>
                <a:lnTo>
                  <a:pt x="228600" y="388620"/>
                </a:lnTo>
                <a:close/>
              </a:path>
            </a:pathLst>
          </a:custGeom>
          <a:solidFill xmlns:a="http://schemas.openxmlformats.org/drawingml/2006/main">
            <a:schemeClr val="tx1"/>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77" name="Freihandform: Form 176">
            <a:extLst xmlns:a="http://schemas.openxmlformats.org/drawingml/2006/main">
              <a:ext uri="{FF2B5EF4-FFF2-40B4-BE49-F238E27FC236}">
                <a16:creationId xmlns:a16="http://schemas.microsoft.com/office/drawing/2014/main" id="{2F91FC47-FBF2-C346-8E62-806EB9B2438F}"/>
              </a:ext>
            </a:extLst>
          </p:cNvPr>
          <p:cNvSpPr>
            <a:spLocks xmlns:a="http://schemas.openxmlformats.org/drawingml/2006/main" noGrp="1"/>
          </p:cNvSpPr>
          <p:nvPr/>
        </p:nvSpPr>
        <p:spPr>
          <a:xfrm xmlns:a="http://schemas.openxmlformats.org/drawingml/2006/main" rot="0" flipH="0" flipV="0">
            <a:off x="870590" y="507591"/>
            <a:ext cx="70809" cy="84676"/>
          </a:xfrm>
          <a:custGeom xmlns:a="http://schemas.openxmlformats.org/drawingml/2006/main">
            <a:gdLst>
              <a:gd name="connsiteX0" fmla="*/ 228600 w 228600"/>
              <a:gd name="connsiteY0" fmla="*/ 272415 h 273367"/>
              <a:gd name="connsiteX1" fmla="*/ 166688 w 228600"/>
              <a:gd name="connsiteY1" fmla="*/ 272415 h 273367"/>
              <a:gd name="connsiteX2" fmla="*/ 166688 w 228600"/>
              <a:gd name="connsiteY2" fmla="*/ 120015 h 273367"/>
              <a:gd name="connsiteX3" fmla="*/ 117158 w 228600"/>
              <a:gd name="connsiteY3" fmla="*/ 55245 h 273367"/>
              <a:gd name="connsiteX4" fmla="*/ 61913 w 228600"/>
              <a:gd name="connsiteY4" fmla="*/ 120015 h 273367"/>
              <a:gd name="connsiteX5" fmla="*/ 61913 w 228600"/>
              <a:gd name="connsiteY5" fmla="*/ 273367 h 273367"/>
              <a:gd name="connsiteX6" fmla="*/ 0 w 228600"/>
              <a:gd name="connsiteY6" fmla="*/ 273367 h 273367"/>
              <a:gd name="connsiteX7" fmla="*/ 0 w 228600"/>
              <a:gd name="connsiteY7" fmla="*/ 6667 h 273367"/>
              <a:gd name="connsiteX8" fmla="*/ 61913 w 228600"/>
              <a:gd name="connsiteY8" fmla="*/ 6667 h 273367"/>
              <a:gd name="connsiteX9" fmla="*/ 61913 w 228600"/>
              <a:gd name="connsiteY9" fmla="*/ 39052 h 273367"/>
              <a:gd name="connsiteX10" fmla="*/ 62865 w 228600"/>
              <a:gd name="connsiteY10" fmla="*/ 39052 h 273367"/>
              <a:gd name="connsiteX11" fmla="*/ 140970 w 228600"/>
              <a:gd name="connsiteY11" fmla="*/ 0 h 273367"/>
              <a:gd name="connsiteX12" fmla="*/ 228600 w 228600"/>
              <a:gd name="connsiteY12" fmla="*/ 107633 h 273367"/>
              <a:gd name="connsiteX13" fmla="*/ 228600 w 228600"/>
              <a:gd name="connsiteY13" fmla="*/ 272415 h 273367"/>
            </a:gdLst>
            <a:rect l="l" t="t" r="r" b="b"/>
            <a:pathLst>
              <a:path w="228600" h="273367">
                <a:moveTo>
                  <a:pt x="228600" y="272415"/>
                </a:moveTo>
                <a:lnTo>
                  <a:pt x="166688" y="272415"/>
                </a:lnTo>
                <a:lnTo>
                  <a:pt x="166688" y="120015"/>
                </a:lnTo>
                <a:cubicBezTo>
                  <a:pt x="166688" y="80963"/>
                  <a:pt x="155258" y="55245"/>
                  <a:pt x="117158" y="55245"/>
                </a:cubicBezTo>
                <a:cubicBezTo>
                  <a:pt x="73343" y="55245"/>
                  <a:pt x="61913" y="90488"/>
                  <a:pt x="61913" y="120015"/>
                </a:cubicBezTo>
                <a:lnTo>
                  <a:pt x="61913" y="273367"/>
                </a:lnTo>
                <a:lnTo>
                  <a:pt x="0" y="273367"/>
                </a:lnTo>
                <a:lnTo>
                  <a:pt x="0" y="6667"/>
                </a:lnTo>
                <a:lnTo>
                  <a:pt x="61913" y="6667"/>
                </a:lnTo>
                <a:lnTo>
                  <a:pt x="61913" y="39052"/>
                </a:lnTo>
                <a:lnTo>
                  <a:pt x="62865" y="39052"/>
                </a:lnTo>
                <a:cubicBezTo>
                  <a:pt x="78105" y="15240"/>
                  <a:pt x="106680" y="0"/>
                  <a:pt x="140970" y="0"/>
                </a:cubicBezTo>
                <a:cubicBezTo>
                  <a:pt x="201930" y="0"/>
                  <a:pt x="228600" y="44767"/>
                  <a:pt x="228600" y="107633"/>
                </a:cubicBezTo>
                <a:lnTo>
                  <a:pt x="228600" y="272415"/>
                </a:lnTo>
                <a:close/>
              </a:path>
            </a:pathLst>
          </a:custGeom>
          <a:solidFill xmlns:a="http://schemas.openxmlformats.org/drawingml/2006/main">
            <a:schemeClr val="tx1"/>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78" name="Freihandform: Form 177">
            <a:extLst xmlns:a="http://schemas.openxmlformats.org/drawingml/2006/main">
              <a:ext uri="{FF2B5EF4-FFF2-40B4-BE49-F238E27FC236}">
                <a16:creationId xmlns:a16="http://schemas.microsoft.com/office/drawing/2014/main" id="{A4630EB4-B754-944C-9CB6-CE520408D1BF}"/>
              </a:ext>
            </a:extLst>
          </p:cNvPr>
          <p:cNvSpPr>
            <a:spLocks xmlns:a="http://schemas.openxmlformats.org/drawingml/2006/main" noGrp="1"/>
          </p:cNvSpPr>
          <p:nvPr/>
        </p:nvSpPr>
        <p:spPr>
          <a:xfrm xmlns:a="http://schemas.openxmlformats.org/drawingml/2006/main" rot="0" flipH="0" flipV="0">
            <a:off x="963233" y="472776"/>
            <a:ext cx="24488" cy="119196"/>
          </a:xfrm>
          <a:custGeom xmlns:a="http://schemas.openxmlformats.org/drawingml/2006/main">
            <a:gdLst>
              <a:gd name="connsiteX0" fmla="*/ 79058 w 79057"/>
              <a:gd name="connsiteY0" fmla="*/ 38100 h 384809"/>
              <a:gd name="connsiteX1" fmla="*/ 39052 w 79057"/>
              <a:gd name="connsiteY1" fmla="*/ 76200 h 384809"/>
              <a:gd name="connsiteX2" fmla="*/ 0 w 79057"/>
              <a:gd name="connsiteY2" fmla="*/ 38100 h 384809"/>
              <a:gd name="connsiteX3" fmla="*/ 39052 w 79057"/>
              <a:gd name="connsiteY3" fmla="*/ 0 h 384809"/>
              <a:gd name="connsiteX4" fmla="*/ 79058 w 79057"/>
              <a:gd name="connsiteY4" fmla="*/ 38100 h 384809"/>
              <a:gd name="connsiteX5" fmla="*/ 70485 w 79057"/>
              <a:gd name="connsiteY5" fmla="*/ 384810 h 384809"/>
              <a:gd name="connsiteX6" fmla="*/ 8572 w 79057"/>
              <a:gd name="connsiteY6" fmla="*/ 384810 h 384809"/>
              <a:gd name="connsiteX7" fmla="*/ 8572 w 79057"/>
              <a:gd name="connsiteY7" fmla="*/ 118110 h 384809"/>
              <a:gd name="connsiteX8" fmla="*/ 70485 w 79057"/>
              <a:gd name="connsiteY8" fmla="*/ 118110 h 384809"/>
              <a:gd name="connsiteX9" fmla="*/ 70485 w 79057"/>
              <a:gd name="connsiteY9" fmla="*/ 384810 h 384809"/>
            </a:gdLst>
            <a:rect l="l" t="t" r="r" b="b"/>
            <a:pathLst>
              <a:path w="79057" h="384809">
                <a:moveTo>
                  <a:pt x="79058" y="38100"/>
                </a:moveTo>
                <a:cubicBezTo>
                  <a:pt x="79058" y="60008"/>
                  <a:pt x="60960" y="76200"/>
                  <a:pt x="39052" y="76200"/>
                </a:cubicBezTo>
                <a:cubicBezTo>
                  <a:pt x="17145" y="76200"/>
                  <a:pt x="0" y="60960"/>
                  <a:pt x="0" y="38100"/>
                </a:cubicBezTo>
                <a:cubicBezTo>
                  <a:pt x="0" y="16192"/>
                  <a:pt x="18097" y="0"/>
                  <a:pt x="39052" y="0"/>
                </a:cubicBezTo>
                <a:cubicBezTo>
                  <a:pt x="60960" y="0"/>
                  <a:pt x="79058" y="16192"/>
                  <a:pt x="79058" y="38100"/>
                </a:cubicBezTo>
                <a:close/>
                <a:moveTo>
                  <a:pt x="70485" y="384810"/>
                </a:moveTo>
                <a:lnTo>
                  <a:pt x="8572" y="384810"/>
                </a:lnTo>
                <a:lnTo>
                  <a:pt x="8572" y="118110"/>
                </a:lnTo>
                <a:lnTo>
                  <a:pt x="70485" y="118110"/>
                </a:lnTo>
                <a:lnTo>
                  <a:pt x="70485" y="384810"/>
                </a:lnTo>
                <a:close/>
              </a:path>
            </a:pathLst>
          </a:custGeom>
          <a:solidFill xmlns:a="http://schemas.openxmlformats.org/drawingml/2006/main">
            <a:schemeClr val="tx1"/>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79" name="Freihandform: Form 178">
            <a:extLst xmlns:a="http://schemas.openxmlformats.org/drawingml/2006/main">
              <a:ext uri="{FF2B5EF4-FFF2-40B4-BE49-F238E27FC236}">
                <a16:creationId xmlns:a16="http://schemas.microsoft.com/office/drawing/2014/main" id="{48F22E58-B093-7A4C-8FD8-28E1C21328AA}"/>
              </a:ext>
            </a:extLst>
          </p:cNvPr>
          <p:cNvSpPr>
            <a:spLocks xmlns:a="http://schemas.openxmlformats.org/drawingml/2006/main" noGrp="1"/>
          </p:cNvSpPr>
          <p:nvPr/>
        </p:nvSpPr>
        <p:spPr>
          <a:xfrm xmlns:a="http://schemas.openxmlformats.org/drawingml/2006/main" rot="0" flipH="0" flipV="0">
            <a:off x="1002768" y="507296"/>
            <a:ext cx="63728" cy="86742"/>
          </a:xfrm>
          <a:custGeom xmlns:a="http://schemas.openxmlformats.org/drawingml/2006/main">
            <a:gdLst>
              <a:gd name="connsiteX0" fmla="*/ 29528 w 205740"/>
              <a:gd name="connsiteY0" fmla="*/ 198120 h 280035"/>
              <a:gd name="connsiteX1" fmla="*/ 104775 w 205740"/>
              <a:gd name="connsiteY1" fmla="*/ 227648 h 280035"/>
              <a:gd name="connsiteX2" fmla="*/ 143828 w 205740"/>
              <a:gd name="connsiteY2" fmla="*/ 200978 h 280035"/>
              <a:gd name="connsiteX3" fmla="*/ 10478 w 205740"/>
              <a:gd name="connsiteY3" fmla="*/ 82868 h 280035"/>
              <a:gd name="connsiteX4" fmla="*/ 111442 w 205740"/>
              <a:gd name="connsiteY4" fmla="*/ 0 h 280035"/>
              <a:gd name="connsiteX5" fmla="*/ 203835 w 205740"/>
              <a:gd name="connsiteY5" fmla="*/ 27623 h 280035"/>
              <a:gd name="connsiteX6" fmla="*/ 174308 w 205740"/>
              <a:gd name="connsiteY6" fmla="*/ 76200 h 280035"/>
              <a:gd name="connsiteX7" fmla="*/ 110490 w 205740"/>
              <a:gd name="connsiteY7" fmla="*/ 52388 h 280035"/>
              <a:gd name="connsiteX8" fmla="*/ 72390 w 205740"/>
              <a:gd name="connsiteY8" fmla="*/ 77153 h 280035"/>
              <a:gd name="connsiteX9" fmla="*/ 205740 w 205740"/>
              <a:gd name="connsiteY9" fmla="*/ 195263 h 280035"/>
              <a:gd name="connsiteX10" fmla="*/ 102870 w 205740"/>
              <a:gd name="connsiteY10" fmla="*/ 280035 h 280035"/>
              <a:gd name="connsiteX11" fmla="*/ 0 w 205740"/>
              <a:gd name="connsiteY11" fmla="*/ 247650 h 280035"/>
              <a:gd name="connsiteX12" fmla="*/ 29528 w 205740"/>
              <a:gd name="connsiteY12" fmla="*/ 198120 h 280035"/>
            </a:gdLst>
            <a:rect l="l" t="t" r="r" b="b"/>
            <a:pathLst>
              <a:path w="205740" h="280035">
                <a:moveTo>
                  <a:pt x="29528" y="198120"/>
                </a:moveTo>
                <a:cubicBezTo>
                  <a:pt x="55245" y="218123"/>
                  <a:pt x="80963" y="227648"/>
                  <a:pt x="104775" y="227648"/>
                </a:cubicBezTo>
                <a:cubicBezTo>
                  <a:pt x="127635" y="227648"/>
                  <a:pt x="143828" y="217170"/>
                  <a:pt x="143828" y="200978"/>
                </a:cubicBezTo>
                <a:cubicBezTo>
                  <a:pt x="143828" y="155258"/>
                  <a:pt x="10478" y="171450"/>
                  <a:pt x="10478" y="82868"/>
                </a:cubicBezTo>
                <a:cubicBezTo>
                  <a:pt x="10478" y="33338"/>
                  <a:pt x="51435" y="0"/>
                  <a:pt x="111442" y="0"/>
                </a:cubicBezTo>
                <a:cubicBezTo>
                  <a:pt x="143828" y="0"/>
                  <a:pt x="175260" y="9525"/>
                  <a:pt x="203835" y="27623"/>
                </a:cubicBezTo>
                <a:lnTo>
                  <a:pt x="174308" y="76200"/>
                </a:lnTo>
                <a:cubicBezTo>
                  <a:pt x="151448" y="60960"/>
                  <a:pt x="130492" y="52388"/>
                  <a:pt x="110490" y="52388"/>
                </a:cubicBezTo>
                <a:cubicBezTo>
                  <a:pt x="87630" y="52388"/>
                  <a:pt x="72390" y="61913"/>
                  <a:pt x="72390" y="77153"/>
                </a:cubicBezTo>
                <a:cubicBezTo>
                  <a:pt x="72390" y="120967"/>
                  <a:pt x="205740" y="105728"/>
                  <a:pt x="205740" y="195263"/>
                </a:cubicBezTo>
                <a:cubicBezTo>
                  <a:pt x="205740" y="245745"/>
                  <a:pt x="164783" y="280035"/>
                  <a:pt x="102870" y="280035"/>
                </a:cubicBezTo>
                <a:cubicBezTo>
                  <a:pt x="67628" y="280035"/>
                  <a:pt x="31433" y="268605"/>
                  <a:pt x="0" y="247650"/>
                </a:cubicBezTo>
                <a:lnTo>
                  <a:pt x="29528" y="198120"/>
                </a:lnTo>
                <a:close/>
              </a:path>
            </a:pathLst>
          </a:custGeom>
          <a:solidFill xmlns:a="http://schemas.openxmlformats.org/drawingml/2006/main">
            <a:schemeClr val="tx1"/>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80" name="Freihandform: Form 179">
            <a:extLst xmlns:a="http://schemas.openxmlformats.org/drawingml/2006/main">
              <a:ext uri="{FF2B5EF4-FFF2-40B4-BE49-F238E27FC236}">
                <a16:creationId xmlns:a16="http://schemas.microsoft.com/office/drawing/2014/main" id="{A6E2FCD4-9705-3940-BF2A-D1239696D458}"/>
              </a:ext>
            </a:extLst>
          </p:cNvPr>
          <p:cNvSpPr>
            <a:spLocks xmlns:a="http://schemas.openxmlformats.org/drawingml/2006/main" noGrp="1"/>
          </p:cNvSpPr>
          <p:nvPr/>
        </p:nvSpPr>
        <p:spPr>
          <a:xfrm xmlns:a="http://schemas.openxmlformats.org/drawingml/2006/main" rot="0" flipH="0" flipV="0">
            <a:off x="1082135" y="507296"/>
            <a:ext cx="69629" cy="86742"/>
          </a:xfrm>
          <a:custGeom xmlns:a="http://schemas.openxmlformats.org/drawingml/2006/main">
            <a:gdLst>
              <a:gd name="connsiteX0" fmla="*/ 222885 w 224790"/>
              <a:gd name="connsiteY0" fmla="*/ 237173 h 280035"/>
              <a:gd name="connsiteX1" fmla="*/ 127635 w 224790"/>
              <a:gd name="connsiteY1" fmla="*/ 280035 h 280035"/>
              <a:gd name="connsiteX2" fmla="*/ 0 w 224790"/>
              <a:gd name="connsiteY2" fmla="*/ 140970 h 280035"/>
              <a:gd name="connsiteX3" fmla="*/ 128588 w 224790"/>
              <a:gd name="connsiteY3" fmla="*/ 0 h 280035"/>
              <a:gd name="connsiteX4" fmla="*/ 224790 w 224790"/>
              <a:gd name="connsiteY4" fmla="*/ 45720 h 280035"/>
              <a:gd name="connsiteX5" fmla="*/ 181928 w 224790"/>
              <a:gd name="connsiteY5" fmla="*/ 86678 h 280035"/>
              <a:gd name="connsiteX6" fmla="*/ 128588 w 224790"/>
              <a:gd name="connsiteY6" fmla="*/ 57150 h 280035"/>
              <a:gd name="connsiteX7" fmla="*/ 62865 w 224790"/>
              <a:gd name="connsiteY7" fmla="*/ 140017 h 280035"/>
              <a:gd name="connsiteX8" fmla="*/ 128588 w 224790"/>
              <a:gd name="connsiteY8" fmla="*/ 222885 h 280035"/>
              <a:gd name="connsiteX9" fmla="*/ 183832 w 224790"/>
              <a:gd name="connsiteY9" fmla="*/ 193358 h 280035"/>
              <a:gd name="connsiteX10" fmla="*/ 222885 w 224790"/>
              <a:gd name="connsiteY10" fmla="*/ 237173 h 280035"/>
            </a:gdLst>
            <a:rect l="l" t="t" r="r" b="b"/>
            <a:pathLst>
              <a:path w="224790" h="280035">
                <a:moveTo>
                  <a:pt x="222885" y="237173"/>
                </a:moveTo>
                <a:cubicBezTo>
                  <a:pt x="196215" y="266700"/>
                  <a:pt x="165735" y="280035"/>
                  <a:pt x="127635" y="280035"/>
                </a:cubicBezTo>
                <a:cubicBezTo>
                  <a:pt x="51435" y="280035"/>
                  <a:pt x="0" y="224790"/>
                  <a:pt x="0" y="140970"/>
                </a:cubicBezTo>
                <a:cubicBezTo>
                  <a:pt x="0" y="57150"/>
                  <a:pt x="51435" y="0"/>
                  <a:pt x="128588" y="0"/>
                </a:cubicBezTo>
                <a:cubicBezTo>
                  <a:pt x="168592" y="0"/>
                  <a:pt x="200978" y="15240"/>
                  <a:pt x="224790" y="45720"/>
                </a:cubicBezTo>
                <a:lnTo>
                  <a:pt x="181928" y="86678"/>
                </a:lnTo>
                <a:cubicBezTo>
                  <a:pt x="165735" y="66675"/>
                  <a:pt x="149542" y="57150"/>
                  <a:pt x="128588" y="57150"/>
                </a:cubicBezTo>
                <a:cubicBezTo>
                  <a:pt x="89535" y="57150"/>
                  <a:pt x="62865" y="89535"/>
                  <a:pt x="62865" y="140017"/>
                </a:cubicBezTo>
                <a:cubicBezTo>
                  <a:pt x="62865" y="189548"/>
                  <a:pt x="89535" y="222885"/>
                  <a:pt x="128588" y="222885"/>
                </a:cubicBezTo>
                <a:cubicBezTo>
                  <a:pt x="149542" y="222885"/>
                  <a:pt x="166688" y="213360"/>
                  <a:pt x="183832" y="193358"/>
                </a:cubicBezTo>
                <a:lnTo>
                  <a:pt x="222885" y="237173"/>
                </a:lnTo>
                <a:close/>
              </a:path>
            </a:pathLst>
          </a:custGeom>
          <a:solidFill xmlns:a="http://schemas.openxmlformats.org/drawingml/2006/main">
            <a:schemeClr val="tx1"/>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81" name="Freihandform: Form 180">
            <a:extLst xmlns:a="http://schemas.openxmlformats.org/drawingml/2006/main">
              <a:ext uri="{FF2B5EF4-FFF2-40B4-BE49-F238E27FC236}">
                <a16:creationId xmlns:a16="http://schemas.microsoft.com/office/drawing/2014/main" id="{D6DD86DF-00FF-D74B-981F-9FD8B5BF1914}"/>
              </a:ext>
            </a:extLst>
          </p:cNvPr>
          <p:cNvSpPr>
            <a:spLocks xmlns:a="http://schemas.openxmlformats.org/drawingml/2006/main" noGrp="1"/>
          </p:cNvSpPr>
          <p:nvPr/>
        </p:nvSpPr>
        <p:spPr>
          <a:xfrm xmlns:a="http://schemas.openxmlformats.org/drawingml/2006/main" rot="0" flipH="0" flipV="0">
            <a:off x="1168582" y="471596"/>
            <a:ext cx="70809" cy="120670"/>
          </a:xfrm>
          <a:custGeom xmlns:a="http://schemas.openxmlformats.org/drawingml/2006/main">
            <a:gdLst>
              <a:gd name="connsiteX0" fmla="*/ 228600 w 228600"/>
              <a:gd name="connsiteY0" fmla="*/ 388620 h 389572"/>
              <a:gd name="connsiteX1" fmla="*/ 166688 w 228600"/>
              <a:gd name="connsiteY1" fmla="*/ 388620 h 389572"/>
              <a:gd name="connsiteX2" fmla="*/ 166688 w 228600"/>
              <a:gd name="connsiteY2" fmla="*/ 236220 h 389572"/>
              <a:gd name="connsiteX3" fmla="*/ 117158 w 228600"/>
              <a:gd name="connsiteY3" fmla="*/ 171450 h 389572"/>
              <a:gd name="connsiteX4" fmla="*/ 61913 w 228600"/>
              <a:gd name="connsiteY4" fmla="*/ 236220 h 389572"/>
              <a:gd name="connsiteX5" fmla="*/ 61913 w 228600"/>
              <a:gd name="connsiteY5" fmla="*/ 389573 h 389572"/>
              <a:gd name="connsiteX6" fmla="*/ 0 w 228600"/>
              <a:gd name="connsiteY6" fmla="*/ 389573 h 389572"/>
              <a:gd name="connsiteX7" fmla="*/ 0 w 228600"/>
              <a:gd name="connsiteY7" fmla="*/ 15240 h 389572"/>
              <a:gd name="connsiteX8" fmla="*/ 61913 w 228600"/>
              <a:gd name="connsiteY8" fmla="*/ 0 h 389572"/>
              <a:gd name="connsiteX9" fmla="*/ 61913 w 228600"/>
              <a:gd name="connsiteY9" fmla="*/ 155258 h 389572"/>
              <a:gd name="connsiteX10" fmla="*/ 62865 w 228600"/>
              <a:gd name="connsiteY10" fmla="*/ 155258 h 389572"/>
              <a:gd name="connsiteX11" fmla="*/ 140970 w 228600"/>
              <a:gd name="connsiteY11" fmla="*/ 116205 h 389572"/>
              <a:gd name="connsiteX12" fmla="*/ 228600 w 228600"/>
              <a:gd name="connsiteY12" fmla="*/ 223838 h 389572"/>
              <a:gd name="connsiteX13" fmla="*/ 228600 w 228600"/>
              <a:gd name="connsiteY13" fmla="*/ 388620 h 389572"/>
            </a:gdLst>
            <a:rect l="l" t="t" r="r" b="b"/>
            <a:pathLst>
              <a:path w="228600" h="389572">
                <a:moveTo>
                  <a:pt x="228600" y="388620"/>
                </a:moveTo>
                <a:lnTo>
                  <a:pt x="166688" y="388620"/>
                </a:lnTo>
                <a:lnTo>
                  <a:pt x="166688" y="236220"/>
                </a:lnTo>
                <a:cubicBezTo>
                  <a:pt x="166688" y="197168"/>
                  <a:pt x="154305" y="171450"/>
                  <a:pt x="117158" y="171450"/>
                </a:cubicBezTo>
                <a:cubicBezTo>
                  <a:pt x="74295" y="171450"/>
                  <a:pt x="61913" y="205740"/>
                  <a:pt x="61913" y="236220"/>
                </a:cubicBezTo>
                <a:lnTo>
                  <a:pt x="61913" y="389573"/>
                </a:lnTo>
                <a:lnTo>
                  <a:pt x="0" y="389573"/>
                </a:lnTo>
                <a:lnTo>
                  <a:pt x="0" y="15240"/>
                </a:lnTo>
                <a:lnTo>
                  <a:pt x="61913" y="0"/>
                </a:lnTo>
                <a:lnTo>
                  <a:pt x="61913" y="155258"/>
                </a:lnTo>
                <a:lnTo>
                  <a:pt x="62865" y="155258"/>
                </a:lnTo>
                <a:cubicBezTo>
                  <a:pt x="78105" y="131445"/>
                  <a:pt x="105728" y="116205"/>
                  <a:pt x="140970" y="116205"/>
                </a:cubicBezTo>
                <a:cubicBezTo>
                  <a:pt x="202883" y="116205"/>
                  <a:pt x="228600" y="161925"/>
                  <a:pt x="228600" y="223838"/>
                </a:cubicBezTo>
                <a:lnTo>
                  <a:pt x="228600" y="388620"/>
                </a:lnTo>
                <a:close/>
              </a:path>
            </a:pathLst>
          </a:custGeom>
          <a:solidFill xmlns:a="http://schemas.openxmlformats.org/drawingml/2006/main">
            <a:schemeClr val="tx1"/>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82" name="Freihandform: Form 181">
            <a:extLst xmlns:a="http://schemas.openxmlformats.org/drawingml/2006/main">
              <a:ext uri="{FF2B5EF4-FFF2-40B4-BE49-F238E27FC236}">
                <a16:creationId xmlns:a16="http://schemas.microsoft.com/office/drawing/2014/main" id="{91A50E87-376B-6D43-978E-5C6F4575592A}"/>
              </a:ext>
            </a:extLst>
          </p:cNvPr>
          <p:cNvSpPr>
            <a:spLocks xmlns:a="http://schemas.openxmlformats.org/drawingml/2006/main" noGrp="1"/>
          </p:cNvSpPr>
          <p:nvPr/>
        </p:nvSpPr>
        <p:spPr>
          <a:xfrm xmlns:a="http://schemas.openxmlformats.org/drawingml/2006/main" rot="0" flipH="0" flipV="0">
            <a:off x="1259455" y="507591"/>
            <a:ext cx="75235" cy="86446"/>
          </a:xfrm>
          <a:custGeom xmlns:a="http://schemas.openxmlformats.org/drawingml/2006/main">
            <a:gdLst>
              <a:gd name="connsiteX0" fmla="*/ 132397 w 242887"/>
              <a:gd name="connsiteY0" fmla="*/ 279083 h 279082"/>
              <a:gd name="connsiteX1" fmla="*/ 0 w 242887"/>
              <a:gd name="connsiteY1" fmla="*/ 139065 h 279082"/>
              <a:gd name="connsiteX2" fmla="*/ 124777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7 w 242887"/>
              <a:gd name="connsiteY6" fmla="*/ 225742 h 279082"/>
              <a:gd name="connsiteX7" fmla="*/ 198120 w 242887"/>
              <a:gd name="connsiteY7" fmla="*/ 194310 h 279082"/>
              <a:gd name="connsiteX8" fmla="*/ 237172 w 242887"/>
              <a:gd name="connsiteY8" fmla="*/ 235267 h 279082"/>
              <a:gd name="connsiteX9" fmla="*/ 132397 w 242887"/>
              <a:gd name="connsiteY9" fmla="*/ 279083 h 279082"/>
              <a:gd name="connsiteX10" fmla="*/ 62865 w 242887"/>
              <a:gd name="connsiteY10" fmla="*/ 115252 h 279082"/>
              <a:gd name="connsiteX11" fmla="*/ 183832 w 242887"/>
              <a:gd name="connsiteY11" fmla="*/ 115252 h 279082"/>
              <a:gd name="connsiteX12" fmla="*/ 124777 w 242887"/>
              <a:gd name="connsiteY12" fmla="*/ 50482 h 279082"/>
              <a:gd name="connsiteX13" fmla="*/ 62865 w 242887"/>
              <a:gd name="connsiteY13" fmla="*/ 115252 h 279082"/>
            </a:gdLst>
            <a:rect l="l" t="t" r="r" b="b"/>
            <a:pathLst>
              <a:path w="242887" h="279082">
                <a:moveTo>
                  <a:pt x="132397" y="279083"/>
                </a:moveTo>
                <a:cubicBezTo>
                  <a:pt x="53340" y="279083"/>
                  <a:pt x="0" y="222885"/>
                  <a:pt x="0" y="139065"/>
                </a:cubicBezTo>
                <a:cubicBezTo>
                  <a:pt x="0" y="56197"/>
                  <a:pt x="50482" y="0"/>
                  <a:pt x="124777" y="0"/>
                </a:cubicBezTo>
                <a:cubicBezTo>
                  <a:pt x="196215" y="0"/>
                  <a:pt x="242888" y="53340"/>
                  <a:pt x="242888" y="135255"/>
                </a:cubicBezTo>
                <a:cubicBezTo>
                  <a:pt x="242888" y="143827"/>
                  <a:pt x="241935" y="153352"/>
                  <a:pt x="241935" y="160972"/>
                </a:cubicBezTo>
                <a:lnTo>
                  <a:pt x="62865" y="160972"/>
                </a:lnTo>
                <a:cubicBezTo>
                  <a:pt x="69532" y="201930"/>
                  <a:pt x="94297" y="225742"/>
                  <a:pt x="132397" y="225742"/>
                </a:cubicBezTo>
                <a:cubicBezTo>
                  <a:pt x="157163" y="225742"/>
                  <a:pt x="177165" y="216217"/>
                  <a:pt x="198120" y="194310"/>
                </a:cubicBezTo>
                <a:lnTo>
                  <a:pt x="237172" y="235267"/>
                </a:lnTo>
                <a:cubicBezTo>
                  <a:pt x="206692" y="264795"/>
                  <a:pt x="172402" y="279083"/>
                  <a:pt x="132397" y="279083"/>
                </a:cubicBezTo>
                <a:close/>
                <a:moveTo>
                  <a:pt x="62865" y="115252"/>
                </a:moveTo>
                <a:lnTo>
                  <a:pt x="183832" y="115252"/>
                </a:lnTo>
                <a:cubicBezTo>
                  <a:pt x="180975" y="74295"/>
                  <a:pt x="160020" y="50482"/>
                  <a:pt x="124777" y="50482"/>
                </a:cubicBezTo>
                <a:cubicBezTo>
                  <a:pt x="89535" y="50482"/>
                  <a:pt x="67627" y="74295"/>
                  <a:pt x="62865" y="115252"/>
                </a:cubicBezTo>
                <a:close/>
              </a:path>
            </a:pathLst>
          </a:custGeom>
          <a:solidFill xmlns:a="http://schemas.openxmlformats.org/drawingml/2006/main">
            <a:schemeClr val="tx1"/>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83" name="Freihandform: Form 182">
            <a:extLst xmlns:a="http://schemas.openxmlformats.org/drawingml/2006/main">
              <a:ext uri="{FF2B5EF4-FFF2-40B4-BE49-F238E27FC236}">
                <a16:creationId xmlns:a16="http://schemas.microsoft.com/office/drawing/2014/main" id="{A011A632-65C3-334B-891C-670B5B727835}"/>
              </a:ext>
            </a:extLst>
          </p:cNvPr>
          <p:cNvSpPr>
            <a:spLocks xmlns:a="http://schemas.openxmlformats.org/drawingml/2006/main" noGrp="1"/>
          </p:cNvSpPr>
          <p:nvPr/>
        </p:nvSpPr>
        <p:spPr>
          <a:xfrm xmlns:a="http://schemas.openxmlformats.org/drawingml/2006/main" rot="0" flipH="0" flipV="0">
            <a:off x="1405205" y="478087"/>
            <a:ext cx="71695" cy="114180"/>
          </a:xfrm>
          <a:custGeom xmlns:a="http://schemas.openxmlformats.org/drawingml/2006/main">
            <a:gdLst>
              <a:gd name="connsiteX0" fmla="*/ 231457 w 231457"/>
              <a:gd name="connsiteY0" fmla="*/ 60007 h 368617"/>
              <a:gd name="connsiteX1" fmla="*/ 65722 w 231457"/>
              <a:gd name="connsiteY1" fmla="*/ 60007 h 368617"/>
              <a:gd name="connsiteX2" fmla="*/ 65722 w 231457"/>
              <a:gd name="connsiteY2" fmla="*/ 151447 h 368617"/>
              <a:gd name="connsiteX3" fmla="*/ 189547 w 231457"/>
              <a:gd name="connsiteY3" fmla="*/ 151447 h 368617"/>
              <a:gd name="connsiteX4" fmla="*/ 189547 w 231457"/>
              <a:gd name="connsiteY4" fmla="*/ 211455 h 368617"/>
              <a:gd name="connsiteX5" fmla="*/ 65722 w 231457"/>
              <a:gd name="connsiteY5" fmla="*/ 211455 h 368617"/>
              <a:gd name="connsiteX6" fmla="*/ 65722 w 231457"/>
              <a:gd name="connsiteY6" fmla="*/ 368617 h 368617"/>
              <a:gd name="connsiteX7" fmla="*/ 0 w 231457"/>
              <a:gd name="connsiteY7" fmla="*/ 368617 h 368617"/>
              <a:gd name="connsiteX8" fmla="*/ 0 w 231457"/>
              <a:gd name="connsiteY8" fmla="*/ 0 h 368617"/>
              <a:gd name="connsiteX9" fmla="*/ 231457 w 231457"/>
              <a:gd name="connsiteY9" fmla="*/ 0 h 368617"/>
              <a:gd name="connsiteX10" fmla="*/ 231457 w 231457"/>
              <a:gd name="connsiteY10" fmla="*/ 60007 h 368617"/>
            </a:gdLst>
            <a:rect l="l" t="t" r="r" b="b"/>
            <a:pathLst>
              <a:path w="231457" h="368617">
                <a:moveTo>
                  <a:pt x="231457" y="60007"/>
                </a:moveTo>
                <a:lnTo>
                  <a:pt x="65722" y="60007"/>
                </a:lnTo>
                <a:lnTo>
                  <a:pt x="65722" y="151447"/>
                </a:lnTo>
                <a:lnTo>
                  <a:pt x="189547" y="151447"/>
                </a:lnTo>
                <a:lnTo>
                  <a:pt x="189547" y="211455"/>
                </a:lnTo>
                <a:lnTo>
                  <a:pt x="65722" y="211455"/>
                </a:lnTo>
                <a:lnTo>
                  <a:pt x="65722" y="368617"/>
                </a:lnTo>
                <a:lnTo>
                  <a:pt x="0" y="368617"/>
                </a:lnTo>
                <a:lnTo>
                  <a:pt x="0" y="0"/>
                </a:lnTo>
                <a:lnTo>
                  <a:pt x="231457" y="0"/>
                </a:lnTo>
                <a:lnTo>
                  <a:pt x="231457" y="60007"/>
                </a:lnTo>
                <a:close/>
              </a:path>
            </a:pathLst>
          </a:custGeom>
          <a:solidFill xmlns:a="http://schemas.openxmlformats.org/drawingml/2006/main">
            <a:schemeClr val="tx1"/>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84" name="Freihandform: Form 183">
            <a:extLst xmlns:a="http://schemas.openxmlformats.org/drawingml/2006/main">
              <a:ext uri="{FF2B5EF4-FFF2-40B4-BE49-F238E27FC236}">
                <a16:creationId xmlns:a16="http://schemas.microsoft.com/office/drawing/2014/main" id="{6359897B-BEE2-184D-9C5D-0F9713382934}"/>
              </a:ext>
            </a:extLst>
          </p:cNvPr>
          <p:cNvSpPr>
            <a:spLocks xmlns:a="http://schemas.openxmlformats.org/drawingml/2006/main" noGrp="1"/>
          </p:cNvSpPr>
          <p:nvPr/>
        </p:nvSpPr>
        <p:spPr>
          <a:xfrm xmlns:a="http://schemas.openxmlformats.org/drawingml/2006/main" rot="0" flipH="0" flipV="0">
            <a:off x="1480441" y="507591"/>
            <a:ext cx="70219" cy="86446"/>
          </a:xfrm>
          <a:custGeom xmlns:a="http://schemas.openxmlformats.org/drawingml/2006/main">
            <a:gdLst>
              <a:gd name="connsiteX0" fmla="*/ 115253 w 226694"/>
              <a:gd name="connsiteY0" fmla="*/ 107633 h 279082"/>
              <a:gd name="connsiteX1" fmla="*/ 165735 w 226694"/>
              <a:gd name="connsiteY1" fmla="*/ 113347 h 279082"/>
              <a:gd name="connsiteX2" fmla="*/ 165735 w 226694"/>
              <a:gd name="connsiteY2" fmla="*/ 103822 h 279082"/>
              <a:gd name="connsiteX3" fmla="*/ 106680 w 226694"/>
              <a:gd name="connsiteY3" fmla="*/ 52388 h 279082"/>
              <a:gd name="connsiteX4" fmla="*/ 39053 w 226694"/>
              <a:gd name="connsiteY4" fmla="*/ 67627 h 279082"/>
              <a:gd name="connsiteX5" fmla="*/ 25717 w 226694"/>
              <a:gd name="connsiteY5" fmla="*/ 15240 h 279082"/>
              <a:gd name="connsiteX6" fmla="*/ 113347 w 226694"/>
              <a:gd name="connsiteY6" fmla="*/ 0 h 279082"/>
              <a:gd name="connsiteX7" fmla="*/ 226695 w 226694"/>
              <a:gd name="connsiteY7" fmla="*/ 102870 h 279082"/>
              <a:gd name="connsiteX8" fmla="*/ 226695 w 226694"/>
              <a:gd name="connsiteY8" fmla="*/ 273367 h 279082"/>
              <a:gd name="connsiteX9" fmla="*/ 167640 w 226694"/>
              <a:gd name="connsiteY9" fmla="*/ 273367 h 279082"/>
              <a:gd name="connsiteX10" fmla="*/ 167640 w 226694"/>
              <a:gd name="connsiteY10" fmla="*/ 244792 h 279082"/>
              <a:gd name="connsiteX11" fmla="*/ 165735 w 226694"/>
              <a:gd name="connsiteY11" fmla="*/ 244792 h 279082"/>
              <a:gd name="connsiteX12" fmla="*/ 87630 w 226694"/>
              <a:gd name="connsiteY12" fmla="*/ 279083 h 279082"/>
              <a:gd name="connsiteX13" fmla="*/ 0 w 226694"/>
              <a:gd name="connsiteY13" fmla="*/ 194310 h 279082"/>
              <a:gd name="connsiteX14" fmla="*/ 115253 w 226694"/>
              <a:gd name="connsiteY14" fmla="*/ 107633 h 279082"/>
              <a:gd name="connsiteX15" fmla="*/ 104775 w 226694"/>
              <a:gd name="connsiteY15" fmla="*/ 232410 h 279082"/>
              <a:gd name="connsiteX16" fmla="*/ 165735 w 226694"/>
              <a:gd name="connsiteY16" fmla="*/ 200025 h 279082"/>
              <a:gd name="connsiteX17" fmla="*/ 165735 w 226694"/>
              <a:gd name="connsiteY17" fmla="*/ 153352 h 279082"/>
              <a:gd name="connsiteX18" fmla="*/ 121920 w 226694"/>
              <a:gd name="connsiteY18" fmla="*/ 148590 h 279082"/>
              <a:gd name="connsiteX19" fmla="*/ 60007 w 226694"/>
              <a:gd name="connsiteY19" fmla="*/ 192405 h 279082"/>
              <a:gd name="connsiteX20" fmla="*/ 104775 w 226694"/>
              <a:gd name="connsiteY20" fmla="*/ 232410 h 279082"/>
            </a:gdLst>
            <a:rect l="l" t="t" r="r" b="b"/>
            <a:pathLst>
              <a:path w="226694" h="279082">
                <a:moveTo>
                  <a:pt x="115253" y="107633"/>
                </a:moveTo>
                <a:cubicBezTo>
                  <a:pt x="132397" y="107633"/>
                  <a:pt x="148590" y="108585"/>
                  <a:pt x="165735" y="113347"/>
                </a:cubicBezTo>
                <a:lnTo>
                  <a:pt x="165735" y="103822"/>
                </a:lnTo>
                <a:cubicBezTo>
                  <a:pt x="165735" y="69532"/>
                  <a:pt x="145732" y="52388"/>
                  <a:pt x="106680" y="52388"/>
                </a:cubicBezTo>
                <a:cubicBezTo>
                  <a:pt x="84772" y="52388"/>
                  <a:pt x="60960" y="57150"/>
                  <a:pt x="39053" y="67627"/>
                </a:cubicBezTo>
                <a:lnTo>
                  <a:pt x="25717" y="15240"/>
                </a:lnTo>
                <a:cubicBezTo>
                  <a:pt x="50482" y="5715"/>
                  <a:pt x="82867" y="0"/>
                  <a:pt x="113347" y="0"/>
                </a:cubicBezTo>
                <a:cubicBezTo>
                  <a:pt x="188595" y="0"/>
                  <a:pt x="226695" y="35242"/>
                  <a:pt x="226695" y="102870"/>
                </a:cubicBezTo>
                <a:lnTo>
                  <a:pt x="226695" y="273367"/>
                </a:lnTo>
                <a:lnTo>
                  <a:pt x="167640" y="273367"/>
                </a:lnTo>
                <a:lnTo>
                  <a:pt x="167640" y="244792"/>
                </a:lnTo>
                <a:lnTo>
                  <a:pt x="165735" y="244792"/>
                </a:lnTo>
                <a:cubicBezTo>
                  <a:pt x="142875" y="268605"/>
                  <a:pt x="119063" y="279083"/>
                  <a:pt x="87630" y="279083"/>
                </a:cubicBezTo>
                <a:cubicBezTo>
                  <a:pt x="34290" y="279083"/>
                  <a:pt x="0" y="245745"/>
                  <a:pt x="0" y="194310"/>
                </a:cubicBezTo>
                <a:cubicBezTo>
                  <a:pt x="0" y="138113"/>
                  <a:pt x="40005" y="107633"/>
                  <a:pt x="115253" y="107633"/>
                </a:cubicBezTo>
                <a:close/>
                <a:moveTo>
                  <a:pt x="104775" y="232410"/>
                </a:moveTo>
                <a:cubicBezTo>
                  <a:pt x="127635" y="232410"/>
                  <a:pt x="148590" y="220980"/>
                  <a:pt x="165735" y="200025"/>
                </a:cubicBezTo>
                <a:lnTo>
                  <a:pt x="165735" y="153352"/>
                </a:lnTo>
                <a:cubicBezTo>
                  <a:pt x="151447" y="149542"/>
                  <a:pt x="136207" y="148590"/>
                  <a:pt x="121920" y="148590"/>
                </a:cubicBezTo>
                <a:cubicBezTo>
                  <a:pt x="82867" y="148590"/>
                  <a:pt x="60007" y="163830"/>
                  <a:pt x="60007" y="192405"/>
                </a:cubicBezTo>
                <a:cubicBezTo>
                  <a:pt x="60007" y="217170"/>
                  <a:pt x="77153" y="232410"/>
                  <a:pt x="104775" y="232410"/>
                </a:cubicBezTo>
                <a:close/>
              </a:path>
            </a:pathLst>
          </a:custGeom>
          <a:solidFill xmlns:a="http://schemas.openxmlformats.org/drawingml/2006/main">
            <a:schemeClr val="tx1"/>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85" name="Freihandform: Form 184">
            <a:extLst xmlns:a="http://schemas.openxmlformats.org/drawingml/2006/main">
              <a:ext uri="{FF2B5EF4-FFF2-40B4-BE49-F238E27FC236}">
                <a16:creationId xmlns:a16="http://schemas.microsoft.com/office/drawing/2014/main" id="{E4B815F2-CB49-0640-ABE6-3672063D4CAB}"/>
              </a:ext>
            </a:extLst>
          </p:cNvPr>
          <p:cNvSpPr>
            <a:spLocks xmlns:a="http://schemas.openxmlformats.org/drawingml/2006/main" noGrp="1"/>
          </p:cNvSpPr>
          <p:nvPr/>
        </p:nvSpPr>
        <p:spPr>
          <a:xfrm xmlns:a="http://schemas.openxmlformats.org/drawingml/2006/main" rot="0" flipH="0" flipV="0">
            <a:off x="1575150" y="471596"/>
            <a:ext cx="72579" cy="120670"/>
          </a:xfrm>
          <a:custGeom xmlns:a="http://schemas.openxmlformats.org/drawingml/2006/main">
            <a:gdLst>
              <a:gd name="connsiteX0" fmla="*/ 0 w 234314"/>
              <a:gd name="connsiteY0" fmla="*/ 15240 h 389572"/>
              <a:gd name="connsiteX1" fmla="*/ 61913 w 234314"/>
              <a:gd name="connsiteY1" fmla="*/ 0 h 389572"/>
              <a:gd name="connsiteX2" fmla="*/ 61913 w 234314"/>
              <a:gd name="connsiteY2" fmla="*/ 234315 h 389572"/>
              <a:gd name="connsiteX3" fmla="*/ 62865 w 234314"/>
              <a:gd name="connsiteY3" fmla="*/ 234315 h 389572"/>
              <a:gd name="connsiteX4" fmla="*/ 150495 w 234314"/>
              <a:gd name="connsiteY4" fmla="*/ 122873 h 389572"/>
              <a:gd name="connsiteX5" fmla="*/ 224790 w 234314"/>
              <a:gd name="connsiteY5" fmla="*/ 122873 h 389572"/>
              <a:gd name="connsiteX6" fmla="*/ 137160 w 234314"/>
              <a:gd name="connsiteY6" fmla="*/ 227648 h 389572"/>
              <a:gd name="connsiteX7" fmla="*/ 234315 w 234314"/>
              <a:gd name="connsiteY7" fmla="*/ 389573 h 389572"/>
              <a:gd name="connsiteX8" fmla="*/ 160020 w 234314"/>
              <a:gd name="connsiteY8" fmla="*/ 389573 h 389572"/>
              <a:gd name="connsiteX9" fmla="*/ 93345 w 234314"/>
              <a:gd name="connsiteY9" fmla="*/ 274320 h 389572"/>
              <a:gd name="connsiteX10" fmla="*/ 62865 w 234314"/>
              <a:gd name="connsiteY10" fmla="*/ 308610 h 389572"/>
              <a:gd name="connsiteX11" fmla="*/ 62865 w 234314"/>
              <a:gd name="connsiteY11" fmla="*/ 389573 h 389572"/>
              <a:gd name="connsiteX12" fmla="*/ 952 w 234314"/>
              <a:gd name="connsiteY12" fmla="*/ 389573 h 389572"/>
              <a:gd name="connsiteX13" fmla="*/ 952 w 234314"/>
              <a:gd name="connsiteY13" fmla="*/ 15240 h 389572"/>
            </a:gdLst>
            <a:rect l="l" t="t" r="r" b="b"/>
            <a:pathLst>
              <a:path w="234314" h="389572">
                <a:moveTo>
                  <a:pt x="0" y="15240"/>
                </a:moveTo>
                <a:lnTo>
                  <a:pt x="61913" y="0"/>
                </a:lnTo>
                <a:lnTo>
                  <a:pt x="61913" y="234315"/>
                </a:lnTo>
                <a:lnTo>
                  <a:pt x="62865" y="234315"/>
                </a:lnTo>
                <a:lnTo>
                  <a:pt x="150495" y="122873"/>
                </a:lnTo>
                <a:lnTo>
                  <a:pt x="224790" y="122873"/>
                </a:lnTo>
                <a:lnTo>
                  <a:pt x="137160" y="227648"/>
                </a:lnTo>
                <a:lnTo>
                  <a:pt x="234315" y="389573"/>
                </a:lnTo>
                <a:lnTo>
                  <a:pt x="160020" y="389573"/>
                </a:lnTo>
                <a:lnTo>
                  <a:pt x="93345" y="274320"/>
                </a:lnTo>
                <a:lnTo>
                  <a:pt x="62865" y="308610"/>
                </a:lnTo>
                <a:lnTo>
                  <a:pt x="62865" y="389573"/>
                </a:lnTo>
                <a:lnTo>
                  <a:pt x="952" y="389573"/>
                </a:lnTo>
                <a:lnTo>
                  <a:pt x="952" y="15240"/>
                </a:lnTo>
                <a:close/>
              </a:path>
            </a:pathLst>
          </a:custGeom>
          <a:solidFill xmlns:a="http://schemas.openxmlformats.org/drawingml/2006/main">
            <a:schemeClr val="tx1"/>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86" name="Freihandform: Form 185">
            <a:extLst xmlns:a="http://schemas.openxmlformats.org/drawingml/2006/main">
              <a:ext uri="{FF2B5EF4-FFF2-40B4-BE49-F238E27FC236}">
                <a16:creationId xmlns:a16="http://schemas.microsoft.com/office/drawing/2014/main" id="{8181309B-0D7E-C447-A3C3-424CD8B2E92D}"/>
              </a:ext>
            </a:extLst>
          </p:cNvPr>
          <p:cNvSpPr>
            <a:spLocks xmlns:a="http://schemas.openxmlformats.org/drawingml/2006/main" noGrp="1"/>
          </p:cNvSpPr>
          <p:nvPr/>
        </p:nvSpPr>
        <p:spPr>
          <a:xfrm xmlns:a="http://schemas.openxmlformats.org/drawingml/2006/main" rot="0" flipH="0" flipV="0">
            <a:off x="1661892" y="509657"/>
            <a:ext cx="71105" cy="84676"/>
          </a:xfrm>
          <a:custGeom xmlns:a="http://schemas.openxmlformats.org/drawingml/2006/main">
            <a:gdLst>
              <a:gd name="connsiteX0" fmla="*/ 62865 w 229552"/>
              <a:gd name="connsiteY0" fmla="*/ 160020 h 273367"/>
              <a:gd name="connsiteX1" fmla="*/ 116205 w 229552"/>
              <a:gd name="connsiteY1" fmla="*/ 216217 h 273367"/>
              <a:gd name="connsiteX2" fmla="*/ 167640 w 229552"/>
              <a:gd name="connsiteY2" fmla="*/ 160020 h 273367"/>
              <a:gd name="connsiteX3" fmla="*/ 167640 w 229552"/>
              <a:gd name="connsiteY3" fmla="*/ 0 h 273367"/>
              <a:gd name="connsiteX4" fmla="*/ 229553 w 229552"/>
              <a:gd name="connsiteY4" fmla="*/ 0 h 273367"/>
              <a:gd name="connsiteX5" fmla="*/ 229553 w 229552"/>
              <a:gd name="connsiteY5" fmla="*/ 161925 h 273367"/>
              <a:gd name="connsiteX6" fmla="*/ 117157 w 229552"/>
              <a:gd name="connsiteY6" fmla="*/ 273367 h 273367"/>
              <a:gd name="connsiteX7" fmla="*/ 0 w 229552"/>
              <a:gd name="connsiteY7" fmla="*/ 162878 h 273367"/>
              <a:gd name="connsiteX8" fmla="*/ 0 w 229552"/>
              <a:gd name="connsiteY8" fmla="*/ 952 h 273367"/>
              <a:gd name="connsiteX9" fmla="*/ 61913 w 229552"/>
              <a:gd name="connsiteY9" fmla="*/ 952 h 273367"/>
              <a:gd name="connsiteX10" fmla="*/ 61913 w 229552"/>
              <a:gd name="connsiteY10" fmla="*/ 160020 h 273367"/>
            </a:gdLst>
            <a:rect l="l" t="t" r="r" b="b"/>
            <a:pathLst>
              <a:path w="229552" h="273367">
                <a:moveTo>
                  <a:pt x="62865" y="160020"/>
                </a:moveTo>
                <a:cubicBezTo>
                  <a:pt x="62865" y="196215"/>
                  <a:pt x="80963" y="216217"/>
                  <a:pt x="116205" y="216217"/>
                </a:cubicBezTo>
                <a:cubicBezTo>
                  <a:pt x="150495" y="216217"/>
                  <a:pt x="167640" y="197167"/>
                  <a:pt x="167640" y="160020"/>
                </a:cubicBezTo>
                <a:lnTo>
                  <a:pt x="167640" y="0"/>
                </a:lnTo>
                <a:lnTo>
                  <a:pt x="229553" y="0"/>
                </a:lnTo>
                <a:lnTo>
                  <a:pt x="229553" y="161925"/>
                </a:lnTo>
                <a:cubicBezTo>
                  <a:pt x="229553" y="232410"/>
                  <a:pt x="190500" y="273367"/>
                  <a:pt x="117157" y="273367"/>
                </a:cubicBezTo>
                <a:cubicBezTo>
                  <a:pt x="44767" y="273367"/>
                  <a:pt x="0" y="232410"/>
                  <a:pt x="0" y="162878"/>
                </a:cubicBezTo>
                <a:lnTo>
                  <a:pt x="0" y="952"/>
                </a:lnTo>
                <a:lnTo>
                  <a:pt x="61913" y="952"/>
                </a:lnTo>
                <a:lnTo>
                  <a:pt x="61913" y="160020"/>
                </a:lnTo>
                <a:close/>
              </a:path>
            </a:pathLst>
          </a:custGeom>
          <a:solidFill xmlns:a="http://schemas.openxmlformats.org/drawingml/2006/main">
            <a:schemeClr val="tx1"/>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87" name="Freihandform: Form 186">
            <a:extLst xmlns:a="http://schemas.openxmlformats.org/drawingml/2006/main">
              <a:ext uri="{FF2B5EF4-FFF2-40B4-BE49-F238E27FC236}">
                <a16:creationId xmlns:a16="http://schemas.microsoft.com/office/drawing/2014/main" id="{A1C774AA-192A-1540-A66B-EEAAA42C920D}"/>
              </a:ext>
            </a:extLst>
          </p:cNvPr>
          <p:cNvSpPr>
            <a:spLocks xmlns:a="http://schemas.openxmlformats.org/drawingml/2006/main" noGrp="1"/>
          </p:cNvSpPr>
          <p:nvPr/>
        </p:nvSpPr>
        <p:spPr>
          <a:xfrm xmlns:a="http://schemas.openxmlformats.org/drawingml/2006/main" rot="0" flipH="0" flipV="0">
            <a:off x="1757780" y="471302"/>
            <a:ext cx="19177" cy="120670"/>
          </a:xfrm>
          <a:custGeom xmlns:a="http://schemas.openxmlformats.org/drawingml/2006/main">
            <a:gdLst>
              <a:gd name="connsiteX0" fmla="*/ 61913 w 61912"/>
              <a:gd name="connsiteY0" fmla="*/ 389572 h 389572"/>
              <a:gd name="connsiteX1" fmla="*/ 0 w 61912"/>
              <a:gd name="connsiteY1" fmla="*/ 389572 h 389572"/>
              <a:gd name="connsiteX2" fmla="*/ 0 w 61912"/>
              <a:gd name="connsiteY2" fmla="*/ 14288 h 389572"/>
              <a:gd name="connsiteX3" fmla="*/ 61913 w 61912"/>
              <a:gd name="connsiteY3" fmla="*/ 0 h 389572"/>
              <a:gd name="connsiteX4" fmla="*/ 61913 w 61912"/>
              <a:gd name="connsiteY4" fmla="*/ 389572 h 389572"/>
            </a:gdLst>
            <a:rect l="l" t="t" r="r" b="b"/>
            <a:pathLst>
              <a:path w="61912" h="389572">
                <a:moveTo>
                  <a:pt x="61913" y="389572"/>
                </a:moveTo>
                <a:lnTo>
                  <a:pt x="0" y="389572"/>
                </a:lnTo>
                <a:lnTo>
                  <a:pt x="0" y="14288"/>
                </a:lnTo>
                <a:lnTo>
                  <a:pt x="61913" y="0"/>
                </a:lnTo>
                <a:lnTo>
                  <a:pt x="61913" y="389572"/>
                </a:lnTo>
                <a:close/>
              </a:path>
            </a:pathLst>
          </a:custGeom>
          <a:solidFill xmlns:a="http://schemas.openxmlformats.org/drawingml/2006/main">
            <a:schemeClr val="tx1"/>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88" name="Freihandform: Form 187">
            <a:extLst xmlns:a="http://schemas.openxmlformats.org/drawingml/2006/main">
              <a:ext uri="{FF2B5EF4-FFF2-40B4-BE49-F238E27FC236}">
                <a16:creationId xmlns:a16="http://schemas.microsoft.com/office/drawing/2014/main" id="{697E23D0-D2AD-3142-8A3E-37ABC6B906BF}"/>
              </a:ext>
            </a:extLst>
          </p:cNvPr>
          <p:cNvSpPr>
            <a:spLocks xmlns:a="http://schemas.openxmlformats.org/drawingml/2006/main" noGrp="1"/>
          </p:cNvSpPr>
          <p:nvPr/>
        </p:nvSpPr>
        <p:spPr>
          <a:xfrm xmlns:a="http://schemas.openxmlformats.org/drawingml/2006/main" rot="0" flipH="0" flipV="0">
            <a:off x="1794070" y="483102"/>
            <a:ext cx="51336" cy="110935"/>
          </a:xfrm>
          <a:custGeom xmlns:a="http://schemas.openxmlformats.org/drawingml/2006/main">
            <a:gdLst>
              <a:gd name="connsiteX0" fmla="*/ 165735 w 165734"/>
              <a:gd name="connsiteY0" fmla="*/ 295275 h 358140"/>
              <a:gd name="connsiteX1" fmla="*/ 165735 w 165734"/>
              <a:gd name="connsiteY1" fmla="*/ 348615 h 358140"/>
              <a:gd name="connsiteX2" fmla="*/ 113347 w 165734"/>
              <a:gd name="connsiteY2" fmla="*/ 358140 h 358140"/>
              <a:gd name="connsiteX3" fmla="*/ 40958 w 165734"/>
              <a:gd name="connsiteY3" fmla="*/ 282892 h 358140"/>
              <a:gd name="connsiteX4" fmla="*/ 40958 w 165734"/>
              <a:gd name="connsiteY4" fmla="*/ 137160 h 358140"/>
              <a:gd name="connsiteX5" fmla="*/ 0 w 165734"/>
              <a:gd name="connsiteY5" fmla="*/ 137160 h 358140"/>
              <a:gd name="connsiteX6" fmla="*/ 0 w 165734"/>
              <a:gd name="connsiteY6" fmla="*/ 85725 h 358140"/>
              <a:gd name="connsiteX7" fmla="*/ 40005 w 165734"/>
              <a:gd name="connsiteY7" fmla="*/ 85725 h 358140"/>
              <a:gd name="connsiteX8" fmla="*/ 40005 w 165734"/>
              <a:gd name="connsiteY8" fmla="*/ 13335 h 358140"/>
              <a:gd name="connsiteX9" fmla="*/ 101918 w 165734"/>
              <a:gd name="connsiteY9" fmla="*/ 0 h 358140"/>
              <a:gd name="connsiteX10" fmla="*/ 101918 w 165734"/>
              <a:gd name="connsiteY10" fmla="*/ 86677 h 358140"/>
              <a:gd name="connsiteX11" fmla="*/ 165735 w 165734"/>
              <a:gd name="connsiteY11" fmla="*/ 86677 h 358140"/>
              <a:gd name="connsiteX12" fmla="*/ 165735 w 165734"/>
              <a:gd name="connsiteY12" fmla="*/ 138113 h 358140"/>
              <a:gd name="connsiteX13" fmla="*/ 101918 w 165734"/>
              <a:gd name="connsiteY13" fmla="*/ 138113 h 358140"/>
              <a:gd name="connsiteX14" fmla="*/ 101918 w 165734"/>
              <a:gd name="connsiteY14" fmla="*/ 269558 h 358140"/>
              <a:gd name="connsiteX15" fmla="*/ 130493 w 165734"/>
              <a:gd name="connsiteY15" fmla="*/ 304800 h 358140"/>
              <a:gd name="connsiteX16" fmla="*/ 165735 w 165734"/>
              <a:gd name="connsiteY16" fmla="*/ 295275 h 358140"/>
            </a:gdLst>
            <a:rect l="l" t="t" r="r" b="b"/>
            <a:pathLst>
              <a:path w="165734" h="358140">
                <a:moveTo>
                  <a:pt x="165735" y="295275"/>
                </a:moveTo>
                <a:lnTo>
                  <a:pt x="165735" y="348615"/>
                </a:lnTo>
                <a:cubicBezTo>
                  <a:pt x="152400" y="355283"/>
                  <a:pt x="131445" y="358140"/>
                  <a:pt x="113347" y="358140"/>
                </a:cubicBezTo>
                <a:cubicBezTo>
                  <a:pt x="66675" y="358140"/>
                  <a:pt x="40958" y="331470"/>
                  <a:pt x="40958" y="282892"/>
                </a:cubicBezTo>
                <a:lnTo>
                  <a:pt x="40958" y="137160"/>
                </a:lnTo>
                <a:lnTo>
                  <a:pt x="0" y="137160"/>
                </a:lnTo>
                <a:lnTo>
                  <a:pt x="0" y="85725"/>
                </a:lnTo>
                <a:lnTo>
                  <a:pt x="40005" y="85725"/>
                </a:lnTo>
                <a:lnTo>
                  <a:pt x="40005" y="13335"/>
                </a:lnTo>
                <a:lnTo>
                  <a:pt x="101918" y="0"/>
                </a:lnTo>
                <a:lnTo>
                  <a:pt x="101918" y="86677"/>
                </a:lnTo>
                <a:lnTo>
                  <a:pt x="165735" y="86677"/>
                </a:lnTo>
                <a:lnTo>
                  <a:pt x="165735" y="138113"/>
                </a:lnTo>
                <a:lnTo>
                  <a:pt x="101918" y="138113"/>
                </a:lnTo>
                <a:lnTo>
                  <a:pt x="101918" y="269558"/>
                </a:lnTo>
                <a:cubicBezTo>
                  <a:pt x="101918" y="294322"/>
                  <a:pt x="110490" y="304800"/>
                  <a:pt x="130493" y="304800"/>
                </a:cubicBezTo>
                <a:cubicBezTo>
                  <a:pt x="141922" y="303847"/>
                  <a:pt x="155258" y="300038"/>
                  <a:pt x="165735" y="295275"/>
                </a:cubicBezTo>
                <a:close/>
              </a:path>
            </a:pathLst>
          </a:custGeom>
          <a:solidFill xmlns:a="http://schemas.openxmlformats.org/drawingml/2006/main">
            <a:schemeClr val="tx1"/>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89" name="Freihandform: Form 188">
            <a:extLst xmlns:a="http://schemas.openxmlformats.org/drawingml/2006/main">
              <a:ext uri="{FF2B5EF4-FFF2-40B4-BE49-F238E27FC236}">
                <a16:creationId xmlns:a16="http://schemas.microsoft.com/office/drawing/2014/main" id="{C5FC6DC2-92D0-6D49-BDFC-FA21FE7F4933}"/>
              </a:ext>
            </a:extLst>
          </p:cNvPr>
          <p:cNvSpPr>
            <a:spLocks xmlns:a="http://schemas.openxmlformats.org/drawingml/2006/main" noGrp="1"/>
          </p:cNvSpPr>
          <p:nvPr/>
        </p:nvSpPr>
        <p:spPr>
          <a:xfrm xmlns:a="http://schemas.openxmlformats.org/drawingml/2006/main" rot="0" flipH="0" flipV="0">
            <a:off x="1860454" y="474251"/>
            <a:ext cx="69925" cy="119786"/>
          </a:xfrm>
          <a:custGeom xmlns:a="http://schemas.openxmlformats.org/drawingml/2006/main">
            <a:gdLst>
              <a:gd name="connsiteX0" fmla="*/ 114300 w 225742"/>
              <a:gd name="connsiteY0" fmla="*/ 215265 h 386715"/>
              <a:gd name="connsiteX1" fmla="*/ 164783 w 225742"/>
              <a:gd name="connsiteY1" fmla="*/ 220980 h 386715"/>
              <a:gd name="connsiteX2" fmla="*/ 164783 w 225742"/>
              <a:gd name="connsiteY2" fmla="*/ 211455 h 386715"/>
              <a:gd name="connsiteX3" fmla="*/ 105728 w 225742"/>
              <a:gd name="connsiteY3" fmla="*/ 160020 h 386715"/>
              <a:gd name="connsiteX4" fmla="*/ 38100 w 225742"/>
              <a:gd name="connsiteY4" fmla="*/ 175260 h 386715"/>
              <a:gd name="connsiteX5" fmla="*/ 24765 w 225742"/>
              <a:gd name="connsiteY5" fmla="*/ 122873 h 386715"/>
              <a:gd name="connsiteX6" fmla="*/ 112395 w 225742"/>
              <a:gd name="connsiteY6" fmla="*/ 107633 h 386715"/>
              <a:gd name="connsiteX7" fmla="*/ 225742 w 225742"/>
              <a:gd name="connsiteY7" fmla="*/ 210503 h 386715"/>
              <a:gd name="connsiteX8" fmla="*/ 225742 w 225742"/>
              <a:gd name="connsiteY8" fmla="*/ 381000 h 386715"/>
              <a:gd name="connsiteX9" fmla="*/ 166688 w 225742"/>
              <a:gd name="connsiteY9" fmla="*/ 381000 h 386715"/>
              <a:gd name="connsiteX10" fmla="*/ 166688 w 225742"/>
              <a:gd name="connsiteY10" fmla="*/ 352425 h 386715"/>
              <a:gd name="connsiteX11" fmla="*/ 165735 w 225742"/>
              <a:gd name="connsiteY11" fmla="*/ 352425 h 386715"/>
              <a:gd name="connsiteX12" fmla="*/ 87630 w 225742"/>
              <a:gd name="connsiteY12" fmla="*/ 386715 h 386715"/>
              <a:gd name="connsiteX13" fmla="*/ 0 w 225742"/>
              <a:gd name="connsiteY13" fmla="*/ 301942 h 386715"/>
              <a:gd name="connsiteX14" fmla="*/ 114300 w 225742"/>
              <a:gd name="connsiteY14" fmla="*/ 215265 h 386715"/>
              <a:gd name="connsiteX15" fmla="*/ 63817 w 225742"/>
              <a:gd name="connsiteY15" fmla="*/ 72390 h 386715"/>
              <a:gd name="connsiteX16" fmla="*/ 26670 w 225742"/>
              <a:gd name="connsiteY16" fmla="*/ 36195 h 386715"/>
              <a:gd name="connsiteX17" fmla="*/ 63817 w 225742"/>
              <a:gd name="connsiteY17" fmla="*/ 0 h 386715"/>
              <a:gd name="connsiteX18" fmla="*/ 100965 w 225742"/>
              <a:gd name="connsiteY18" fmla="*/ 36195 h 386715"/>
              <a:gd name="connsiteX19" fmla="*/ 63817 w 225742"/>
              <a:gd name="connsiteY19" fmla="*/ 72390 h 386715"/>
              <a:gd name="connsiteX20" fmla="*/ 103822 w 225742"/>
              <a:gd name="connsiteY20" fmla="*/ 340042 h 386715"/>
              <a:gd name="connsiteX21" fmla="*/ 164783 w 225742"/>
              <a:gd name="connsiteY21" fmla="*/ 307658 h 386715"/>
              <a:gd name="connsiteX22" fmla="*/ 164783 w 225742"/>
              <a:gd name="connsiteY22" fmla="*/ 260985 h 386715"/>
              <a:gd name="connsiteX23" fmla="*/ 120967 w 225742"/>
              <a:gd name="connsiteY23" fmla="*/ 256222 h 386715"/>
              <a:gd name="connsiteX24" fmla="*/ 59055 w 225742"/>
              <a:gd name="connsiteY24" fmla="*/ 300038 h 386715"/>
              <a:gd name="connsiteX25" fmla="*/ 103822 w 225742"/>
              <a:gd name="connsiteY25" fmla="*/ 340042 h 386715"/>
              <a:gd name="connsiteX26" fmla="*/ 172403 w 225742"/>
              <a:gd name="connsiteY26" fmla="*/ 72390 h 386715"/>
              <a:gd name="connsiteX27" fmla="*/ 135255 w 225742"/>
              <a:gd name="connsiteY27" fmla="*/ 36195 h 386715"/>
              <a:gd name="connsiteX28" fmla="*/ 172403 w 225742"/>
              <a:gd name="connsiteY28" fmla="*/ 0 h 386715"/>
              <a:gd name="connsiteX29" fmla="*/ 209550 w 225742"/>
              <a:gd name="connsiteY29" fmla="*/ 36195 h 386715"/>
              <a:gd name="connsiteX30" fmla="*/ 172403 w 225742"/>
              <a:gd name="connsiteY30" fmla="*/ 72390 h 386715"/>
            </a:gdLst>
            <a:rect l="l" t="t" r="r" b="b"/>
            <a:pathLst>
              <a:path w="225742" h="386715">
                <a:moveTo>
                  <a:pt x="114300" y="215265"/>
                </a:moveTo>
                <a:cubicBezTo>
                  <a:pt x="131445" y="215265"/>
                  <a:pt x="147638" y="216217"/>
                  <a:pt x="164783" y="220980"/>
                </a:cubicBezTo>
                <a:lnTo>
                  <a:pt x="164783" y="211455"/>
                </a:lnTo>
                <a:cubicBezTo>
                  <a:pt x="164783" y="177165"/>
                  <a:pt x="144780" y="160020"/>
                  <a:pt x="105728" y="160020"/>
                </a:cubicBezTo>
                <a:cubicBezTo>
                  <a:pt x="83820" y="160020"/>
                  <a:pt x="60008" y="164783"/>
                  <a:pt x="38100" y="175260"/>
                </a:cubicBezTo>
                <a:lnTo>
                  <a:pt x="24765" y="122873"/>
                </a:lnTo>
                <a:cubicBezTo>
                  <a:pt x="49530" y="113348"/>
                  <a:pt x="81915" y="107633"/>
                  <a:pt x="112395" y="107633"/>
                </a:cubicBezTo>
                <a:cubicBezTo>
                  <a:pt x="187642" y="107633"/>
                  <a:pt x="225742" y="142875"/>
                  <a:pt x="225742" y="210503"/>
                </a:cubicBezTo>
                <a:lnTo>
                  <a:pt x="225742" y="381000"/>
                </a:lnTo>
                <a:lnTo>
                  <a:pt x="166688" y="381000"/>
                </a:lnTo>
                <a:lnTo>
                  <a:pt x="166688" y="352425"/>
                </a:lnTo>
                <a:lnTo>
                  <a:pt x="165735" y="352425"/>
                </a:lnTo>
                <a:cubicBezTo>
                  <a:pt x="142875" y="376238"/>
                  <a:pt x="119063" y="386715"/>
                  <a:pt x="87630" y="386715"/>
                </a:cubicBezTo>
                <a:cubicBezTo>
                  <a:pt x="34290" y="386715"/>
                  <a:pt x="0" y="353378"/>
                  <a:pt x="0" y="301942"/>
                </a:cubicBezTo>
                <a:cubicBezTo>
                  <a:pt x="0" y="245745"/>
                  <a:pt x="40005" y="215265"/>
                  <a:pt x="114300" y="215265"/>
                </a:cubicBezTo>
                <a:close/>
                <a:moveTo>
                  <a:pt x="63817" y="72390"/>
                </a:moveTo>
                <a:cubicBezTo>
                  <a:pt x="43815" y="72390"/>
                  <a:pt x="26670" y="55245"/>
                  <a:pt x="26670" y="36195"/>
                </a:cubicBezTo>
                <a:cubicBezTo>
                  <a:pt x="26670" y="17145"/>
                  <a:pt x="43815" y="0"/>
                  <a:pt x="63817" y="0"/>
                </a:cubicBezTo>
                <a:cubicBezTo>
                  <a:pt x="83820" y="0"/>
                  <a:pt x="100965" y="17145"/>
                  <a:pt x="100965" y="36195"/>
                </a:cubicBezTo>
                <a:cubicBezTo>
                  <a:pt x="100965" y="56198"/>
                  <a:pt x="83820" y="72390"/>
                  <a:pt x="63817" y="72390"/>
                </a:cubicBezTo>
                <a:close/>
                <a:moveTo>
                  <a:pt x="103822" y="340042"/>
                </a:moveTo>
                <a:cubicBezTo>
                  <a:pt x="126683" y="340042"/>
                  <a:pt x="147638" y="328613"/>
                  <a:pt x="164783" y="307658"/>
                </a:cubicBezTo>
                <a:lnTo>
                  <a:pt x="164783" y="260985"/>
                </a:lnTo>
                <a:cubicBezTo>
                  <a:pt x="150495" y="257175"/>
                  <a:pt x="135255" y="256222"/>
                  <a:pt x="120967" y="256222"/>
                </a:cubicBezTo>
                <a:cubicBezTo>
                  <a:pt x="81915" y="256222"/>
                  <a:pt x="59055" y="271463"/>
                  <a:pt x="59055" y="300038"/>
                </a:cubicBezTo>
                <a:cubicBezTo>
                  <a:pt x="59055" y="324803"/>
                  <a:pt x="76200" y="340042"/>
                  <a:pt x="103822" y="340042"/>
                </a:cubicBezTo>
                <a:close/>
                <a:moveTo>
                  <a:pt x="172403" y="72390"/>
                </a:moveTo>
                <a:cubicBezTo>
                  <a:pt x="152400" y="72390"/>
                  <a:pt x="135255" y="55245"/>
                  <a:pt x="135255" y="36195"/>
                </a:cubicBezTo>
                <a:cubicBezTo>
                  <a:pt x="135255" y="17145"/>
                  <a:pt x="152400" y="0"/>
                  <a:pt x="172403" y="0"/>
                </a:cubicBezTo>
                <a:cubicBezTo>
                  <a:pt x="192405" y="0"/>
                  <a:pt x="209550" y="17145"/>
                  <a:pt x="209550" y="36195"/>
                </a:cubicBezTo>
                <a:cubicBezTo>
                  <a:pt x="209550" y="56198"/>
                  <a:pt x="192405" y="72390"/>
                  <a:pt x="172403" y="72390"/>
                </a:cubicBezTo>
                <a:close/>
              </a:path>
            </a:pathLst>
          </a:custGeom>
          <a:solidFill xmlns:a="http://schemas.openxmlformats.org/drawingml/2006/main">
            <a:schemeClr val="tx1"/>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90" name="Freihandform: Form 189">
            <a:extLst xmlns:a="http://schemas.openxmlformats.org/drawingml/2006/main">
              <a:ext uri="{FF2B5EF4-FFF2-40B4-BE49-F238E27FC236}">
                <a16:creationId xmlns:a16="http://schemas.microsoft.com/office/drawing/2014/main" id="{402015ED-8B6D-DE4E-8093-A79355D84C63}"/>
              </a:ext>
            </a:extLst>
          </p:cNvPr>
          <p:cNvSpPr>
            <a:spLocks xmlns:a="http://schemas.openxmlformats.org/drawingml/2006/main" noGrp="1"/>
          </p:cNvSpPr>
          <p:nvPr/>
        </p:nvSpPr>
        <p:spPr>
          <a:xfrm xmlns:a="http://schemas.openxmlformats.org/drawingml/2006/main" rot="0" flipH="0" flipV="0">
            <a:off x="1945427" y="483102"/>
            <a:ext cx="51336" cy="110935"/>
          </a:xfrm>
          <a:custGeom xmlns:a="http://schemas.openxmlformats.org/drawingml/2006/main">
            <a:gdLst>
              <a:gd name="connsiteX0" fmla="*/ 165735 w 165734"/>
              <a:gd name="connsiteY0" fmla="*/ 295275 h 358140"/>
              <a:gd name="connsiteX1" fmla="*/ 165735 w 165734"/>
              <a:gd name="connsiteY1" fmla="*/ 348615 h 358140"/>
              <a:gd name="connsiteX2" fmla="*/ 113347 w 165734"/>
              <a:gd name="connsiteY2" fmla="*/ 358140 h 358140"/>
              <a:gd name="connsiteX3" fmla="*/ 40957 w 165734"/>
              <a:gd name="connsiteY3" fmla="*/ 282892 h 358140"/>
              <a:gd name="connsiteX4" fmla="*/ 40957 w 165734"/>
              <a:gd name="connsiteY4" fmla="*/ 137160 h 358140"/>
              <a:gd name="connsiteX5" fmla="*/ 0 w 165734"/>
              <a:gd name="connsiteY5" fmla="*/ 137160 h 358140"/>
              <a:gd name="connsiteX6" fmla="*/ 0 w 165734"/>
              <a:gd name="connsiteY6" fmla="*/ 85725 h 358140"/>
              <a:gd name="connsiteX7" fmla="*/ 40005 w 165734"/>
              <a:gd name="connsiteY7" fmla="*/ 85725 h 358140"/>
              <a:gd name="connsiteX8" fmla="*/ 40005 w 165734"/>
              <a:gd name="connsiteY8" fmla="*/ 13335 h 358140"/>
              <a:gd name="connsiteX9" fmla="*/ 101918 w 165734"/>
              <a:gd name="connsiteY9" fmla="*/ 0 h 358140"/>
              <a:gd name="connsiteX10" fmla="*/ 101918 w 165734"/>
              <a:gd name="connsiteY10" fmla="*/ 86677 h 358140"/>
              <a:gd name="connsiteX11" fmla="*/ 165735 w 165734"/>
              <a:gd name="connsiteY11" fmla="*/ 86677 h 358140"/>
              <a:gd name="connsiteX12" fmla="*/ 165735 w 165734"/>
              <a:gd name="connsiteY12" fmla="*/ 138113 h 358140"/>
              <a:gd name="connsiteX13" fmla="*/ 102870 w 165734"/>
              <a:gd name="connsiteY13" fmla="*/ 138113 h 358140"/>
              <a:gd name="connsiteX14" fmla="*/ 102870 w 165734"/>
              <a:gd name="connsiteY14" fmla="*/ 269558 h 358140"/>
              <a:gd name="connsiteX15" fmla="*/ 131445 w 165734"/>
              <a:gd name="connsiteY15" fmla="*/ 304800 h 358140"/>
              <a:gd name="connsiteX16" fmla="*/ 165735 w 165734"/>
              <a:gd name="connsiteY16" fmla="*/ 295275 h 358140"/>
            </a:gdLst>
            <a:rect l="l" t="t" r="r" b="b"/>
            <a:pathLst>
              <a:path w="165734" h="358140">
                <a:moveTo>
                  <a:pt x="165735" y="295275"/>
                </a:moveTo>
                <a:lnTo>
                  <a:pt x="165735" y="348615"/>
                </a:lnTo>
                <a:cubicBezTo>
                  <a:pt x="152400" y="355283"/>
                  <a:pt x="131445" y="358140"/>
                  <a:pt x="113347" y="358140"/>
                </a:cubicBezTo>
                <a:cubicBezTo>
                  <a:pt x="66675" y="358140"/>
                  <a:pt x="40957" y="331470"/>
                  <a:pt x="40957" y="282892"/>
                </a:cubicBezTo>
                <a:lnTo>
                  <a:pt x="40957" y="137160"/>
                </a:lnTo>
                <a:lnTo>
                  <a:pt x="0" y="137160"/>
                </a:lnTo>
                <a:lnTo>
                  <a:pt x="0" y="85725"/>
                </a:lnTo>
                <a:lnTo>
                  <a:pt x="40005" y="85725"/>
                </a:lnTo>
                <a:lnTo>
                  <a:pt x="40005" y="13335"/>
                </a:lnTo>
                <a:lnTo>
                  <a:pt x="101918" y="0"/>
                </a:lnTo>
                <a:lnTo>
                  <a:pt x="101918" y="86677"/>
                </a:lnTo>
                <a:lnTo>
                  <a:pt x="165735" y="86677"/>
                </a:lnTo>
                <a:lnTo>
                  <a:pt x="165735" y="138113"/>
                </a:lnTo>
                <a:lnTo>
                  <a:pt x="102870" y="138113"/>
                </a:lnTo>
                <a:lnTo>
                  <a:pt x="102870" y="269558"/>
                </a:lnTo>
                <a:cubicBezTo>
                  <a:pt x="102870" y="294322"/>
                  <a:pt x="111443" y="304800"/>
                  <a:pt x="131445" y="304800"/>
                </a:cubicBezTo>
                <a:cubicBezTo>
                  <a:pt x="142875" y="303847"/>
                  <a:pt x="155257" y="300038"/>
                  <a:pt x="165735" y="295275"/>
                </a:cubicBezTo>
                <a:close/>
              </a:path>
            </a:pathLst>
          </a:custGeom>
          <a:solidFill xmlns:a="http://schemas.openxmlformats.org/drawingml/2006/main">
            <a:schemeClr val="tx1"/>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194" name="Freihandform: Form 87">
            <a:extLst xmlns:a="http://schemas.openxmlformats.org/drawingml/2006/main">
              <a:ext uri="{FF2B5EF4-FFF2-40B4-BE49-F238E27FC236}">
                <a16:creationId xmlns:a16="http://schemas.microsoft.com/office/drawing/2014/main" id="{C7277E25-4150-EF4E-B2B2-BD3F0A3E2646}"/>
              </a:ext>
            </a:extLst>
          </p:cNvPr>
          <p:cNvSpPr>
            <a:spLocks xmlns:a="http://schemas.openxmlformats.org/drawingml/2006/main" noGrp="1"/>
          </p:cNvSpPr>
          <p:nvPr/>
        </p:nvSpPr>
        <p:spPr>
          <a:xfrm xmlns:a="http://schemas.openxmlformats.org/drawingml/2006/main">
            <a:off x="10272966" y="300704"/>
            <a:ext cx="1403903" cy="535987"/>
          </a:xfrm>
          <a:custGeom xmlns:a="http://schemas.openxmlformats.org/drawingml/2006/main">
            <a:gdLst>
              <a:gd name="connsiteX0" fmla="*/ 0 w 1456912"/>
              <a:gd name="connsiteY0" fmla="*/ 51854 h 556225"/>
              <a:gd name="connsiteX1" fmla="*/ 28188 w 1456912"/>
              <a:gd name="connsiteY1" fmla="*/ 23666 h 556225"/>
              <a:gd name="connsiteX2" fmla="*/ 28188 w 1456912"/>
              <a:gd name="connsiteY2" fmla="*/ 535557 h 556225"/>
              <a:gd name="connsiteX3" fmla="*/ 0 w 1456912"/>
              <a:gd name="connsiteY3" fmla="*/ 535557 h 556225"/>
              <a:gd name="connsiteX4" fmla="*/ 0 w 1456912"/>
              <a:gd name="connsiteY4" fmla="*/ 51854 h 556225"/>
              <a:gd name="connsiteX5" fmla="*/ 84564 w 1456912"/>
              <a:gd name="connsiteY5" fmla="*/ 28188 h 556225"/>
              <a:gd name="connsiteX6" fmla="*/ 422811 w 1456912"/>
              <a:gd name="connsiteY6" fmla="*/ 28188 h 556225"/>
              <a:gd name="connsiteX7" fmla="*/ 422811 w 1456912"/>
              <a:gd name="connsiteY7" fmla="*/ 0 h 556225"/>
              <a:gd name="connsiteX8" fmla="*/ 56376 w 1456912"/>
              <a:gd name="connsiteY8" fmla="*/ 0 h 556225"/>
              <a:gd name="connsiteX9" fmla="*/ 56376 w 1456912"/>
              <a:gd name="connsiteY9" fmla="*/ 338244 h 556225"/>
              <a:gd name="connsiteX10" fmla="*/ 367711 w 1456912"/>
              <a:gd name="connsiteY10" fmla="*/ 338244 h 556225"/>
              <a:gd name="connsiteX11" fmla="*/ 367711 w 1456912"/>
              <a:gd name="connsiteY11" fmla="*/ 310062 h 556225"/>
              <a:gd name="connsiteX12" fmla="*/ 84564 w 1456912"/>
              <a:gd name="connsiteY12" fmla="*/ 310062 h 556225"/>
              <a:gd name="connsiteX13" fmla="*/ 84564 w 1456912"/>
              <a:gd name="connsiteY13" fmla="*/ 28188 h 556225"/>
              <a:gd name="connsiteX14" fmla="*/ 410152 w 1456912"/>
              <a:gd name="connsiteY14" fmla="*/ 253686 h 556225"/>
              <a:gd name="connsiteX15" fmla="*/ 140937 w 1456912"/>
              <a:gd name="connsiteY15" fmla="*/ 253686 h 556225"/>
              <a:gd name="connsiteX16" fmla="*/ 140937 w 1456912"/>
              <a:gd name="connsiteY16" fmla="*/ 140940 h 556225"/>
              <a:gd name="connsiteX17" fmla="*/ 371171 w 1456912"/>
              <a:gd name="connsiteY17" fmla="*/ 140940 h 556225"/>
              <a:gd name="connsiteX18" fmla="*/ 399359 w 1456912"/>
              <a:gd name="connsiteY18" fmla="*/ 112752 h 556225"/>
              <a:gd name="connsiteX19" fmla="*/ 140937 w 1456912"/>
              <a:gd name="connsiteY19" fmla="*/ 112752 h 556225"/>
              <a:gd name="connsiteX20" fmla="*/ 140937 w 1456912"/>
              <a:gd name="connsiteY20" fmla="*/ 84564 h 556225"/>
              <a:gd name="connsiteX21" fmla="*/ 422811 w 1456912"/>
              <a:gd name="connsiteY21" fmla="*/ 84564 h 556225"/>
              <a:gd name="connsiteX22" fmla="*/ 422811 w 1456912"/>
              <a:gd name="connsiteY22" fmla="*/ 56376 h 556225"/>
              <a:gd name="connsiteX23" fmla="*/ 112749 w 1456912"/>
              <a:gd name="connsiteY23" fmla="*/ 56376 h 556225"/>
              <a:gd name="connsiteX24" fmla="*/ 112749 w 1456912"/>
              <a:gd name="connsiteY24" fmla="*/ 281874 h 556225"/>
              <a:gd name="connsiteX25" fmla="*/ 382334 w 1456912"/>
              <a:gd name="connsiteY25" fmla="*/ 281874 h 556225"/>
              <a:gd name="connsiteX26" fmla="*/ 410152 w 1456912"/>
              <a:gd name="connsiteY26" fmla="*/ 253686 h 556225"/>
              <a:gd name="connsiteX27" fmla="*/ 56376 w 1456912"/>
              <a:gd name="connsiteY27" fmla="*/ 535557 h 556225"/>
              <a:gd name="connsiteX28" fmla="*/ 84564 w 1456912"/>
              <a:gd name="connsiteY28" fmla="*/ 535557 h 556225"/>
              <a:gd name="connsiteX29" fmla="*/ 84564 w 1456912"/>
              <a:gd name="connsiteY29" fmla="*/ 394620 h 556225"/>
              <a:gd name="connsiteX30" fmla="*/ 112752 w 1456912"/>
              <a:gd name="connsiteY30" fmla="*/ 394620 h 556225"/>
              <a:gd name="connsiteX31" fmla="*/ 112752 w 1456912"/>
              <a:gd name="connsiteY31" fmla="*/ 511890 h 556225"/>
              <a:gd name="connsiteX32" fmla="*/ 140940 w 1456912"/>
              <a:gd name="connsiteY32" fmla="*/ 483705 h 556225"/>
              <a:gd name="connsiteX33" fmla="*/ 140940 w 1456912"/>
              <a:gd name="connsiteY33" fmla="*/ 394620 h 556225"/>
              <a:gd name="connsiteX34" fmla="*/ 367714 w 1456912"/>
              <a:gd name="connsiteY34" fmla="*/ 394620 h 556225"/>
              <a:gd name="connsiteX35" fmla="*/ 367714 w 1456912"/>
              <a:gd name="connsiteY35" fmla="*/ 366435 h 556225"/>
              <a:gd name="connsiteX36" fmla="*/ 56376 w 1456912"/>
              <a:gd name="connsiteY36" fmla="*/ 366435 h 556225"/>
              <a:gd name="connsiteX37" fmla="*/ 56376 w 1456912"/>
              <a:gd name="connsiteY37" fmla="*/ 535557 h 556225"/>
              <a:gd name="connsiteX38" fmla="*/ 1428724 w 1456912"/>
              <a:gd name="connsiteY38" fmla="*/ 0 h 556225"/>
              <a:gd name="connsiteX39" fmla="*/ 1428724 w 1456912"/>
              <a:gd name="connsiteY39" fmla="*/ 324156 h 556225"/>
              <a:gd name="connsiteX40" fmla="*/ 1316539 w 1456912"/>
              <a:gd name="connsiteY40" fmla="*/ 514089 h 556225"/>
              <a:gd name="connsiteX41" fmla="*/ 1315903 w 1456912"/>
              <a:gd name="connsiteY41" fmla="*/ 513258 h 556225"/>
              <a:gd name="connsiteX42" fmla="*/ 1400536 w 1456912"/>
              <a:gd name="connsiteY42" fmla="*/ 351869 h 556225"/>
              <a:gd name="connsiteX43" fmla="*/ 1400536 w 1456912"/>
              <a:gd name="connsiteY43" fmla="*/ 3 h 556225"/>
              <a:gd name="connsiteX44" fmla="*/ 1372348 w 1456912"/>
              <a:gd name="connsiteY44" fmla="*/ 3 h 556225"/>
              <a:gd name="connsiteX45" fmla="*/ 1372348 w 1456912"/>
              <a:gd name="connsiteY45" fmla="*/ 351400 h 556225"/>
              <a:gd name="connsiteX46" fmla="*/ 1189132 w 1456912"/>
              <a:gd name="connsiteY46" fmla="*/ 528510 h 556225"/>
              <a:gd name="connsiteX47" fmla="*/ 1005916 w 1456912"/>
              <a:gd name="connsiteY47" fmla="*/ 351400 h 556225"/>
              <a:gd name="connsiteX48" fmla="*/ 1005916 w 1456912"/>
              <a:gd name="connsiteY48" fmla="*/ 23666 h 556225"/>
              <a:gd name="connsiteX49" fmla="*/ 977728 w 1456912"/>
              <a:gd name="connsiteY49" fmla="*/ 51854 h 556225"/>
              <a:gd name="connsiteX50" fmla="*/ 977728 w 1456912"/>
              <a:gd name="connsiteY50" fmla="*/ 351869 h 556225"/>
              <a:gd name="connsiteX51" fmla="*/ 1189132 w 1456912"/>
              <a:gd name="connsiteY51" fmla="*/ 556226 h 556225"/>
              <a:gd name="connsiteX52" fmla="*/ 1217320 w 1456912"/>
              <a:gd name="connsiteY52" fmla="*/ 556226 h 556225"/>
              <a:gd name="connsiteX53" fmla="*/ 1456912 w 1456912"/>
              <a:gd name="connsiteY53" fmla="*/ 324566 h 556225"/>
              <a:gd name="connsiteX54" fmla="*/ 1456912 w 1456912"/>
              <a:gd name="connsiteY54" fmla="*/ 0 h 556225"/>
              <a:gd name="connsiteX55" fmla="*/ 1428724 w 1456912"/>
              <a:gd name="connsiteY55" fmla="*/ 0 h 556225"/>
              <a:gd name="connsiteX56" fmla="*/ 1189132 w 1456912"/>
              <a:gd name="connsiteY56" fmla="*/ 500322 h 556225"/>
              <a:gd name="connsiteX57" fmla="*/ 1344160 w 1456912"/>
              <a:gd name="connsiteY57" fmla="*/ 351400 h 556225"/>
              <a:gd name="connsiteX58" fmla="*/ 1344160 w 1456912"/>
              <a:gd name="connsiteY58" fmla="*/ 351400 h 556225"/>
              <a:gd name="connsiteX59" fmla="*/ 1344160 w 1456912"/>
              <a:gd name="connsiteY59" fmla="*/ 23666 h 556225"/>
              <a:gd name="connsiteX60" fmla="*/ 1315972 w 1456912"/>
              <a:gd name="connsiteY60" fmla="*/ 51854 h 556225"/>
              <a:gd name="connsiteX61" fmla="*/ 1315972 w 1456912"/>
              <a:gd name="connsiteY61" fmla="*/ 324153 h 556225"/>
              <a:gd name="connsiteX62" fmla="*/ 1217317 w 1456912"/>
              <a:gd name="connsiteY62" fmla="*/ 415761 h 556225"/>
              <a:gd name="connsiteX63" fmla="*/ 1118662 w 1456912"/>
              <a:gd name="connsiteY63" fmla="*/ 324153 h 556225"/>
              <a:gd name="connsiteX64" fmla="*/ 1118662 w 1456912"/>
              <a:gd name="connsiteY64" fmla="*/ 3 h 556225"/>
              <a:gd name="connsiteX65" fmla="*/ 1090474 w 1456912"/>
              <a:gd name="connsiteY65" fmla="*/ 3 h 556225"/>
              <a:gd name="connsiteX66" fmla="*/ 1090474 w 1456912"/>
              <a:gd name="connsiteY66" fmla="*/ 324156 h 556225"/>
              <a:gd name="connsiteX67" fmla="*/ 1217317 w 1456912"/>
              <a:gd name="connsiteY67" fmla="*/ 443951 h 556225"/>
              <a:gd name="connsiteX68" fmla="*/ 1304349 w 1456912"/>
              <a:gd name="connsiteY68" fmla="*/ 404889 h 556225"/>
              <a:gd name="connsiteX69" fmla="*/ 1304982 w 1456912"/>
              <a:gd name="connsiteY69" fmla="*/ 405720 h 556225"/>
              <a:gd name="connsiteX70" fmla="*/ 1189129 w 1456912"/>
              <a:gd name="connsiteY70" fmla="*/ 472139 h 556225"/>
              <a:gd name="connsiteX71" fmla="*/ 1062303 w 1456912"/>
              <a:gd name="connsiteY71" fmla="*/ 352344 h 556225"/>
              <a:gd name="connsiteX72" fmla="*/ 1062286 w 1456912"/>
              <a:gd name="connsiteY72" fmla="*/ 352344 h 556225"/>
              <a:gd name="connsiteX73" fmla="*/ 1062286 w 1456912"/>
              <a:gd name="connsiteY73" fmla="*/ 3 h 556225"/>
              <a:gd name="connsiteX74" fmla="*/ 1034098 w 1456912"/>
              <a:gd name="connsiteY74" fmla="*/ 3 h 556225"/>
              <a:gd name="connsiteX75" fmla="*/ 1034098 w 1456912"/>
              <a:gd name="connsiteY75" fmla="*/ 352341 h 556225"/>
              <a:gd name="connsiteX76" fmla="*/ 1034113 w 1456912"/>
              <a:gd name="connsiteY76" fmla="*/ 352341 h 556225"/>
              <a:gd name="connsiteX77" fmla="*/ 1189132 w 1456912"/>
              <a:gd name="connsiteY77" fmla="*/ 500322 h 556225"/>
              <a:gd name="connsiteX78" fmla="*/ 562774 w 1456912"/>
              <a:gd name="connsiteY78" fmla="*/ 366435 h 556225"/>
              <a:gd name="connsiteX79" fmla="*/ 491494 w 1456912"/>
              <a:gd name="connsiteY79" fmla="*/ 535557 h 556225"/>
              <a:gd name="connsiteX80" fmla="*/ 519684 w 1456912"/>
              <a:gd name="connsiteY80" fmla="*/ 535554 h 556225"/>
              <a:gd name="connsiteX81" fmla="*/ 519682 w 1456912"/>
              <a:gd name="connsiteY81" fmla="*/ 535557 h 556225"/>
              <a:gd name="connsiteX82" fmla="*/ 519684 w 1456912"/>
              <a:gd name="connsiteY82" fmla="*/ 535557 h 556225"/>
              <a:gd name="connsiteX83" fmla="*/ 555322 w 1456912"/>
              <a:gd name="connsiteY83" fmla="*/ 450996 h 556225"/>
              <a:gd name="connsiteX84" fmla="*/ 794138 w 1456912"/>
              <a:gd name="connsiteY84" fmla="*/ 450996 h 556225"/>
              <a:gd name="connsiteX85" fmla="*/ 829744 w 1456912"/>
              <a:gd name="connsiteY85" fmla="*/ 535557 h 556225"/>
              <a:gd name="connsiteX86" fmla="*/ 857932 w 1456912"/>
              <a:gd name="connsiteY86" fmla="*/ 535557 h 556225"/>
              <a:gd name="connsiteX87" fmla="*/ 810457 w 1456912"/>
              <a:gd name="connsiteY87" fmla="*/ 422808 h 556225"/>
              <a:gd name="connsiteX88" fmla="*/ 567200 w 1456912"/>
              <a:gd name="connsiteY88" fmla="*/ 422808 h 556225"/>
              <a:gd name="connsiteX89" fmla="*/ 579078 w 1456912"/>
              <a:gd name="connsiteY89" fmla="*/ 394620 h 556225"/>
              <a:gd name="connsiteX90" fmla="*/ 826776 w 1456912"/>
              <a:gd name="connsiteY90" fmla="*/ 394620 h 556225"/>
              <a:gd name="connsiteX91" fmla="*/ 886120 w 1456912"/>
              <a:gd name="connsiteY91" fmla="*/ 535557 h 556225"/>
              <a:gd name="connsiteX92" fmla="*/ 914308 w 1456912"/>
              <a:gd name="connsiteY92" fmla="*/ 535557 h 556225"/>
              <a:gd name="connsiteX93" fmla="*/ 843097 w 1456912"/>
              <a:gd name="connsiteY93" fmla="*/ 366435 h 556225"/>
              <a:gd name="connsiteX94" fmla="*/ 562774 w 1456912"/>
              <a:gd name="connsiteY94" fmla="*/ 366435 h 556225"/>
              <a:gd name="connsiteX95" fmla="*/ 604248 w 1456912"/>
              <a:gd name="connsiteY95" fmla="*/ 0 h 556225"/>
              <a:gd name="connsiteX96" fmla="*/ 397091 w 1456912"/>
              <a:gd name="connsiteY96" fmla="*/ 491374 h 556225"/>
              <a:gd name="connsiteX97" fmla="*/ 415032 w 1456912"/>
              <a:gd name="connsiteY97" fmla="*/ 515732 h 556225"/>
              <a:gd name="connsiteX98" fmla="*/ 632437 w 1456912"/>
              <a:gd name="connsiteY98" fmla="*/ 0 h 556225"/>
              <a:gd name="connsiteX99" fmla="*/ 604248 w 1456912"/>
              <a:gd name="connsiteY99" fmla="*/ 0 h 556225"/>
              <a:gd name="connsiteX100" fmla="*/ 716998 w 1456912"/>
              <a:gd name="connsiteY100" fmla="*/ 3 h 556225"/>
              <a:gd name="connsiteX101" fmla="*/ 934130 w 1456912"/>
              <a:gd name="connsiteY101" fmla="*/ 515735 h 556225"/>
              <a:gd name="connsiteX102" fmla="*/ 952028 w 1456912"/>
              <a:gd name="connsiteY102" fmla="*/ 491377 h 556225"/>
              <a:gd name="connsiteX103" fmla="*/ 745186 w 1456912"/>
              <a:gd name="connsiteY103" fmla="*/ 3 h 556225"/>
              <a:gd name="connsiteX104" fmla="*/ 716998 w 1456912"/>
              <a:gd name="connsiteY104" fmla="*/ 3 h 556225"/>
              <a:gd name="connsiteX105" fmla="*/ 546409 w 1456912"/>
              <a:gd name="connsiteY105" fmla="*/ 338247 h 556225"/>
              <a:gd name="connsiteX106" fmla="*/ 463042 w 1456912"/>
              <a:gd name="connsiteY106" fmla="*/ 535557 h 556225"/>
              <a:gd name="connsiteX107" fmla="*/ 434854 w 1456912"/>
              <a:gd name="connsiteY107" fmla="*/ 535557 h 556225"/>
              <a:gd name="connsiteX108" fmla="*/ 646528 w 1456912"/>
              <a:gd name="connsiteY108" fmla="*/ 33467 h 556225"/>
              <a:gd name="connsiteX109" fmla="*/ 762988 w 1456912"/>
              <a:gd name="connsiteY109" fmla="*/ 310059 h 556225"/>
              <a:gd name="connsiteX110" fmla="*/ 791176 w 1456912"/>
              <a:gd name="connsiteY110" fmla="*/ 310059 h 556225"/>
              <a:gd name="connsiteX111" fmla="*/ 660624 w 1456912"/>
              <a:gd name="connsiteY111" fmla="*/ 3 h 556225"/>
              <a:gd name="connsiteX112" fmla="*/ 688812 w 1456912"/>
              <a:gd name="connsiteY112" fmla="*/ 3 h 556225"/>
              <a:gd name="connsiteX113" fmla="*/ 831231 w 1456912"/>
              <a:gd name="connsiteY113" fmla="*/ 338247 h 556225"/>
              <a:gd name="connsiteX114" fmla="*/ 546409 w 1456912"/>
              <a:gd name="connsiteY114" fmla="*/ 338247 h 556225"/>
              <a:gd name="connsiteX115" fmla="*/ 674788 w 1456912"/>
              <a:gd name="connsiteY115" fmla="*/ 167531 h 556225"/>
              <a:gd name="connsiteX116" fmla="*/ 614721 w 1456912"/>
              <a:gd name="connsiteY116" fmla="*/ 310062 h 556225"/>
              <a:gd name="connsiteX117" fmla="*/ 734800 w 1456912"/>
              <a:gd name="connsiteY117" fmla="*/ 310062 h 556225"/>
              <a:gd name="connsiteX118" fmla="*/ 674788 w 1456912"/>
              <a:gd name="connsiteY118" fmla="*/ 167531 h 556225"/>
              <a:gd name="connsiteX119" fmla="*/ 558275 w 1456912"/>
              <a:gd name="connsiteY119" fmla="*/ 310062 h 556225"/>
              <a:gd name="connsiteX120" fmla="*/ 586535 w 1456912"/>
              <a:gd name="connsiteY120" fmla="*/ 310062 h 556225"/>
              <a:gd name="connsiteX121" fmla="*/ 660703 w 1456912"/>
              <a:gd name="connsiteY121" fmla="*/ 134072 h 556225"/>
              <a:gd name="connsiteX122" fmla="*/ 646588 w 1456912"/>
              <a:gd name="connsiteY122" fmla="*/ 100553 h 556225"/>
              <a:gd name="connsiteX123" fmla="*/ 558275 w 1456912"/>
              <a:gd name="connsiteY123" fmla="*/ 310062 h 556225"/>
            </a:gdLst>
            <a:rect l="l" t="t" r="r" b="b"/>
            <a:pathLst>
              <a:path w="1456912" h="556225">
                <a:moveTo>
                  <a:pt x="0" y="51854"/>
                </a:moveTo>
                <a:lnTo>
                  <a:pt x="28188" y="23666"/>
                </a:lnTo>
                <a:lnTo>
                  <a:pt x="28188" y="535557"/>
                </a:lnTo>
                <a:lnTo>
                  <a:pt x="0" y="535557"/>
                </a:lnTo>
                <a:lnTo>
                  <a:pt x="0" y="51854"/>
                </a:lnTo>
                <a:close/>
                <a:moveTo>
                  <a:pt x="84564" y="28188"/>
                </a:moveTo>
                <a:lnTo>
                  <a:pt x="422811" y="28188"/>
                </a:lnTo>
                <a:lnTo>
                  <a:pt x="422811" y="0"/>
                </a:lnTo>
                <a:lnTo>
                  <a:pt x="56376" y="0"/>
                </a:lnTo>
                <a:lnTo>
                  <a:pt x="56376" y="338244"/>
                </a:lnTo>
                <a:lnTo>
                  <a:pt x="367711" y="338244"/>
                </a:lnTo>
                <a:lnTo>
                  <a:pt x="367711" y="310062"/>
                </a:lnTo>
                <a:lnTo>
                  <a:pt x="84564" y="310062"/>
                </a:lnTo>
                <a:lnTo>
                  <a:pt x="84564" y="28188"/>
                </a:lnTo>
                <a:close/>
                <a:moveTo>
                  <a:pt x="410152" y="253686"/>
                </a:moveTo>
                <a:lnTo>
                  <a:pt x="140937" y="253686"/>
                </a:lnTo>
                <a:lnTo>
                  <a:pt x="140937" y="140940"/>
                </a:lnTo>
                <a:lnTo>
                  <a:pt x="371171" y="140940"/>
                </a:lnTo>
                <a:lnTo>
                  <a:pt x="399359" y="112752"/>
                </a:lnTo>
                <a:lnTo>
                  <a:pt x="140937" y="112752"/>
                </a:lnTo>
                <a:lnTo>
                  <a:pt x="140937" y="84564"/>
                </a:lnTo>
                <a:lnTo>
                  <a:pt x="422811" y="84564"/>
                </a:lnTo>
                <a:lnTo>
                  <a:pt x="422811" y="56376"/>
                </a:lnTo>
                <a:lnTo>
                  <a:pt x="112749" y="56376"/>
                </a:lnTo>
                <a:lnTo>
                  <a:pt x="112749" y="281874"/>
                </a:lnTo>
                <a:lnTo>
                  <a:pt x="382334" y="281874"/>
                </a:lnTo>
                <a:lnTo>
                  <a:pt x="410152" y="253686"/>
                </a:lnTo>
                <a:close/>
                <a:moveTo>
                  <a:pt x="56376" y="535557"/>
                </a:moveTo>
                <a:lnTo>
                  <a:pt x="84564" y="535557"/>
                </a:lnTo>
                <a:lnTo>
                  <a:pt x="84564" y="394620"/>
                </a:lnTo>
                <a:lnTo>
                  <a:pt x="112752" y="394620"/>
                </a:lnTo>
                <a:lnTo>
                  <a:pt x="112752" y="511890"/>
                </a:lnTo>
                <a:lnTo>
                  <a:pt x="140940" y="483705"/>
                </a:lnTo>
                <a:lnTo>
                  <a:pt x="140940" y="394620"/>
                </a:lnTo>
                <a:lnTo>
                  <a:pt x="367714" y="394620"/>
                </a:lnTo>
                <a:lnTo>
                  <a:pt x="367714" y="366435"/>
                </a:lnTo>
                <a:lnTo>
                  <a:pt x="56376" y="366435"/>
                </a:lnTo>
                <a:lnTo>
                  <a:pt x="56376" y="535557"/>
                </a:lnTo>
                <a:close/>
                <a:moveTo>
                  <a:pt x="1428724" y="0"/>
                </a:moveTo>
                <a:lnTo>
                  <a:pt x="1428724" y="324156"/>
                </a:lnTo>
                <a:cubicBezTo>
                  <a:pt x="1428724" y="399584"/>
                  <a:pt x="1395069" y="464387"/>
                  <a:pt x="1316539" y="514089"/>
                </a:cubicBezTo>
                <a:lnTo>
                  <a:pt x="1315903" y="513258"/>
                </a:lnTo>
                <a:cubicBezTo>
                  <a:pt x="1367503" y="472336"/>
                  <a:pt x="1400536" y="419773"/>
                  <a:pt x="1400536" y="351869"/>
                </a:cubicBezTo>
                <a:lnTo>
                  <a:pt x="1400536" y="3"/>
                </a:lnTo>
                <a:lnTo>
                  <a:pt x="1372348" y="3"/>
                </a:lnTo>
                <a:lnTo>
                  <a:pt x="1372348" y="351400"/>
                </a:lnTo>
                <a:cubicBezTo>
                  <a:pt x="1372348" y="452590"/>
                  <a:pt x="1290318" y="528510"/>
                  <a:pt x="1189132" y="528510"/>
                </a:cubicBezTo>
                <a:cubicBezTo>
                  <a:pt x="1087946" y="528510"/>
                  <a:pt x="1005916" y="452587"/>
                  <a:pt x="1005916" y="351400"/>
                </a:cubicBezTo>
                <a:lnTo>
                  <a:pt x="1005916" y="23666"/>
                </a:lnTo>
                <a:lnTo>
                  <a:pt x="977728" y="51854"/>
                </a:lnTo>
                <a:lnTo>
                  <a:pt x="977728" y="351869"/>
                </a:lnTo>
                <a:cubicBezTo>
                  <a:pt x="977728" y="468625"/>
                  <a:pt x="1072376" y="556226"/>
                  <a:pt x="1189132" y="556226"/>
                </a:cubicBezTo>
                <a:cubicBezTo>
                  <a:pt x="1191834" y="556226"/>
                  <a:pt x="1217320" y="556226"/>
                  <a:pt x="1217320" y="556226"/>
                </a:cubicBezTo>
                <a:cubicBezTo>
                  <a:pt x="1332291" y="556226"/>
                  <a:pt x="1456912" y="471321"/>
                  <a:pt x="1456912" y="324566"/>
                </a:cubicBezTo>
                <a:cubicBezTo>
                  <a:pt x="1456912" y="324428"/>
                  <a:pt x="1456912" y="0"/>
                  <a:pt x="1456912" y="0"/>
                </a:cubicBezTo>
                <a:lnTo>
                  <a:pt x="1428724" y="0"/>
                </a:lnTo>
                <a:close/>
                <a:moveTo>
                  <a:pt x="1189132" y="500322"/>
                </a:moveTo>
                <a:cubicBezTo>
                  <a:pt x="1274706" y="500322"/>
                  <a:pt x="1344082" y="436948"/>
                  <a:pt x="1344160" y="351400"/>
                </a:cubicBezTo>
                <a:lnTo>
                  <a:pt x="1344160" y="351400"/>
                </a:lnTo>
                <a:lnTo>
                  <a:pt x="1344160" y="23666"/>
                </a:lnTo>
                <a:lnTo>
                  <a:pt x="1315972" y="51854"/>
                </a:lnTo>
                <a:lnTo>
                  <a:pt x="1315972" y="324153"/>
                </a:lnTo>
                <a:cubicBezTo>
                  <a:pt x="1315972" y="378637"/>
                  <a:pt x="1271801" y="415761"/>
                  <a:pt x="1217317" y="415761"/>
                </a:cubicBezTo>
                <a:cubicBezTo>
                  <a:pt x="1162833" y="415761"/>
                  <a:pt x="1118662" y="378637"/>
                  <a:pt x="1118662" y="324153"/>
                </a:cubicBezTo>
                <a:lnTo>
                  <a:pt x="1118662" y="3"/>
                </a:lnTo>
                <a:lnTo>
                  <a:pt x="1090474" y="3"/>
                </a:lnTo>
                <a:lnTo>
                  <a:pt x="1090474" y="324156"/>
                </a:lnTo>
                <a:cubicBezTo>
                  <a:pt x="1090474" y="394209"/>
                  <a:pt x="1147264" y="443951"/>
                  <a:pt x="1217317" y="443951"/>
                </a:cubicBezTo>
                <a:cubicBezTo>
                  <a:pt x="1245962" y="443951"/>
                  <a:pt x="1280732" y="429800"/>
                  <a:pt x="1304349" y="404889"/>
                </a:cubicBezTo>
                <a:lnTo>
                  <a:pt x="1304982" y="405720"/>
                </a:lnTo>
                <a:cubicBezTo>
                  <a:pt x="1282838" y="446784"/>
                  <a:pt x="1241907" y="472139"/>
                  <a:pt x="1189129" y="472139"/>
                </a:cubicBezTo>
                <a:cubicBezTo>
                  <a:pt x="1119507" y="472139"/>
                  <a:pt x="1062992" y="421734"/>
                  <a:pt x="1062303" y="352344"/>
                </a:cubicBezTo>
                <a:lnTo>
                  <a:pt x="1062286" y="352344"/>
                </a:lnTo>
                <a:lnTo>
                  <a:pt x="1062286" y="3"/>
                </a:lnTo>
                <a:lnTo>
                  <a:pt x="1034098" y="3"/>
                </a:lnTo>
                <a:lnTo>
                  <a:pt x="1034098" y="352341"/>
                </a:lnTo>
                <a:lnTo>
                  <a:pt x="1034113" y="352341"/>
                </a:lnTo>
                <a:cubicBezTo>
                  <a:pt x="1034703" y="437411"/>
                  <a:pt x="1103877" y="500322"/>
                  <a:pt x="1189132" y="500322"/>
                </a:cubicBezTo>
                <a:close/>
                <a:moveTo>
                  <a:pt x="562774" y="366435"/>
                </a:moveTo>
                <a:lnTo>
                  <a:pt x="491494" y="535557"/>
                </a:lnTo>
                <a:lnTo>
                  <a:pt x="519684" y="535554"/>
                </a:lnTo>
                <a:lnTo>
                  <a:pt x="519682" y="535557"/>
                </a:lnTo>
                <a:lnTo>
                  <a:pt x="519684" y="535557"/>
                </a:lnTo>
                <a:lnTo>
                  <a:pt x="555322" y="450996"/>
                </a:lnTo>
                <a:lnTo>
                  <a:pt x="794138" y="450996"/>
                </a:lnTo>
                <a:lnTo>
                  <a:pt x="829744" y="535557"/>
                </a:lnTo>
                <a:lnTo>
                  <a:pt x="857932" y="535557"/>
                </a:lnTo>
                <a:lnTo>
                  <a:pt x="810457" y="422808"/>
                </a:lnTo>
                <a:lnTo>
                  <a:pt x="567200" y="422808"/>
                </a:lnTo>
                <a:lnTo>
                  <a:pt x="579078" y="394620"/>
                </a:lnTo>
                <a:lnTo>
                  <a:pt x="826776" y="394620"/>
                </a:lnTo>
                <a:lnTo>
                  <a:pt x="886120" y="535557"/>
                </a:lnTo>
                <a:lnTo>
                  <a:pt x="914308" y="535557"/>
                </a:lnTo>
                <a:lnTo>
                  <a:pt x="843097" y="366435"/>
                </a:lnTo>
                <a:lnTo>
                  <a:pt x="562774" y="366435"/>
                </a:lnTo>
                <a:close/>
                <a:moveTo>
                  <a:pt x="604248" y="0"/>
                </a:moveTo>
                <a:lnTo>
                  <a:pt x="397091" y="491374"/>
                </a:lnTo>
                <a:lnTo>
                  <a:pt x="415032" y="515732"/>
                </a:lnTo>
                <a:lnTo>
                  <a:pt x="632437" y="0"/>
                </a:lnTo>
                <a:lnTo>
                  <a:pt x="604248" y="0"/>
                </a:lnTo>
                <a:close/>
                <a:moveTo>
                  <a:pt x="716998" y="3"/>
                </a:moveTo>
                <a:lnTo>
                  <a:pt x="934130" y="515735"/>
                </a:lnTo>
                <a:lnTo>
                  <a:pt x="952028" y="491377"/>
                </a:lnTo>
                <a:lnTo>
                  <a:pt x="745186" y="3"/>
                </a:lnTo>
                <a:lnTo>
                  <a:pt x="716998" y="3"/>
                </a:lnTo>
                <a:close/>
                <a:moveTo>
                  <a:pt x="546409" y="338247"/>
                </a:moveTo>
                <a:lnTo>
                  <a:pt x="463042" y="535557"/>
                </a:lnTo>
                <a:lnTo>
                  <a:pt x="434854" y="535557"/>
                </a:lnTo>
                <a:lnTo>
                  <a:pt x="646528" y="33467"/>
                </a:lnTo>
                <a:lnTo>
                  <a:pt x="762988" y="310059"/>
                </a:lnTo>
                <a:lnTo>
                  <a:pt x="791176" y="310059"/>
                </a:lnTo>
                <a:lnTo>
                  <a:pt x="660624" y="3"/>
                </a:lnTo>
                <a:lnTo>
                  <a:pt x="688812" y="3"/>
                </a:lnTo>
                <a:lnTo>
                  <a:pt x="831231" y="338247"/>
                </a:lnTo>
                <a:lnTo>
                  <a:pt x="546409" y="338247"/>
                </a:lnTo>
                <a:close/>
                <a:moveTo>
                  <a:pt x="674788" y="167531"/>
                </a:moveTo>
                <a:lnTo>
                  <a:pt x="614721" y="310062"/>
                </a:lnTo>
                <a:lnTo>
                  <a:pt x="734800" y="310062"/>
                </a:lnTo>
                <a:lnTo>
                  <a:pt x="674788" y="167531"/>
                </a:lnTo>
                <a:close/>
                <a:moveTo>
                  <a:pt x="558275" y="310062"/>
                </a:moveTo>
                <a:lnTo>
                  <a:pt x="586535" y="310062"/>
                </a:lnTo>
                <a:lnTo>
                  <a:pt x="660703" y="134072"/>
                </a:lnTo>
                <a:lnTo>
                  <a:pt x="646588" y="100553"/>
                </a:lnTo>
                <a:lnTo>
                  <a:pt x="558275" y="310062"/>
                </a:lnTo>
                <a:close/>
              </a:path>
            </a:pathLst>
          </a:custGeom>
          <a:solidFill xmlns:a="http://schemas.openxmlformats.org/drawingml/2006/main">
            <a:srgbClr val="041E42"/>
          </a:solidFill>
          <a:ln xmlns:a="http://schemas.openxmlformats.org/drawingml/2006/main" w="2892" cap="flat">
            <a:noFill/>
            <a:prstDash val="solid"/>
            <a:miter/>
          </a:ln>
        </p:spPr>
        <p:txBody>
          <a:bodyPr xmlns:a="http://schemas.openxmlformats.org/drawingml/2006/main" anchor="ctr"/>
          <a:lstStyle xmlns:a="http://schemas.openxmlformats.org/drawingml/2006/main"/>
          <a:p xmlns:a="http://schemas.openxmlformats.org/drawingml/2006/main">
            <a:endParaRPr/>
          </a:p>
        </p:txBody>
      </p:sp>
      <p:pic>
        <p:nvPicPr>
          <p:cNvPr id="115" name="Grafik 114">
            <a:extLst xmlns:a="http://schemas.openxmlformats.org/drawingml/2006/main">
              <a:ext uri="{FF2B5EF4-FFF2-40B4-BE49-F238E27FC236}">
                <a16:creationId xmlns:a16="http://schemas.microsoft.com/office/drawing/2014/main" id="{753F5163-8167-417B-B39E-6C3B8EC01ACD}"/>
              </a:ext>
            </a:extLst>
          </p:cNvPr>
          <p:cNvPicPr>
            <a:picLocks xmlns:a="http://schemas.openxmlformats.org/drawingml/2006/main" noChangeAspect="1"/>
          </p:cNvPicPr>
          <p:nvPr/>
        </p:nvPicPr>
        <p:blipFill>
          <a:blip xmlns:r="http://schemas.openxmlformats.org/officeDocument/2006/relationships" xmlns:a="http://schemas.openxmlformats.org/drawingml/2006/main" r:embed="Rf5d985f51da84bb8"/>
          <a:stretch xmlns:a="http://schemas.openxmlformats.org/drawingml/2006/main">
            <a:fillRect l="0" t="0" r="0" b="0"/>
          </a:stretch>
        </p:blipFill>
        <p:spPr>
          <a:xfrm xmlns:a="http://schemas.openxmlformats.org/drawingml/2006/main">
            <a:off x="8581493" y="300704"/>
            <a:ext cx="1543659" cy="541185"/>
          </a:xfrm>
          <a:prstGeom xmlns:a="http://schemas.openxmlformats.org/drawingml/2006/main" prst="rect">
            <a:avLst/>
          </a:prstGeom>
        </p:spPr>
      </p:pic>
      <p:sp>
        <p:nvSpPr>
          <p:cNvPr id="116" name="Bildplatzhalter 5">
            <a:extLst xmlns:a="http://schemas.openxmlformats.org/drawingml/2006/main">
              <a:ext uri="{FF2B5EF4-FFF2-40B4-BE49-F238E27FC236}">
                <a16:creationId xmlns:a16="http://schemas.microsoft.com/office/drawing/2014/main" id="{884FBAB0-DB85-4F35-BC11-FFF23251CE15}"/>
              </a:ext>
            </a:extLst>
          </p:cNvPr>
          <p:cNvSpPr>
            <a:spLocks xmlns:a="http://schemas.openxmlformats.org/drawingml/2006/main" noGrp="1"/>
          </p:cNvSpPr>
          <p:nvPr>
            <p:ph type="pic" idx="14"/>
          </p:nvPr>
        </p:nvSpPr>
        <p:spPr>
          <a:xfrm xmlns:a="http://schemas.openxmlformats.org/drawingml/2006/main">
            <a:off x="6524462" y="300704"/>
            <a:ext cx="1731896" cy="535987"/>
          </a:xfrm>
        </p:spPr>
        <p:txBody>
          <a:bodyPr xmlns:a="http://schemas.openxmlformats.org/drawingml/2006/main"/>
          <a:lstStyle xmlns:a="http://schemas.openxmlformats.org/drawingml/2006/main"/>
          <a:p xmlns:a="http://schemas.openxmlformats.org/drawingml/2006/main">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c5d958731074db7" /><Relationship Type="http://schemas.openxmlformats.org/officeDocument/2006/relationships/slideLayout" Target="/ppt/slideLayouts/slideLayout1.xml" Id="Rbb615e749aab49f4" /><Relationship Type="http://schemas.openxmlformats.org/officeDocument/2006/relationships/slideLayout" Target="/ppt/slideLayouts/slideLayout2.xml" Id="R8442069558a64b25" /><Relationship Type="http://schemas.openxmlformats.org/officeDocument/2006/relationships/slideLayout" Target="/ppt/slideLayouts/slideLayout3.xml" Id="R2fff839840444703" /><Relationship Type="http://schemas.openxmlformats.org/officeDocument/2006/relationships/slideLayout" Target="/ppt/slideLayouts/slideLayout4.xml" Id="Ra3c59927c2194c3f" /><Relationship Type="http://schemas.openxmlformats.org/officeDocument/2006/relationships/slideLayout" Target="/ppt/slideLayouts/slideLayout5.xml" Id="R59a0b4488ab84126" /><Relationship Type="http://schemas.openxmlformats.org/officeDocument/2006/relationships/slideLayout" Target="/ppt/slideLayouts/slideLayout6.xml" Id="R6e4391b0ac7d4657" /><Relationship Type="http://schemas.openxmlformats.org/officeDocument/2006/relationships/slideLayout" Target="/ppt/slideLayouts/slideLayout7.xml" Id="R282bec88e8624ef2" /><Relationship Type="http://schemas.openxmlformats.org/officeDocument/2006/relationships/slideLayout" Target="/ppt/slideLayouts/slideLayout8.xml" Id="R176baa0330994156" /><Relationship Type="http://schemas.openxmlformats.org/officeDocument/2006/relationships/slideLayout" Target="/ppt/slideLayouts/slideLayout9.xml" Id="R672945d4959a4103" /><Relationship Type="http://schemas.openxmlformats.org/officeDocument/2006/relationships/slideLayout" Target="/ppt/slideLayouts/slideLayout10.xml" Id="Rde40671c752d4e51" /><Relationship Type="http://schemas.openxmlformats.org/officeDocument/2006/relationships/slideLayout" Target="/ppt/slideLayouts/slideLayout11.xml" Id="Rbed554ee5ff94766" /><Relationship Type="http://schemas.openxmlformats.org/officeDocument/2006/relationships/slideLayout" Target="/ppt/slideLayouts/slideLayout12.xml" Id="R1044db14ddad47aa" /><Relationship Type="http://schemas.openxmlformats.org/officeDocument/2006/relationships/slideLayout" Target="/ppt/slideLayouts/slideLayout13.xml" Id="R7aefbc80214b400c" /><Relationship Type="http://schemas.openxmlformats.org/officeDocument/2006/relationships/slideLayout" Target="/ppt/slideLayouts/slideLayout14.xml" Id="Rb34c1cb558cc444b" /><Relationship Type="http://schemas.openxmlformats.org/officeDocument/2006/relationships/slideLayout" Target="/ppt/slideLayouts/slideLayout15.xml" Id="R5e588a688e8f478a" /><Relationship Type="http://schemas.openxmlformats.org/officeDocument/2006/relationships/slideLayout" Target="/ppt/slideLayouts/slideLayout16.xml" Id="R4ede62edeec0405c" /><Relationship Type="http://schemas.openxmlformats.org/officeDocument/2006/relationships/slideLayout" Target="/ppt/slideLayouts/slideLayout17.xml" Id="R96fb084aa87444eb" /><Relationship Type="http://schemas.openxmlformats.org/officeDocument/2006/relationships/slideLayout" Target="/ppt/slideLayouts/slideLayout18.xml" Id="Rbcbecac6b62b40f6" /><Relationship Type="http://schemas.openxmlformats.org/officeDocument/2006/relationships/slideLayout" Target="/ppt/slideLayouts/slideLayout19.xml" Id="Rd43b93951fb94d89" /><Relationship Type="http://schemas.openxmlformats.org/officeDocument/2006/relationships/slideLayout" Target="/ppt/slideLayouts/slideLayout20.xml" Id="R850f2d0d10144faa"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elplatzhalter 1">
            <a:extLst xmlns:a="http://schemas.openxmlformats.org/drawingml/2006/main">
              <a:ext uri="{FF2B5EF4-FFF2-40B4-BE49-F238E27FC236}">
                <a16:creationId xmlns:a16="http://schemas.microsoft.com/office/drawing/2014/main" id="{63999BA3-562C-4E45-8F3B-A023F450BC21}"/>
              </a:ext>
            </a:extLst>
          </p:cNvPr>
          <p:cNvSpPr>
            <a:spLocks xmlns:a="http://schemas.openxmlformats.org/drawingml/2006/main" noGrp="1"/>
          </p:cNvSpPr>
          <p:nvPr>
            <p:ph type="title" idx="0"/>
          </p:nvPr>
        </p:nvSpPr>
        <p:spPr>
          <a:xfrm xmlns:a="http://schemas.openxmlformats.org/drawingml/2006/main">
            <a:off x="518318" y="301185"/>
            <a:ext cx="6844385" cy="332399"/>
          </a:xfrm>
          <a:prstGeom xmlns:a="http://schemas.openxmlformats.org/drawingml/2006/main" prst="rect">
            <a:avLst/>
          </a:prstGeom>
        </p:spPr>
        <p:txBody>
          <a:bodyPr xmlns:a="http://schemas.openxmlformats.org/drawingml/2006/main" vert="horz" wrap="square" lIns="0" tIns="0" rIns="0" bIns="0" anchor="t">
            <a:spAutoFit/>
          </a:bodyPr>
          <a:lstStyle xmlns:a="http://schemas.openxmlformats.org/drawingml/2006/main"/>
          <a:p xmlns:a="http://schemas.openxmlformats.org/drawingml/2006/main">
            <a:r>
              <a:t>Mastertitelformat bearbeiten</a:t>
            </a:r>
          </a:p>
        </p:txBody>
      </p:sp>
      <p:sp>
        <p:nvSpPr>
          <p:cNvPr id="3" name="Textplatzhalter 2">
            <a:extLst xmlns:a="http://schemas.openxmlformats.org/drawingml/2006/main">
              <a:ext uri="{FF2B5EF4-FFF2-40B4-BE49-F238E27FC236}">
                <a16:creationId xmlns:a16="http://schemas.microsoft.com/office/drawing/2014/main" id="{DA1581D5-332D-4C8E-AF45-43F518A6E572}"/>
              </a:ext>
            </a:extLst>
          </p:cNvPr>
          <p:cNvSpPr>
            <a:spLocks xmlns:a="http://schemas.openxmlformats.org/drawingml/2006/main" noGrp="1"/>
          </p:cNvSpPr>
          <p:nvPr>
            <p:ph type="body" idx="1"/>
          </p:nvPr>
        </p:nvSpPr>
        <p:spPr>
          <a:xfrm xmlns:a="http://schemas.openxmlformats.org/drawingml/2006/main">
            <a:off x="518319" y="1631156"/>
            <a:ext cx="11157744" cy="4569619"/>
          </a:xfrm>
          <a:prstGeom xmlns:a="http://schemas.openxmlformats.org/drawingml/2006/main" prst="rect">
            <a:avLst/>
          </a:prstGeom>
        </p:spPr>
        <p:txBody>
          <a:bodyPr xmlns:a="http://schemas.openxmlformats.org/drawingml/2006/main" vert="horz" lIns="0" tIns="0" rIns="360000" bIns="0" anchor="t">
            <a:normAutofit/>
          </a:bodyPr>
          <a:lstStyle xmlns:a="http://schemas.openxmlformats.org/drawingml/2006/main"/>
          <a:p xmlns:a="http://schemas.openxmlformats.org/drawingml/2006/main">
            <a:pPr lvl="0">
              <a:buNone/>
            </a:pPr>
            <a:r>
              <a:t>Mastertextformat bearbeiten</a:t>
            </a:r>
          </a:p>
          <a:p xmlns:a="http://schemas.openxmlformats.org/drawingml/2006/main">
            <a:pPr lvl="1">
              <a:buNone/>
            </a:pPr>
            <a:r>
              <a:t>Zweite Ebene</a:t>
            </a:r>
          </a:p>
          <a:p xmlns:a="http://schemas.openxmlformats.org/drawingml/2006/main">
            <a:pPr lvl="2">
              <a:buNone/>
            </a:pPr>
            <a:r>
              <a:t>Dritte Ebene</a:t>
            </a:r>
          </a:p>
          <a:p xmlns:a="http://schemas.openxmlformats.org/drawingml/2006/main">
            <a:pPr lvl="3">
              <a:buNone/>
            </a:pPr>
            <a:r>
              <a:t>Vierte Ebene</a:t>
            </a:r>
          </a:p>
          <a:p xmlns:a="http://schemas.openxmlformats.org/drawingml/2006/main">
            <a:pPr lvl="4">
              <a:buNone/>
            </a:pPr>
            <a:r>
              <a:t>Fünfte Ebene</a:t>
            </a:r>
          </a:p>
          <a:p xmlns:a="http://schemas.openxmlformats.org/drawingml/2006/main">
            <a:pPr lvl="5">
              <a:buNone/>
            </a:pPr>
            <a:r>
              <a:t>Sechste Ebene</a:t>
            </a:r>
          </a:p>
          <a:p xmlns:a="http://schemas.openxmlformats.org/drawingml/2006/main">
            <a:pPr lvl="6">
              <a:buNone/>
            </a:pPr>
            <a:r>
              <a:t>Siebte Ebene</a:t>
            </a:r>
          </a:p>
          <a:p xmlns:a="http://schemas.openxmlformats.org/drawingml/2006/main">
            <a:pPr lvl="7">
              <a:buNone/>
            </a:pPr>
            <a:r>
              <a:t>Achte Ebene</a:t>
            </a:r>
          </a:p>
          <a:p xmlns:a="http://schemas.openxmlformats.org/drawingml/2006/main">
            <a:pPr lvl="8">
              <a:buNone/>
            </a:pPr>
            <a:r>
              <a:t>Neunte Ebene</a:t>
            </a:r>
          </a:p>
        </p:txBody>
      </p:sp>
      <p:sp>
        <p:nvSpPr>
          <p:cNvPr id="4" name="Datumsplatzhalter 3">
            <a:extLst xmlns:a="http://schemas.openxmlformats.org/drawingml/2006/main">
              <a:ext uri="{FF2B5EF4-FFF2-40B4-BE49-F238E27FC236}">
                <a16:creationId xmlns:a16="http://schemas.microsoft.com/office/drawing/2014/main" id="{DDD440FC-859D-4521-8908-A802F3E53507}"/>
              </a:ext>
            </a:extLst>
          </p:cNvPr>
          <p:cNvSpPr>
            <a:spLocks xmlns:a="http://schemas.openxmlformats.org/drawingml/2006/main" noGrp="1"/>
          </p:cNvSpPr>
          <p:nvPr>
            <p:ph type="dt" idx="2"/>
          </p:nvPr>
        </p:nvSpPr>
        <p:spPr>
          <a:xfrm xmlns:a="http://schemas.openxmlformats.org/drawingml/2006/main">
            <a:off x="10417351" y="6634666"/>
            <a:ext cx="849593" cy="123111"/>
          </a:xfrm>
          <a:prstGeom xmlns:a="http://schemas.openxmlformats.org/drawingml/2006/main" prst="rect">
            <a:avLst/>
          </a:prstGeom>
        </p:spPr>
        <p:txBody>
          <a:bodyPr xmlns:a="http://schemas.openxmlformats.org/drawingml/2006/main" vert="horz" wrap="none" lIns="0" tIns="0" rIns="0" bIns="0" anchor="t">
            <a:spAutoFit/>
          </a:bodyPr>
          <a:lstStyle xmlns:a="http://schemas.openxmlformats.org/drawingml/2006/main">
            <a:lvl1pPr algn="r">
              <a:buNone/>
              <a:defRPr sz="800">
                <a:solidFill>
                  <a:schemeClr val="tx1"/>
                </a:solidFill>
              </a:defRPr>
            </a:lvl1pPr>
          </a:lstStyle>
          <a:p xmlns:a="http://schemas.openxmlformats.org/drawingml/2006/main">
            <a:fld id="{E4F9C00A-8AFB-47C9-A7D9-7909CE906E5E}" type="datetime4">
              <a:t>26. November 2024</a:t>
            </a:fld>
            <a:endParaRPr/>
          </a:p>
        </p:txBody>
      </p:sp>
      <p:sp>
        <p:nvSpPr>
          <p:cNvPr id="5" name="Fußzeilenplatzhalter 4">
            <a:extLst xmlns:a="http://schemas.openxmlformats.org/drawingml/2006/main">
              <a:ext uri="{FF2B5EF4-FFF2-40B4-BE49-F238E27FC236}">
                <a16:creationId xmlns:a16="http://schemas.microsoft.com/office/drawing/2014/main" id="{588C6C66-9703-4B53-BAF2-1F89587F3CF5}"/>
              </a:ext>
            </a:extLst>
          </p:cNvPr>
          <p:cNvSpPr>
            <a:spLocks xmlns:a="http://schemas.openxmlformats.org/drawingml/2006/main" noGrp="1"/>
          </p:cNvSpPr>
          <p:nvPr>
            <p:ph type="ftr" idx="3"/>
          </p:nvPr>
        </p:nvSpPr>
        <p:spPr>
          <a:xfrm xmlns:a="http://schemas.openxmlformats.org/drawingml/2006/main">
            <a:off x="518319" y="6634666"/>
            <a:ext cx="5469732" cy="123111"/>
          </a:xfrm>
          <a:prstGeom xmlns:a="http://schemas.openxmlformats.org/drawingml/2006/main" prst="rect">
            <a:avLst/>
          </a:prstGeom>
        </p:spPr>
        <p:txBody>
          <a:bodyPr xmlns:a="http://schemas.openxmlformats.org/drawingml/2006/main" vert="horz" wrap="square" lIns="0" tIns="0" rIns="0" bIns="0" anchor="t">
            <a:spAutoFit/>
          </a:bodyPr>
          <a:lstStyle xmlns:a="http://schemas.openxmlformats.org/drawingml/2006/main">
            <a:lvl1pPr algn="l">
              <a:buNone/>
              <a:defRPr sz="800">
                <a:solidFill>
                  <a:schemeClr val="tx1"/>
                </a:solidFill>
              </a:defRPr>
            </a:lvl1pPr>
          </a:lstStyle>
          <a:p xmlns:a="http://schemas.openxmlformats.org/drawingml/2006/main">
            <a:r>
              <a:t>Technische Fakultät</a:t>
            </a:r>
            <a:endParaRPr/>
          </a:p>
        </p:txBody>
      </p:sp>
      <p:sp>
        <p:nvSpPr>
          <p:cNvPr id="6" name="Foliennummernplatzhalter 5">
            <a:extLst xmlns:a="http://schemas.openxmlformats.org/drawingml/2006/main">
              <a:ext uri="{FF2B5EF4-FFF2-40B4-BE49-F238E27FC236}">
                <a16:creationId xmlns:a16="http://schemas.microsoft.com/office/drawing/2014/main" id="{2C2FAB54-E254-4FCB-BB98-1E4D5A6D0B56}"/>
              </a:ext>
            </a:extLst>
          </p:cNvPr>
          <p:cNvSpPr>
            <a:spLocks xmlns:a="http://schemas.openxmlformats.org/drawingml/2006/main" noGrp="1"/>
          </p:cNvSpPr>
          <p:nvPr>
            <p:ph type="sldNum" idx="4"/>
          </p:nvPr>
        </p:nvSpPr>
        <p:spPr>
          <a:xfrm xmlns:a="http://schemas.openxmlformats.org/drawingml/2006/main">
            <a:off x="11482099" y="6634666"/>
            <a:ext cx="193964" cy="123111"/>
          </a:xfrm>
          <a:prstGeom xmlns:a="http://schemas.openxmlformats.org/drawingml/2006/main" prst="rect">
            <a:avLst/>
          </a:prstGeom>
        </p:spPr>
        <p:txBody>
          <a:bodyPr xmlns:a="http://schemas.openxmlformats.org/drawingml/2006/main" vert="horz" wrap="none" lIns="0" tIns="0" rIns="0" bIns="0" anchor="t">
            <a:spAutoFit/>
          </a:bodyPr>
          <a:lstStyle xmlns:a="http://schemas.openxmlformats.org/drawingml/2006/main">
            <a:lvl1pPr algn="r">
              <a:buNone/>
              <a:defRPr sz="800">
                <a:solidFill>
                  <a:schemeClr val="tx1"/>
                </a:solidFill>
              </a:defRPr>
            </a:lvl1pPr>
          </a:lstStyle>
          <a:p xmlns:a="http://schemas.openxmlformats.org/drawingml/2006/main">
            <a:fld id="{D949F9DF-37BD-4CD6-BF49-65BA579E1D7A}" type="slidenum">
              <a:t>‹#›</a:t>
            </a:fld>
            <a:endParaRPr/>
          </a:p>
        </p:txBody>
      </p:sp>
      <p:sp>
        <p:nvSpPr>
          <p:cNvPr id="7" name="Rechteck 6">
            <a:extLst xmlns:a="http://schemas.openxmlformats.org/drawingml/2006/main">
              <a:ext uri="{FF2B5EF4-FFF2-40B4-BE49-F238E27FC236}">
                <a16:creationId xmlns:a16="http://schemas.microsoft.com/office/drawing/2014/main" id="{639EA0DE-CCA1-4795-BE19-74C50E90E6A6}"/>
              </a:ext>
            </a:extLst>
          </p:cNvPr>
          <p:cNvSpPr>
            <a:spLocks xmlns:a="http://schemas.openxmlformats.org/drawingml/2006/main" noGrp="1"/>
          </p:cNvSpPr>
          <p:nvPr/>
        </p:nvSpPr>
        <p:spPr>
          <a:xfrm xmlns:a="http://schemas.openxmlformats.org/drawingml/2006/main">
            <a:off x="518400" y="1196733"/>
            <a:ext cx="11676062" cy="72000"/>
          </a:xfrm>
          <a:prstGeom xmlns:a="http://schemas.openxmlformats.org/drawingml/2006/main" prst="rect">
            <a:avLst/>
          </a:prstGeom>
          <a:solidFill xmlns:a="http://schemas.openxmlformats.org/drawingml/2006/main">
            <a:srgbClr val="8C9FB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Rechteck 8">
            <a:extLst xmlns:a="http://schemas.openxmlformats.org/drawingml/2006/main">
              <a:ext uri="{FF2B5EF4-FFF2-40B4-BE49-F238E27FC236}">
                <a16:creationId xmlns:a16="http://schemas.microsoft.com/office/drawing/2014/main" id="{F10272FF-60F7-4AF4-9CD6-0A04080EA9B4}"/>
              </a:ext>
            </a:extLst>
          </p:cNvPr>
          <p:cNvSpPr>
            <a:spLocks xmlns:a="http://schemas.openxmlformats.org/drawingml/2006/main" noGrp="1"/>
          </p:cNvSpPr>
          <p:nvPr/>
        </p:nvSpPr>
        <p:spPr>
          <a:xfrm xmlns:a="http://schemas.openxmlformats.org/drawingml/2006/main">
            <a:off x="517200" y="6538526"/>
            <a:ext cx="11674800" cy="10800"/>
          </a:xfrm>
          <a:prstGeom xmlns:a="http://schemas.openxmlformats.org/drawingml/2006/main" prst="rect">
            <a:avLst/>
          </a:prstGeom>
          <a:solidFill xmlns:a="http://schemas.openxmlformats.org/drawingml/2006/main">
            <a:srgbClr val="8C9FB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Gerader Verbinder 9">
            <a:extLst xmlns:a="http://schemas.openxmlformats.org/drawingml/2006/main">
              <a:ext uri="{FF2B5EF4-FFF2-40B4-BE49-F238E27FC236}">
                <a16:creationId xmlns:a16="http://schemas.microsoft.com/office/drawing/2014/main" id="{64277583-CF93-463D-B682-DE4ED031389D}"/>
              </a:ext>
            </a:extLst>
          </p:cNvPr>
          <p:cNvSpPr>
            <a:spLocks xmlns:a="http://schemas.openxmlformats.org/drawingml/2006/main" noGrp="1"/>
          </p:cNvSpPr>
          <p:nvPr/>
        </p:nvSpPr>
        <p:spPr>
          <a:xfrm xmlns:a="http://schemas.openxmlformats.org/drawingml/2006/main" rot="0" flipH="0" flipV="0">
            <a:off x="-390525" y="296965"/>
            <a:ext cx="333375" cy="0"/>
          </a:xfrm>
          <a:prstGeom xmlns:a="http://schemas.openxmlformats.org/drawingml/2006/main" prst="line">
            <a:avLst/>
          </a:prstGeom>
          <a:ln xmlns:a="http://schemas.openxmlformats.org/drawingml/2006/main">
            <a:solidFill>
              <a:schemeClr val="accent6"/>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1" name="Textfeld 10">
            <a:extLst xmlns:a="http://schemas.openxmlformats.org/drawingml/2006/main">
              <a:ext uri="{FF2B5EF4-FFF2-40B4-BE49-F238E27FC236}">
                <a16:creationId xmlns:a16="http://schemas.microsoft.com/office/drawing/2014/main" id="{1A82F2D7-59C8-4661-B851-DC008AA6297D}"/>
              </a:ext>
            </a:extLst>
          </p:cNvPr>
          <p:cNvSpPr>
            <a:spLocks xmlns:a="http://schemas.openxmlformats.org/drawingml/2006/main" noGrp="1"/>
          </p:cNvSpPr>
          <p:nvPr/>
        </p:nvSpPr>
        <p:spPr>
          <a:xfrm xmlns:a="http://schemas.openxmlformats.org/drawingml/2006/main" rot="0" flipH="0" flipV="0">
            <a:off x="-353681" y="160153"/>
            <a:ext cx="259686" cy="124906"/>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marL="0" marR="0" indent="0" algn="ctr" defTabSz="914400">
              <a:lnSpc>
                <a:spcPct val="110000"/>
              </a:lnSpc>
              <a:spcBef>
                <a:spcPts val="0"/>
              </a:spcBef>
              <a:spcAft>
                <a:spcPts val="1200"/>
              </a:spcAft>
              <a:buClrTx/>
              <a:buSzTx/>
              <a:buFont typeface="Arial"/>
              <a:buNone/>
            </a:pPr>
            <a:r>
              <a:rPr sz="800" b="0" i="0" u="none" strike="noStrike" cap="none" spc="0" baseline="0">
                <a:ln>
                  <a:noFill/>
                </a:ln>
                <a:solidFill>
                  <a:schemeClr val="accent6"/>
                </a:solidFill>
                <a:latin typeface="Arial"/>
                <a:ea typeface="Arial"/>
                <a:cs typeface="Arial"/>
              </a:rPr>
              <a:t>08,70</a:t>
            </a:r>
          </a:p>
        </p:txBody>
      </p:sp>
      <p:sp>
        <p:nvSpPr>
          <p:cNvPr id="16" name="Gerader Verbinder 15">
            <a:extLst xmlns:a="http://schemas.openxmlformats.org/drawingml/2006/main">
              <a:ext uri="{FF2B5EF4-FFF2-40B4-BE49-F238E27FC236}">
                <a16:creationId xmlns:a16="http://schemas.microsoft.com/office/drawing/2014/main" id="{27A865EF-DF91-4026-ACED-839E21B3081A}"/>
              </a:ext>
            </a:extLst>
          </p:cNvPr>
          <p:cNvSpPr>
            <a:spLocks xmlns:a="http://schemas.openxmlformats.org/drawingml/2006/main" noGrp="1"/>
          </p:cNvSpPr>
          <p:nvPr/>
        </p:nvSpPr>
        <p:spPr>
          <a:xfrm xmlns:a="http://schemas.openxmlformats.org/drawingml/2006/main" rot="0" flipH="0" flipV="0">
            <a:off x="-390525" y="1268515"/>
            <a:ext cx="333375" cy="0"/>
          </a:xfrm>
          <a:prstGeom xmlns:a="http://schemas.openxmlformats.org/drawingml/2006/main" prst="line">
            <a:avLst/>
          </a:prstGeom>
          <a:ln xmlns:a="http://schemas.openxmlformats.org/drawingml/2006/main">
            <a:solidFill>
              <a:schemeClr val="accent6"/>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7" name="Textfeld 16">
            <a:extLst xmlns:a="http://schemas.openxmlformats.org/drawingml/2006/main">
              <a:ext uri="{FF2B5EF4-FFF2-40B4-BE49-F238E27FC236}">
                <a16:creationId xmlns:a16="http://schemas.microsoft.com/office/drawing/2014/main" id="{6CF57888-5707-459D-94AC-235CE0EBEDDC}"/>
              </a:ext>
            </a:extLst>
          </p:cNvPr>
          <p:cNvSpPr>
            <a:spLocks xmlns:a="http://schemas.openxmlformats.org/drawingml/2006/main" noGrp="1"/>
          </p:cNvSpPr>
          <p:nvPr/>
        </p:nvSpPr>
        <p:spPr>
          <a:xfrm xmlns:a="http://schemas.openxmlformats.org/drawingml/2006/main" rot="0" flipH="0" flipV="0">
            <a:off x="-353680" y="1131703"/>
            <a:ext cx="259687" cy="124906"/>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marL="0" marR="0" indent="0" algn="ctr" defTabSz="914400">
              <a:lnSpc>
                <a:spcPct val="110000"/>
              </a:lnSpc>
              <a:spcBef>
                <a:spcPts val="0"/>
              </a:spcBef>
              <a:spcAft>
                <a:spcPts val="1200"/>
              </a:spcAft>
              <a:buClrTx/>
              <a:buSzTx/>
              <a:buFont typeface="Arial"/>
              <a:buNone/>
            </a:pPr>
            <a:r>
              <a:rPr sz="800" b="0" i="0" u="none" strike="noStrike" cap="none" spc="0" baseline="0">
                <a:ln>
                  <a:noFill/>
                </a:ln>
                <a:solidFill>
                  <a:schemeClr val="accent6"/>
                </a:solidFill>
                <a:latin typeface="Arial"/>
                <a:ea typeface="Arial"/>
                <a:cs typeface="Arial"/>
              </a:rPr>
              <a:t>06,00</a:t>
            </a:r>
          </a:p>
        </p:txBody>
      </p:sp>
      <p:sp>
        <p:nvSpPr>
          <p:cNvPr id="19" name="Gerader Verbinder 18">
            <a:extLst xmlns:a="http://schemas.openxmlformats.org/drawingml/2006/main">
              <a:ext uri="{FF2B5EF4-FFF2-40B4-BE49-F238E27FC236}">
                <a16:creationId xmlns:a16="http://schemas.microsoft.com/office/drawing/2014/main" id="{768E3761-2690-4F91-A024-26F1A0DCDC2C}"/>
              </a:ext>
            </a:extLst>
          </p:cNvPr>
          <p:cNvSpPr>
            <a:spLocks xmlns:a="http://schemas.openxmlformats.org/drawingml/2006/main" noGrp="1"/>
          </p:cNvSpPr>
          <p:nvPr/>
        </p:nvSpPr>
        <p:spPr>
          <a:xfrm xmlns:a="http://schemas.openxmlformats.org/drawingml/2006/main" rot="0" flipH="0" flipV="0">
            <a:off x="-390525" y="1628775"/>
            <a:ext cx="333375" cy="0"/>
          </a:xfrm>
          <a:prstGeom xmlns:a="http://schemas.openxmlformats.org/drawingml/2006/main" prst="line">
            <a:avLst/>
          </a:prstGeom>
          <a:ln xmlns:a="http://schemas.openxmlformats.org/drawingml/2006/main">
            <a:solidFill>
              <a:schemeClr val="accent6"/>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0" name="Textfeld 19">
            <a:extLst xmlns:a="http://schemas.openxmlformats.org/drawingml/2006/main">
              <a:ext uri="{FF2B5EF4-FFF2-40B4-BE49-F238E27FC236}">
                <a16:creationId xmlns:a16="http://schemas.microsoft.com/office/drawing/2014/main" id="{61BB5C6B-8FE1-44A4-AE66-C1DB01AE301C}"/>
              </a:ext>
            </a:extLst>
          </p:cNvPr>
          <p:cNvSpPr>
            <a:spLocks xmlns:a="http://schemas.openxmlformats.org/drawingml/2006/main" noGrp="1"/>
          </p:cNvSpPr>
          <p:nvPr/>
        </p:nvSpPr>
        <p:spPr>
          <a:xfrm xmlns:a="http://schemas.openxmlformats.org/drawingml/2006/main" rot="0" flipH="0" flipV="0">
            <a:off x="-353680" y="1491963"/>
            <a:ext cx="259687" cy="124906"/>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marL="0" marR="0" indent="0" algn="ctr" defTabSz="914400">
              <a:lnSpc>
                <a:spcPct val="110000"/>
              </a:lnSpc>
              <a:spcBef>
                <a:spcPts val="0"/>
              </a:spcBef>
              <a:spcAft>
                <a:spcPts val="1200"/>
              </a:spcAft>
              <a:buClrTx/>
              <a:buSzTx/>
              <a:buFont typeface="Arial"/>
              <a:buNone/>
            </a:pPr>
            <a:r>
              <a:rPr sz="800" b="0" i="0" u="none" strike="noStrike" cap="none" spc="0" baseline="0">
                <a:ln>
                  <a:noFill/>
                </a:ln>
                <a:solidFill>
                  <a:schemeClr val="accent6"/>
                </a:solidFill>
                <a:latin typeface="Arial"/>
                <a:ea typeface="Arial"/>
                <a:cs typeface="Arial"/>
              </a:rPr>
              <a:t>05,00</a:t>
            </a:r>
          </a:p>
        </p:txBody>
      </p:sp>
      <p:sp>
        <p:nvSpPr>
          <p:cNvPr id="22" name="Gerader Verbinder 21">
            <a:extLst xmlns:a="http://schemas.openxmlformats.org/drawingml/2006/main">
              <a:ext uri="{FF2B5EF4-FFF2-40B4-BE49-F238E27FC236}">
                <a16:creationId xmlns:a16="http://schemas.microsoft.com/office/drawing/2014/main" id="{4AA73A86-C5A6-4BBD-8229-DFF5B6FF06BA}"/>
              </a:ext>
            </a:extLst>
          </p:cNvPr>
          <p:cNvSpPr>
            <a:spLocks xmlns:a="http://schemas.openxmlformats.org/drawingml/2006/main" noGrp="1"/>
          </p:cNvSpPr>
          <p:nvPr/>
        </p:nvSpPr>
        <p:spPr>
          <a:xfrm xmlns:a="http://schemas.openxmlformats.org/drawingml/2006/main" rot="0" flipH="0" flipV="0">
            <a:off x="-390525" y="3429000"/>
            <a:ext cx="333375" cy="0"/>
          </a:xfrm>
          <a:prstGeom xmlns:a="http://schemas.openxmlformats.org/drawingml/2006/main" prst="line">
            <a:avLst/>
          </a:prstGeom>
          <a:ln xmlns:a="http://schemas.openxmlformats.org/drawingml/2006/main">
            <a:solidFill>
              <a:schemeClr val="accent6"/>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3" name="Textfeld 22">
            <a:extLst xmlns:a="http://schemas.openxmlformats.org/drawingml/2006/main">
              <a:ext uri="{FF2B5EF4-FFF2-40B4-BE49-F238E27FC236}">
                <a16:creationId xmlns:a16="http://schemas.microsoft.com/office/drawing/2014/main" id="{A04C5416-0A35-4C8C-8975-2F5057F69C48}"/>
              </a:ext>
            </a:extLst>
          </p:cNvPr>
          <p:cNvSpPr>
            <a:spLocks xmlns:a="http://schemas.openxmlformats.org/drawingml/2006/main" noGrp="1"/>
          </p:cNvSpPr>
          <p:nvPr/>
        </p:nvSpPr>
        <p:spPr>
          <a:xfrm xmlns:a="http://schemas.openxmlformats.org/drawingml/2006/main" rot="0" flipH="0" flipV="0">
            <a:off x="-353680" y="3292188"/>
            <a:ext cx="259687" cy="124906"/>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marL="0" marR="0" indent="0" algn="ctr" defTabSz="914400">
              <a:lnSpc>
                <a:spcPct val="110000"/>
              </a:lnSpc>
              <a:spcBef>
                <a:spcPts val="0"/>
              </a:spcBef>
              <a:spcAft>
                <a:spcPts val="1200"/>
              </a:spcAft>
              <a:buClrTx/>
              <a:buSzTx/>
              <a:buFont typeface="Arial"/>
              <a:buNone/>
            </a:pPr>
            <a:r>
              <a:rPr sz="800" b="0" i="0" u="none" strike="noStrike" cap="none" spc="0" baseline="0">
                <a:ln>
                  <a:noFill/>
                </a:ln>
                <a:solidFill>
                  <a:schemeClr val="accent6"/>
                </a:solidFill>
                <a:latin typeface="Arial"/>
                <a:ea typeface="Arial"/>
                <a:cs typeface="Arial"/>
              </a:rPr>
              <a:t>00,00</a:t>
            </a:r>
          </a:p>
        </p:txBody>
      </p:sp>
      <p:sp>
        <p:nvSpPr>
          <p:cNvPr id="25" name="Gerader Verbinder 24">
            <a:extLst xmlns:a="http://schemas.openxmlformats.org/drawingml/2006/main">
              <a:ext uri="{FF2B5EF4-FFF2-40B4-BE49-F238E27FC236}">
                <a16:creationId xmlns:a16="http://schemas.microsoft.com/office/drawing/2014/main" id="{C2ABC27A-0A65-49E9-AF8C-7FE23339C5B5}"/>
              </a:ext>
            </a:extLst>
          </p:cNvPr>
          <p:cNvSpPr>
            <a:spLocks xmlns:a="http://schemas.openxmlformats.org/drawingml/2006/main" noGrp="1"/>
          </p:cNvSpPr>
          <p:nvPr/>
        </p:nvSpPr>
        <p:spPr>
          <a:xfrm xmlns:a="http://schemas.openxmlformats.org/drawingml/2006/main" rot="0" flipH="0" flipV="0">
            <a:off x="-390525" y="6200775"/>
            <a:ext cx="333375" cy="0"/>
          </a:xfrm>
          <a:prstGeom xmlns:a="http://schemas.openxmlformats.org/drawingml/2006/main" prst="line">
            <a:avLst/>
          </a:prstGeom>
          <a:ln xmlns:a="http://schemas.openxmlformats.org/drawingml/2006/main">
            <a:solidFill>
              <a:schemeClr val="accent6"/>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6" name="Textfeld 25">
            <a:extLst xmlns:a="http://schemas.openxmlformats.org/drawingml/2006/main">
              <a:ext uri="{FF2B5EF4-FFF2-40B4-BE49-F238E27FC236}">
                <a16:creationId xmlns:a16="http://schemas.microsoft.com/office/drawing/2014/main" id="{0348451A-09A8-4D76-AA86-13CB9E640770}"/>
              </a:ext>
            </a:extLst>
          </p:cNvPr>
          <p:cNvSpPr>
            <a:spLocks xmlns:a="http://schemas.openxmlformats.org/drawingml/2006/main" noGrp="1"/>
          </p:cNvSpPr>
          <p:nvPr/>
        </p:nvSpPr>
        <p:spPr>
          <a:xfrm xmlns:a="http://schemas.openxmlformats.org/drawingml/2006/main" rot="0" flipH="0" flipV="0">
            <a:off x="-353679" y="6063963"/>
            <a:ext cx="259687" cy="124906"/>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marL="0" marR="0" indent="0" algn="ctr" defTabSz="914400">
              <a:lnSpc>
                <a:spcPct val="110000"/>
              </a:lnSpc>
              <a:spcBef>
                <a:spcPts val="0"/>
              </a:spcBef>
              <a:spcAft>
                <a:spcPts val="1200"/>
              </a:spcAft>
              <a:buClrTx/>
              <a:buSzTx/>
              <a:buFont typeface="Arial"/>
              <a:buNone/>
            </a:pPr>
            <a:r>
              <a:rPr sz="800" b="0" i="0" u="none" strike="noStrike" cap="none" spc="0" baseline="0">
                <a:ln>
                  <a:noFill/>
                </a:ln>
                <a:solidFill>
                  <a:schemeClr val="accent6"/>
                </a:solidFill>
                <a:latin typeface="Arial"/>
                <a:ea typeface="Arial"/>
                <a:cs typeface="Arial"/>
              </a:rPr>
              <a:t>07,70</a:t>
            </a:r>
          </a:p>
        </p:txBody>
      </p:sp>
      <p:sp>
        <p:nvSpPr>
          <p:cNvPr id="28" name="Gerader Verbinder 27">
            <a:extLst xmlns:a="http://schemas.openxmlformats.org/drawingml/2006/main">
              <a:ext uri="{FF2B5EF4-FFF2-40B4-BE49-F238E27FC236}">
                <a16:creationId xmlns:a16="http://schemas.microsoft.com/office/drawing/2014/main" id="{AA53056D-02BD-4FBB-BC88-DBC514CF53E5}"/>
              </a:ext>
            </a:extLst>
          </p:cNvPr>
          <p:cNvSpPr>
            <a:spLocks xmlns:a="http://schemas.openxmlformats.org/drawingml/2006/main" noGrp="1"/>
          </p:cNvSpPr>
          <p:nvPr/>
        </p:nvSpPr>
        <p:spPr>
          <a:xfrm xmlns:a="http://schemas.openxmlformats.org/drawingml/2006/main" rot="0" flipH="0" flipV="0">
            <a:off x="-390525" y="6632575"/>
            <a:ext cx="333375" cy="0"/>
          </a:xfrm>
          <a:prstGeom xmlns:a="http://schemas.openxmlformats.org/drawingml/2006/main" prst="line">
            <a:avLst/>
          </a:prstGeom>
          <a:ln xmlns:a="http://schemas.openxmlformats.org/drawingml/2006/main">
            <a:solidFill>
              <a:schemeClr val="accent6"/>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9" name="Textfeld 28">
            <a:extLst xmlns:a="http://schemas.openxmlformats.org/drawingml/2006/main">
              <a:ext uri="{FF2B5EF4-FFF2-40B4-BE49-F238E27FC236}">
                <a16:creationId xmlns:a16="http://schemas.microsoft.com/office/drawing/2014/main" id="{9E3D1027-C73A-4F88-AB8D-55680AB053E7}"/>
              </a:ext>
            </a:extLst>
          </p:cNvPr>
          <p:cNvSpPr>
            <a:spLocks xmlns:a="http://schemas.openxmlformats.org/drawingml/2006/main" noGrp="1"/>
          </p:cNvSpPr>
          <p:nvPr/>
        </p:nvSpPr>
        <p:spPr>
          <a:xfrm xmlns:a="http://schemas.openxmlformats.org/drawingml/2006/main" rot="0" flipH="0" flipV="0">
            <a:off x="-353678" y="6495763"/>
            <a:ext cx="259687" cy="124906"/>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marL="0" marR="0" indent="0" algn="ctr" defTabSz="914400">
              <a:lnSpc>
                <a:spcPct val="110000"/>
              </a:lnSpc>
              <a:spcBef>
                <a:spcPts val="0"/>
              </a:spcBef>
              <a:spcAft>
                <a:spcPts val="1200"/>
              </a:spcAft>
              <a:buClrTx/>
              <a:buSzTx/>
              <a:buFont typeface="Arial"/>
              <a:buNone/>
            </a:pPr>
            <a:r>
              <a:rPr sz="800" b="0" i="0" u="none" strike="noStrike" cap="none" spc="0" baseline="0">
                <a:ln>
                  <a:noFill/>
                </a:ln>
                <a:solidFill>
                  <a:schemeClr val="accent6"/>
                </a:solidFill>
                <a:latin typeface="Arial"/>
                <a:ea typeface="Arial"/>
                <a:cs typeface="Arial"/>
              </a:rPr>
              <a:t>08,90</a:t>
            </a:r>
          </a:p>
        </p:txBody>
      </p:sp>
      <p:sp>
        <p:nvSpPr>
          <p:cNvPr id="31" name="Gerader Verbinder 30">
            <a:extLst xmlns:a="http://schemas.openxmlformats.org/drawingml/2006/main">
              <a:ext uri="{FF2B5EF4-FFF2-40B4-BE49-F238E27FC236}">
                <a16:creationId xmlns:a16="http://schemas.microsoft.com/office/drawing/2014/main" id="{6A760605-D49C-460B-9E0E-FFCF4F376245}"/>
              </a:ext>
            </a:extLst>
          </p:cNvPr>
          <p:cNvSpPr>
            <a:spLocks xmlns:a="http://schemas.openxmlformats.org/drawingml/2006/main" noGrp="1"/>
          </p:cNvSpPr>
          <p:nvPr/>
        </p:nvSpPr>
        <p:spPr>
          <a:xfrm xmlns:a="http://schemas.openxmlformats.org/drawingml/2006/main" rot="0" flipH="0" flipV="0">
            <a:off x="281643" y="-162328"/>
            <a:ext cx="333375" cy="0"/>
          </a:xfrm>
          <a:prstGeom xmlns:a="http://schemas.openxmlformats.org/drawingml/2006/main" prst="line">
            <a:avLst/>
          </a:prstGeom>
          <a:ln xmlns:a="http://schemas.openxmlformats.org/drawingml/2006/main">
            <a:solidFill>
              <a:schemeClr val="accent6"/>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2" name="Textfeld 31">
            <a:extLst xmlns:a="http://schemas.openxmlformats.org/drawingml/2006/main">
              <a:ext uri="{FF2B5EF4-FFF2-40B4-BE49-F238E27FC236}">
                <a16:creationId xmlns:a16="http://schemas.microsoft.com/office/drawing/2014/main" id="{DFE6B92B-AC01-4482-A6E7-400EF0E7F9ED}"/>
              </a:ext>
            </a:extLst>
          </p:cNvPr>
          <p:cNvSpPr>
            <a:spLocks xmlns:a="http://schemas.openxmlformats.org/drawingml/2006/main" noGrp="1"/>
          </p:cNvSpPr>
          <p:nvPr/>
        </p:nvSpPr>
        <p:spPr>
          <a:xfrm xmlns:a="http://schemas.openxmlformats.org/drawingml/2006/main" rot="0" flipH="0" flipV="0">
            <a:off x="318486" y="-299136"/>
            <a:ext cx="259687" cy="124906"/>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marL="0" marR="0" indent="0" algn="ctr" defTabSz="914400">
              <a:lnSpc>
                <a:spcPct val="110000"/>
              </a:lnSpc>
              <a:spcBef>
                <a:spcPts val="0"/>
              </a:spcBef>
              <a:spcAft>
                <a:spcPts val="1200"/>
              </a:spcAft>
              <a:buClrTx/>
              <a:buSzTx/>
              <a:buFont typeface="Arial"/>
              <a:buNone/>
            </a:pPr>
            <a:r>
              <a:rPr sz="800" b="0" i="0" u="none" strike="noStrike" cap="none" spc="0" baseline="0">
                <a:ln>
                  <a:noFill/>
                </a:ln>
                <a:solidFill>
                  <a:schemeClr val="accent6"/>
                </a:solidFill>
                <a:latin typeface="Arial"/>
                <a:ea typeface="Arial"/>
                <a:cs typeface="Arial"/>
              </a:rPr>
              <a:t>15,50</a:t>
            </a:r>
          </a:p>
        </p:txBody>
      </p:sp>
      <p:sp>
        <p:nvSpPr>
          <p:cNvPr id="34" name="Gerader Verbinder 33">
            <a:extLst xmlns:a="http://schemas.openxmlformats.org/drawingml/2006/main">
              <a:ext uri="{FF2B5EF4-FFF2-40B4-BE49-F238E27FC236}">
                <a16:creationId xmlns:a16="http://schemas.microsoft.com/office/drawing/2014/main" id="{D58B6078-849C-44E3-8ADD-F6418DB1B023}"/>
              </a:ext>
            </a:extLst>
          </p:cNvPr>
          <p:cNvSpPr>
            <a:spLocks xmlns:a="http://schemas.openxmlformats.org/drawingml/2006/main" noGrp="1"/>
          </p:cNvSpPr>
          <p:nvPr/>
        </p:nvSpPr>
        <p:spPr>
          <a:xfrm xmlns:a="http://schemas.openxmlformats.org/drawingml/2006/main" rot="0" flipH="0" flipV="0">
            <a:off x="5752963" y="-162332"/>
            <a:ext cx="333375" cy="0"/>
          </a:xfrm>
          <a:prstGeom xmlns:a="http://schemas.openxmlformats.org/drawingml/2006/main" prst="line">
            <a:avLst/>
          </a:prstGeom>
          <a:ln xmlns:a="http://schemas.openxmlformats.org/drawingml/2006/main">
            <a:solidFill>
              <a:schemeClr val="accent6"/>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5" name="Textfeld 34">
            <a:extLst xmlns:a="http://schemas.openxmlformats.org/drawingml/2006/main">
              <a:ext uri="{FF2B5EF4-FFF2-40B4-BE49-F238E27FC236}">
                <a16:creationId xmlns:a16="http://schemas.microsoft.com/office/drawing/2014/main" id="{29A2699B-FFE8-4320-BD7A-68D214D9A58B}"/>
              </a:ext>
            </a:extLst>
          </p:cNvPr>
          <p:cNvSpPr>
            <a:spLocks xmlns:a="http://schemas.openxmlformats.org/drawingml/2006/main" noGrp="1"/>
          </p:cNvSpPr>
          <p:nvPr/>
        </p:nvSpPr>
        <p:spPr>
          <a:xfrm xmlns:a="http://schemas.openxmlformats.org/drawingml/2006/main" rot="0" flipH="0" flipV="0">
            <a:off x="5789809" y="-299136"/>
            <a:ext cx="259687" cy="124906"/>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marL="0" marR="0" indent="0" algn="ctr" defTabSz="914400">
              <a:lnSpc>
                <a:spcPct val="110000"/>
              </a:lnSpc>
              <a:spcBef>
                <a:spcPts val="0"/>
              </a:spcBef>
              <a:spcAft>
                <a:spcPts val="1200"/>
              </a:spcAft>
              <a:buClrTx/>
              <a:buSzTx/>
              <a:buFont typeface="Arial"/>
              <a:buNone/>
            </a:pPr>
            <a:r>
              <a:rPr sz="800" b="0" i="0" u="none" strike="noStrike" cap="none" spc="0" baseline="0">
                <a:ln>
                  <a:noFill/>
                </a:ln>
                <a:solidFill>
                  <a:schemeClr val="accent6"/>
                </a:solidFill>
                <a:latin typeface="Arial"/>
                <a:ea typeface="Arial"/>
                <a:cs typeface="Arial"/>
              </a:rPr>
              <a:t>00,30</a:t>
            </a:r>
          </a:p>
        </p:txBody>
      </p:sp>
      <p:sp>
        <p:nvSpPr>
          <p:cNvPr id="37" name="Gerader Verbinder 36">
            <a:extLst xmlns:a="http://schemas.openxmlformats.org/drawingml/2006/main">
              <a:ext uri="{FF2B5EF4-FFF2-40B4-BE49-F238E27FC236}">
                <a16:creationId xmlns:a16="http://schemas.microsoft.com/office/drawing/2014/main" id="{049C05C3-BE5F-45DB-A19C-3F8BFF5B408A}"/>
              </a:ext>
            </a:extLst>
          </p:cNvPr>
          <p:cNvSpPr>
            <a:spLocks xmlns:a="http://schemas.openxmlformats.org/drawingml/2006/main" noGrp="1"/>
          </p:cNvSpPr>
          <p:nvPr/>
        </p:nvSpPr>
        <p:spPr>
          <a:xfrm xmlns:a="http://schemas.openxmlformats.org/drawingml/2006/main" rot="16200000" flipH="0" flipV="0">
            <a:off x="6037263" y="-230736"/>
            <a:ext cx="333375" cy="0"/>
          </a:xfrm>
          <a:prstGeom xmlns:a="http://schemas.openxmlformats.org/drawingml/2006/main" prst="line">
            <a:avLst/>
          </a:prstGeom>
          <a:ln xmlns:a="http://schemas.openxmlformats.org/drawingml/2006/main">
            <a:solidFill>
              <a:schemeClr val="accent6"/>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8" name="Textfeld 37">
            <a:extLst xmlns:a="http://schemas.openxmlformats.org/drawingml/2006/main">
              <a:ext uri="{FF2B5EF4-FFF2-40B4-BE49-F238E27FC236}">
                <a16:creationId xmlns:a16="http://schemas.microsoft.com/office/drawing/2014/main" id="{10C304B0-38F3-48B3-A23F-BE3EEAF774D6}"/>
              </a:ext>
            </a:extLst>
          </p:cNvPr>
          <p:cNvSpPr>
            <a:spLocks xmlns:a="http://schemas.openxmlformats.org/drawingml/2006/main" noGrp="1"/>
          </p:cNvSpPr>
          <p:nvPr/>
        </p:nvSpPr>
        <p:spPr>
          <a:xfrm xmlns:a="http://schemas.openxmlformats.org/drawingml/2006/main" rot="16200000" flipH="0" flipV="0">
            <a:off x="6136559" y="-293191"/>
            <a:ext cx="259687" cy="124906"/>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marL="0" marR="0" indent="0" algn="ctr" defTabSz="914400">
              <a:lnSpc>
                <a:spcPct val="110000"/>
              </a:lnSpc>
              <a:spcBef>
                <a:spcPts val="0"/>
              </a:spcBef>
              <a:spcAft>
                <a:spcPts val="1200"/>
              </a:spcAft>
              <a:buClrTx/>
              <a:buSzTx/>
              <a:buFont typeface="Arial"/>
              <a:buNone/>
            </a:pPr>
            <a:r>
              <a:rPr sz="800" b="0" i="0" u="none" strike="noStrike" cap="none" spc="0" baseline="0">
                <a:ln>
                  <a:noFill/>
                </a:ln>
                <a:solidFill>
                  <a:schemeClr val="accent6"/>
                </a:solidFill>
                <a:latin typeface="Arial"/>
                <a:ea typeface="Arial"/>
                <a:cs typeface="Arial"/>
              </a:rPr>
              <a:t>00,30</a:t>
            </a:r>
          </a:p>
        </p:txBody>
      </p:sp>
      <p:sp>
        <p:nvSpPr>
          <p:cNvPr id="40" name="Gerader Verbinder 39">
            <a:extLst xmlns:a="http://schemas.openxmlformats.org/drawingml/2006/main">
              <a:ext uri="{FF2B5EF4-FFF2-40B4-BE49-F238E27FC236}">
                <a16:creationId xmlns:a16="http://schemas.microsoft.com/office/drawing/2014/main" id="{216C7FC9-C7D3-4C6D-A30D-5189D2C458D8}"/>
              </a:ext>
            </a:extLst>
          </p:cNvPr>
          <p:cNvSpPr>
            <a:spLocks xmlns:a="http://schemas.openxmlformats.org/drawingml/2006/main" noGrp="1"/>
          </p:cNvSpPr>
          <p:nvPr/>
        </p:nvSpPr>
        <p:spPr>
          <a:xfrm xmlns:a="http://schemas.openxmlformats.org/drawingml/2006/main" rot="16200000">
            <a:off x="5929313" y="-230736"/>
            <a:ext cx="333375" cy="0"/>
          </a:xfrm>
          <a:prstGeom xmlns:a="http://schemas.openxmlformats.org/drawingml/2006/main" prst="line">
            <a:avLst/>
          </a:prstGeom>
          <a:ln xmlns:a="http://schemas.openxmlformats.org/drawingml/2006/main">
            <a:solidFill>
              <a:schemeClr val="accent6"/>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42" name="Gerader Verbinder 41">
            <a:extLst xmlns:a="http://schemas.openxmlformats.org/drawingml/2006/main">
              <a:ext uri="{FF2B5EF4-FFF2-40B4-BE49-F238E27FC236}">
                <a16:creationId xmlns:a16="http://schemas.microsoft.com/office/drawing/2014/main" id="{91590401-DD84-4630-9C10-EA195D10D247}"/>
              </a:ext>
            </a:extLst>
          </p:cNvPr>
          <p:cNvSpPr>
            <a:spLocks xmlns:a="http://schemas.openxmlformats.org/drawingml/2006/main" noGrp="1"/>
          </p:cNvSpPr>
          <p:nvPr/>
        </p:nvSpPr>
        <p:spPr>
          <a:xfrm xmlns:a="http://schemas.openxmlformats.org/drawingml/2006/main" rot="0" flipH="0" flipV="0">
            <a:off x="11447325" y="-162339"/>
            <a:ext cx="333375" cy="0"/>
          </a:xfrm>
          <a:prstGeom xmlns:a="http://schemas.openxmlformats.org/drawingml/2006/main" prst="line">
            <a:avLst/>
          </a:prstGeom>
          <a:ln xmlns:a="http://schemas.openxmlformats.org/drawingml/2006/main">
            <a:solidFill>
              <a:schemeClr val="accent6"/>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43" name="Textfeld 42">
            <a:extLst xmlns:a="http://schemas.openxmlformats.org/drawingml/2006/main">
              <a:ext uri="{FF2B5EF4-FFF2-40B4-BE49-F238E27FC236}">
                <a16:creationId xmlns:a16="http://schemas.microsoft.com/office/drawing/2014/main" id="{29EC0E69-66B7-4E97-B0AC-9CFA0DDEC604}"/>
              </a:ext>
            </a:extLst>
          </p:cNvPr>
          <p:cNvSpPr>
            <a:spLocks xmlns:a="http://schemas.openxmlformats.org/drawingml/2006/main" noGrp="1"/>
          </p:cNvSpPr>
          <p:nvPr/>
        </p:nvSpPr>
        <p:spPr>
          <a:xfrm xmlns:a="http://schemas.openxmlformats.org/drawingml/2006/main" rot="0" flipH="0" flipV="0">
            <a:off x="11484174" y="-299139"/>
            <a:ext cx="259687" cy="124906"/>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marL="0" marR="0" indent="0" algn="ctr" defTabSz="914400">
              <a:lnSpc>
                <a:spcPct val="110000"/>
              </a:lnSpc>
              <a:spcBef>
                <a:spcPts val="0"/>
              </a:spcBef>
              <a:spcAft>
                <a:spcPts val="1200"/>
              </a:spcAft>
              <a:buClrTx/>
              <a:buSzTx/>
              <a:buFont typeface="Arial"/>
              <a:buNone/>
            </a:pPr>
            <a:r>
              <a:rPr sz="800" b="0" i="0" u="none" strike="noStrike" cap="none" spc="0" baseline="0">
                <a:ln>
                  <a:noFill/>
                </a:ln>
                <a:solidFill>
                  <a:schemeClr val="accent6"/>
                </a:solidFill>
                <a:latin typeface="Arial"/>
                <a:ea typeface="Arial"/>
                <a:cs typeface="Arial"/>
              </a:rPr>
              <a:t>15,50</a:t>
            </a:r>
          </a:p>
        </p:txBody>
      </p:sp>
      <p:sp>
        <p:nvSpPr>
          <p:cNvPr id="44" name="Freihandform: Form 43">
            <a:extLst xmlns:a="http://schemas.openxmlformats.org/drawingml/2006/main">
              <a:ext uri="{FF2B5EF4-FFF2-40B4-BE49-F238E27FC236}">
                <a16:creationId xmlns:a16="http://schemas.microsoft.com/office/drawing/2014/main" id="{14D59EEC-E0BA-43F5-BBC0-E623BF3D0A64}"/>
              </a:ext>
            </a:extLst>
          </p:cNvPr>
          <p:cNvSpPr>
            <a:spLocks xmlns:a="http://schemas.openxmlformats.org/drawingml/2006/main" noGrp="1"/>
          </p:cNvSpPr>
          <p:nvPr/>
        </p:nvSpPr>
        <p:spPr>
          <a:xfrm xmlns:a="http://schemas.openxmlformats.org/drawingml/2006/main">
            <a:off x="10596063" y="299346"/>
            <a:ext cx="1080000" cy="412328"/>
          </a:xfrm>
          <a:custGeom xmlns:a="http://schemas.openxmlformats.org/drawingml/2006/main">
            <a:gdLst>
              <a:gd name="connsiteX0" fmla="*/ 0 w 4797018"/>
              <a:gd name="connsiteY0" fmla="*/ 170736 h 1831428"/>
              <a:gd name="connsiteX1" fmla="*/ 92812 w 4797018"/>
              <a:gd name="connsiteY1" fmla="*/ 77924 h 1831428"/>
              <a:gd name="connsiteX2" fmla="*/ 92812 w 4797018"/>
              <a:gd name="connsiteY2" fmla="*/ 1763373 h 1831428"/>
              <a:gd name="connsiteX3" fmla="*/ 0 w 4797018"/>
              <a:gd name="connsiteY3" fmla="*/ 1763373 h 1831428"/>
              <a:gd name="connsiteX4" fmla="*/ 0 w 4797018"/>
              <a:gd name="connsiteY4" fmla="*/ 170736 h 1831428"/>
              <a:gd name="connsiteX5" fmla="*/ 278425 w 4797018"/>
              <a:gd name="connsiteY5" fmla="*/ 92812 h 1831428"/>
              <a:gd name="connsiteX6" fmla="*/ 1392136 w 4797018"/>
              <a:gd name="connsiteY6" fmla="*/ 92812 h 1831428"/>
              <a:gd name="connsiteX7" fmla="*/ 1392136 w 4797018"/>
              <a:gd name="connsiteY7" fmla="*/ 0 h 1831428"/>
              <a:gd name="connsiteX8" fmla="*/ 185614 w 4797018"/>
              <a:gd name="connsiteY8" fmla="*/ 0 h 1831428"/>
              <a:gd name="connsiteX9" fmla="*/ 185614 w 4797018"/>
              <a:gd name="connsiteY9" fmla="*/ 1113701 h 1831428"/>
              <a:gd name="connsiteX10" fmla="*/ 1210723 w 4797018"/>
              <a:gd name="connsiteY10" fmla="*/ 1113701 h 1831428"/>
              <a:gd name="connsiteX11" fmla="*/ 1210723 w 4797018"/>
              <a:gd name="connsiteY11" fmla="*/ 1020899 h 1831428"/>
              <a:gd name="connsiteX12" fmla="*/ 278425 w 4797018"/>
              <a:gd name="connsiteY12" fmla="*/ 1020899 h 1831428"/>
              <a:gd name="connsiteX13" fmla="*/ 278425 w 4797018"/>
              <a:gd name="connsiteY13" fmla="*/ 92812 h 1831428"/>
              <a:gd name="connsiteX14" fmla="*/ 1350464 w 4797018"/>
              <a:gd name="connsiteY14" fmla="*/ 835285 h 1831428"/>
              <a:gd name="connsiteX15" fmla="*/ 464048 w 4797018"/>
              <a:gd name="connsiteY15" fmla="*/ 835285 h 1831428"/>
              <a:gd name="connsiteX16" fmla="*/ 464048 w 4797018"/>
              <a:gd name="connsiteY16" fmla="*/ 464048 h 1831428"/>
              <a:gd name="connsiteX17" fmla="*/ 1222124 w 4797018"/>
              <a:gd name="connsiteY17" fmla="*/ 464048 h 1831428"/>
              <a:gd name="connsiteX18" fmla="*/ 1314926 w 4797018"/>
              <a:gd name="connsiteY18" fmla="*/ 371237 h 1831428"/>
              <a:gd name="connsiteX19" fmla="*/ 464048 w 4797018"/>
              <a:gd name="connsiteY19" fmla="*/ 371237 h 1831428"/>
              <a:gd name="connsiteX20" fmla="*/ 464048 w 4797018"/>
              <a:gd name="connsiteY20" fmla="*/ 278425 h 1831428"/>
              <a:gd name="connsiteX21" fmla="*/ 1392146 w 4797018"/>
              <a:gd name="connsiteY21" fmla="*/ 278425 h 1831428"/>
              <a:gd name="connsiteX22" fmla="*/ 1392146 w 4797018"/>
              <a:gd name="connsiteY22" fmla="*/ 185614 h 1831428"/>
              <a:gd name="connsiteX23" fmla="*/ 371237 w 4797018"/>
              <a:gd name="connsiteY23" fmla="*/ 185614 h 1831428"/>
              <a:gd name="connsiteX24" fmla="*/ 371237 w 4797018"/>
              <a:gd name="connsiteY24" fmla="*/ 928087 h 1831428"/>
              <a:gd name="connsiteX25" fmla="*/ 1258872 w 4797018"/>
              <a:gd name="connsiteY25" fmla="*/ 928087 h 1831428"/>
              <a:gd name="connsiteX26" fmla="*/ 1350464 w 4797018"/>
              <a:gd name="connsiteY26" fmla="*/ 835285 h 1831428"/>
              <a:gd name="connsiteX27" fmla="*/ 185614 w 4797018"/>
              <a:gd name="connsiteY27" fmla="*/ 1763373 h 1831428"/>
              <a:gd name="connsiteX28" fmla="*/ 278425 w 4797018"/>
              <a:gd name="connsiteY28" fmla="*/ 1763373 h 1831428"/>
              <a:gd name="connsiteX29" fmla="*/ 278425 w 4797018"/>
              <a:gd name="connsiteY29" fmla="*/ 1299324 h 1831428"/>
              <a:gd name="connsiteX30" fmla="*/ 371237 w 4797018"/>
              <a:gd name="connsiteY30" fmla="*/ 1299324 h 1831428"/>
              <a:gd name="connsiteX31" fmla="*/ 371237 w 4797018"/>
              <a:gd name="connsiteY31" fmla="*/ 1685449 h 1831428"/>
              <a:gd name="connsiteX32" fmla="*/ 464039 w 4797018"/>
              <a:gd name="connsiteY32" fmla="*/ 1592647 h 1831428"/>
              <a:gd name="connsiteX33" fmla="*/ 464039 w 4797018"/>
              <a:gd name="connsiteY33" fmla="*/ 1299324 h 1831428"/>
              <a:gd name="connsiteX34" fmla="*/ 1210723 w 4797018"/>
              <a:gd name="connsiteY34" fmla="*/ 1299324 h 1831428"/>
              <a:gd name="connsiteX35" fmla="*/ 1210723 w 4797018"/>
              <a:gd name="connsiteY35" fmla="*/ 1206522 h 1831428"/>
              <a:gd name="connsiteX36" fmla="*/ 185614 w 4797018"/>
              <a:gd name="connsiteY36" fmla="*/ 1206522 h 1831428"/>
              <a:gd name="connsiteX37" fmla="*/ 185614 w 4797018"/>
              <a:gd name="connsiteY37" fmla="*/ 1763373 h 1831428"/>
              <a:gd name="connsiteX38" fmla="*/ 4704207 w 4797018"/>
              <a:gd name="connsiteY38" fmla="*/ 0 h 1831428"/>
              <a:gd name="connsiteX39" fmla="*/ 4704207 w 4797018"/>
              <a:gd name="connsiteY39" fmla="*/ 1067314 h 1831428"/>
              <a:gd name="connsiteX40" fmla="*/ 4334837 w 4797018"/>
              <a:gd name="connsiteY40" fmla="*/ 1692688 h 1831428"/>
              <a:gd name="connsiteX41" fmla="*/ 4332742 w 4797018"/>
              <a:gd name="connsiteY41" fmla="*/ 1689954 h 1831428"/>
              <a:gd name="connsiteX42" fmla="*/ 4611405 w 4797018"/>
              <a:gd name="connsiteY42" fmla="*/ 1158564 h 1831428"/>
              <a:gd name="connsiteX43" fmla="*/ 4611405 w 4797018"/>
              <a:gd name="connsiteY43" fmla="*/ 0 h 1831428"/>
              <a:gd name="connsiteX44" fmla="*/ 4518594 w 4797018"/>
              <a:gd name="connsiteY44" fmla="*/ 0 h 1831428"/>
              <a:gd name="connsiteX45" fmla="*/ 4518594 w 4797018"/>
              <a:gd name="connsiteY45" fmla="*/ 1157021 h 1831428"/>
              <a:gd name="connsiteX46" fmla="*/ 3915337 w 4797018"/>
              <a:gd name="connsiteY46" fmla="*/ 1740170 h 1831428"/>
              <a:gd name="connsiteX47" fmla="*/ 3312081 w 4797018"/>
              <a:gd name="connsiteY47" fmla="*/ 1157021 h 1831428"/>
              <a:gd name="connsiteX48" fmla="*/ 3312081 w 4797018"/>
              <a:gd name="connsiteY48" fmla="*/ 77924 h 1831428"/>
              <a:gd name="connsiteX49" fmla="*/ 3219269 w 4797018"/>
              <a:gd name="connsiteY49" fmla="*/ 170736 h 1831428"/>
              <a:gd name="connsiteX50" fmla="*/ 3219269 w 4797018"/>
              <a:gd name="connsiteY50" fmla="*/ 1158564 h 1831428"/>
              <a:gd name="connsiteX51" fmla="*/ 3915337 w 4797018"/>
              <a:gd name="connsiteY51" fmla="*/ 1831429 h 1831428"/>
              <a:gd name="connsiteX52" fmla="*/ 4008139 w 4797018"/>
              <a:gd name="connsiteY52" fmla="*/ 1831429 h 1831428"/>
              <a:gd name="connsiteX53" fmla="*/ 4797019 w 4797018"/>
              <a:gd name="connsiteY53" fmla="*/ 1068667 h 1831428"/>
              <a:gd name="connsiteX54" fmla="*/ 4797019 w 4797018"/>
              <a:gd name="connsiteY54" fmla="*/ 0 h 1831428"/>
              <a:gd name="connsiteX55" fmla="*/ 4704207 w 4797018"/>
              <a:gd name="connsiteY55" fmla="*/ 0 h 1831428"/>
              <a:gd name="connsiteX56" fmla="*/ 3915328 w 4797018"/>
              <a:gd name="connsiteY56" fmla="*/ 1647358 h 1831428"/>
              <a:gd name="connsiteX57" fmla="*/ 4425773 w 4797018"/>
              <a:gd name="connsiteY57" fmla="*/ 1157021 h 1831428"/>
              <a:gd name="connsiteX58" fmla="*/ 4425782 w 4797018"/>
              <a:gd name="connsiteY58" fmla="*/ 1157021 h 1831428"/>
              <a:gd name="connsiteX59" fmla="*/ 4425782 w 4797018"/>
              <a:gd name="connsiteY59" fmla="*/ 77924 h 1831428"/>
              <a:gd name="connsiteX60" fmla="*/ 4332970 w 4797018"/>
              <a:gd name="connsiteY60" fmla="*/ 170736 h 1831428"/>
              <a:gd name="connsiteX61" fmla="*/ 4332970 w 4797018"/>
              <a:gd name="connsiteY61" fmla="*/ 1067305 h 1831428"/>
              <a:gd name="connsiteX62" fmla="*/ 4008130 w 4797018"/>
              <a:gd name="connsiteY62" fmla="*/ 1368933 h 1831428"/>
              <a:gd name="connsiteX63" fmla="*/ 3683298 w 4797018"/>
              <a:gd name="connsiteY63" fmla="*/ 1067305 h 1831428"/>
              <a:gd name="connsiteX64" fmla="*/ 3683289 w 4797018"/>
              <a:gd name="connsiteY64" fmla="*/ 0 h 1831428"/>
              <a:gd name="connsiteX65" fmla="*/ 3590487 w 4797018"/>
              <a:gd name="connsiteY65" fmla="*/ 0 h 1831428"/>
              <a:gd name="connsiteX66" fmla="*/ 3590487 w 4797018"/>
              <a:gd name="connsiteY66" fmla="*/ 1067305 h 1831428"/>
              <a:gd name="connsiteX67" fmla="*/ 4008130 w 4797018"/>
              <a:gd name="connsiteY67" fmla="*/ 1461745 h 1831428"/>
              <a:gd name="connsiteX68" fmla="*/ 4294699 w 4797018"/>
              <a:gd name="connsiteY68" fmla="*/ 1333129 h 1831428"/>
              <a:gd name="connsiteX69" fmla="*/ 4296785 w 4797018"/>
              <a:gd name="connsiteY69" fmla="*/ 1335862 h 1831428"/>
              <a:gd name="connsiteX70" fmla="*/ 3915328 w 4797018"/>
              <a:gd name="connsiteY70" fmla="*/ 1554556 h 1831428"/>
              <a:gd name="connsiteX71" fmla="*/ 3497742 w 4797018"/>
              <a:gd name="connsiteY71" fmla="*/ 1160116 h 1831428"/>
              <a:gd name="connsiteX72" fmla="*/ 3497685 w 4797018"/>
              <a:gd name="connsiteY72" fmla="*/ 1160116 h 1831428"/>
              <a:gd name="connsiteX73" fmla="*/ 3497685 w 4797018"/>
              <a:gd name="connsiteY73" fmla="*/ 0 h 1831428"/>
              <a:gd name="connsiteX74" fmla="*/ 3404873 w 4797018"/>
              <a:gd name="connsiteY74" fmla="*/ 0 h 1831428"/>
              <a:gd name="connsiteX75" fmla="*/ 3404873 w 4797018"/>
              <a:gd name="connsiteY75" fmla="*/ 1160107 h 1831428"/>
              <a:gd name="connsiteX76" fmla="*/ 3404921 w 4797018"/>
              <a:gd name="connsiteY76" fmla="*/ 1160107 h 1831428"/>
              <a:gd name="connsiteX77" fmla="*/ 3915328 w 4797018"/>
              <a:gd name="connsiteY77" fmla="*/ 1647358 h 1831428"/>
              <a:gd name="connsiteX78" fmla="*/ 1852984 w 4797018"/>
              <a:gd name="connsiteY78" fmla="*/ 1206522 h 1831428"/>
              <a:gd name="connsiteX79" fmla="*/ 1618288 w 4797018"/>
              <a:gd name="connsiteY79" fmla="*/ 1763373 h 1831428"/>
              <a:gd name="connsiteX80" fmla="*/ 1711119 w 4797018"/>
              <a:gd name="connsiteY80" fmla="*/ 1763363 h 1831428"/>
              <a:gd name="connsiteX81" fmla="*/ 1711100 w 4797018"/>
              <a:gd name="connsiteY81" fmla="*/ 1763373 h 1831428"/>
              <a:gd name="connsiteX82" fmla="*/ 1711119 w 4797018"/>
              <a:gd name="connsiteY82" fmla="*/ 1763373 h 1831428"/>
              <a:gd name="connsiteX83" fmla="*/ 1828448 w 4797018"/>
              <a:gd name="connsiteY83" fmla="*/ 1484948 h 1831428"/>
              <a:gd name="connsiteX84" fmla="*/ 2614774 w 4797018"/>
              <a:gd name="connsiteY84" fmla="*/ 1484948 h 1831428"/>
              <a:gd name="connsiteX85" fmla="*/ 2732018 w 4797018"/>
              <a:gd name="connsiteY85" fmla="*/ 1763373 h 1831428"/>
              <a:gd name="connsiteX86" fmla="*/ 2824820 w 4797018"/>
              <a:gd name="connsiteY86" fmla="*/ 1763373 h 1831428"/>
              <a:gd name="connsiteX87" fmla="*/ 2668515 w 4797018"/>
              <a:gd name="connsiteY87" fmla="*/ 1392136 h 1831428"/>
              <a:gd name="connsiteX88" fmla="*/ 1867567 w 4797018"/>
              <a:gd name="connsiteY88" fmla="*/ 1392136 h 1831428"/>
              <a:gd name="connsiteX89" fmla="*/ 1906676 w 4797018"/>
              <a:gd name="connsiteY89" fmla="*/ 1299324 h 1831428"/>
              <a:gd name="connsiteX90" fmla="*/ 2722236 w 4797018"/>
              <a:gd name="connsiteY90" fmla="*/ 1299324 h 1831428"/>
              <a:gd name="connsiteX91" fmla="*/ 2917632 w 4797018"/>
              <a:gd name="connsiteY91" fmla="*/ 1763373 h 1831428"/>
              <a:gd name="connsiteX92" fmla="*/ 3010443 w 4797018"/>
              <a:gd name="connsiteY92" fmla="*/ 1763373 h 1831428"/>
              <a:gd name="connsiteX93" fmla="*/ 2775976 w 4797018"/>
              <a:gd name="connsiteY93" fmla="*/ 1206522 h 1831428"/>
              <a:gd name="connsiteX94" fmla="*/ 1852984 w 4797018"/>
              <a:gd name="connsiteY94" fmla="*/ 1206522 h 1831428"/>
              <a:gd name="connsiteX95" fmla="*/ 1989544 w 4797018"/>
              <a:gd name="connsiteY95" fmla="*/ 0 h 1831428"/>
              <a:gd name="connsiteX96" fmla="*/ 1307459 w 4797018"/>
              <a:gd name="connsiteY96" fmla="*/ 1617898 h 1831428"/>
              <a:gd name="connsiteX97" fmla="*/ 1366533 w 4797018"/>
              <a:gd name="connsiteY97" fmla="*/ 1698098 h 1831428"/>
              <a:gd name="connsiteX98" fmla="*/ 2082356 w 4797018"/>
              <a:gd name="connsiteY98" fmla="*/ 0 h 1831428"/>
              <a:gd name="connsiteX99" fmla="*/ 1989544 w 4797018"/>
              <a:gd name="connsiteY99" fmla="*/ 0 h 1831428"/>
              <a:gd name="connsiteX100" fmla="*/ 2360771 w 4797018"/>
              <a:gd name="connsiteY100" fmla="*/ 0 h 1831428"/>
              <a:gd name="connsiteX101" fmla="*/ 3075708 w 4797018"/>
              <a:gd name="connsiteY101" fmla="*/ 1698098 h 1831428"/>
              <a:gd name="connsiteX102" fmla="*/ 3134639 w 4797018"/>
              <a:gd name="connsiteY102" fmla="*/ 1617898 h 1831428"/>
              <a:gd name="connsiteX103" fmla="*/ 2453592 w 4797018"/>
              <a:gd name="connsiteY103" fmla="*/ 0 h 1831428"/>
              <a:gd name="connsiteX104" fmla="*/ 2360771 w 4797018"/>
              <a:gd name="connsiteY104" fmla="*/ 0 h 1831428"/>
              <a:gd name="connsiteX105" fmla="*/ 1799101 w 4797018"/>
              <a:gd name="connsiteY105" fmla="*/ 1113711 h 1831428"/>
              <a:gd name="connsiteX106" fmla="*/ 1524610 w 4797018"/>
              <a:gd name="connsiteY106" fmla="*/ 1763373 h 1831428"/>
              <a:gd name="connsiteX107" fmla="*/ 1431798 w 4797018"/>
              <a:gd name="connsiteY107" fmla="*/ 1763373 h 1831428"/>
              <a:gd name="connsiteX108" fmla="*/ 2128761 w 4797018"/>
              <a:gd name="connsiteY108" fmla="*/ 110195 h 1831428"/>
              <a:gd name="connsiteX109" fmla="*/ 2512219 w 4797018"/>
              <a:gd name="connsiteY109" fmla="*/ 1020899 h 1831428"/>
              <a:gd name="connsiteX110" fmla="*/ 2605021 w 4797018"/>
              <a:gd name="connsiteY110" fmla="*/ 1020899 h 1831428"/>
              <a:gd name="connsiteX111" fmla="*/ 2175158 w 4797018"/>
              <a:gd name="connsiteY111" fmla="*/ 0 h 1831428"/>
              <a:gd name="connsiteX112" fmla="*/ 2267969 w 4797018"/>
              <a:gd name="connsiteY112" fmla="*/ 0 h 1831428"/>
              <a:gd name="connsiteX113" fmla="*/ 2736895 w 4797018"/>
              <a:gd name="connsiteY113" fmla="*/ 1113701 h 1831428"/>
              <a:gd name="connsiteX114" fmla="*/ 1799101 w 4797018"/>
              <a:gd name="connsiteY114" fmla="*/ 1113701 h 1831428"/>
              <a:gd name="connsiteX115" fmla="*/ 2221802 w 4797018"/>
              <a:gd name="connsiteY115" fmla="*/ 551602 h 1831428"/>
              <a:gd name="connsiteX116" fmla="*/ 2024015 w 4797018"/>
              <a:gd name="connsiteY116" fmla="*/ 1020899 h 1831428"/>
              <a:gd name="connsiteX117" fmla="*/ 2419398 w 4797018"/>
              <a:gd name="connsiteY117" fmla="*/ 1020899 h 1831428"/>
              <a:gd name="connsiteX118" fmla="*/ 2221802 w 4797018"/>
              <a:gd name="connsiteY118" fmla="*/ 551602 h 1831428"/>
              <a:gd name="connsiteX119" fmla="*/ 1838163 w 4797018"/>
              <a:gd name="connsiteY119" fmla="*/ 1020899 h 1831428"/>
              <a:gd name="connsiteX120" fmla="*/ 1931213 w 4797018"/>
              <a:gd name="connsiteY120" fmla="*/ 1020899 h 1831428"/>
              <a:gd name="connsiteX121" fmla="*/ 2175415 w 4797018"/>
              <a:gd name="connsiteY121" fmla="*/ 441436 h 1831428"/>
              <a:gd name="connsiteX122" fmla="*/ 2128942 w 4797018"/>
              <a:gd name="connsiteY122" fmla="*/ 331070 h 1831428"/>
              <a:gd name="connsiteX123" fmla="*/ 1838163 w 4797018"/>
              <a:gd name="connsiteY123" fmla="*/ 1020899 h 1831428"/>
            </a:gdLst>
            <a:rect l="l" t="t" r="r" b="b"/>
            <a:pathLst>
              <a:path w="4797018" h="1831428">
                <a:moveTo>
                  <a:pt x="0" y="170736"/>
                </a:moveTo>
                <a:lnTo>
                  <a:pt x="92812" y="77924"/>
                </a:lnTo>
                <a:lnTo>
                  <a:pt x="92812" y="1763373"/>
                </a:lnTo>
                <a:lnTo>
                  <a:pt x="0" y="1763373"/>
                </a:lnTo>
                <a:lnTo>
                  <a:pt x="0" y="170736"/>
                </a:lnTo>
                <a:close/>
                <a:moveTo>
                  <a:pt x="278425" y="92812"/>
                </a:moveTo>
                <a:lnTo>
                  <a:pt x="1392136" y="92812"/>
                </a:lnTo>
                <a:lnTo>
                  <a:pt x="1392136" y="0"/>
                </a:lnTo>
                <a:lnTo>
                  <a:pt x="185614" y="0"/>
                </a:lnTo>
                <a:lnTo>
                  <a:pt x="185614" y="1113701"/>
                </a:lnTo>
                <a:lnTo>
                  <a:pt x="1210723" y="1113701"/>
                </a:lnTo>
                <a:lnTo>
                  <a:pt x="1210723" y="1020899"/>
                </a:lnTo>
                <a:lnTo>
                  <a:pt x="278425" y="1020899"/>
                </a:lnTo>
                <a:lnTo>
                  <a:pt x="278425" y="92812"/>
                </a:lnTo>
                <a:close/>
                <a:moveTo>
                  <a:pt x="1350464" y="835285"/>
                </a:moveTo>
                <a:lnTo>
                  <a:pt x="464048" y="835285"/>
                </a:lnTo>
                <a:lnTo>
                  <a:pt x="464048" y="464048"/>
                </a:lnTo>
                <a:lnTo>
                  <a:pt x="1222124" y="464048"/>
                </a:lnTo>
                <a:lnTo>
                  <a:pt x="1314926" y="371237"/>
                </a:lnTo>
                <a:lnTo>
                  <a:pt x="464048" y="371237"/>
                </a:lnTo>
                <a:lnTo>
                  <a:pt x="464048" y="278425"/>
                </a:lnTo>
                <a:lnTo>
                  <a:pt x="1392146" y="278425"/>
                </a:lnTo>
                <a:lnTo>
                  <a:pt x="1392146" y="185614"/>
                </a:lnTo>
                <a:lnTo>
                  <a:pt x="371237" y="185614"/>
                </a:lnTo>
                <a:lnTo>
                  <a:pt x="371237" y="928087"/>
                </a:lnTo>
                <a:lnTo>
                  <a:pt x="1258872" y="928087"/>
                </a:lnTo>
                <a:lnTo>
                  <a:pt x="1350464" y="835285"/>
                </a:lnTo>
                <a:close/>
                <a:moveTo>
                  <a:pt x="185614" y="1763373"/>
                </a:moveTo>
                <a:lnTo>
                  <a:pt x="278425" y="1763373"/>
                </a:lnTo>
                <a:lnTo>
                  <a:pt x="278425" y="1299324"/>
                </a:lnTo>
                <a:lnTo>
                  <a:pt x="371237" y="1299324"/>
                </a:lnTo>
                <a:lnTo>
                  <a:pt x="371237" y="1685449"/>
                </a:lnTo>
                <a:lnTo>
                  <a:pt x="464039" y="1592647"/>
                </a:lnTo>
                <a:lnTo>
                  <a:pt x="464039" y="1299324"/>
                </a:lnTo>
                <a:lnTo>
                  <a:pt x="1210723" y="1299324"/>
                </a:lnTo>
                <a:lnTo>
                  <a:pt x="1210723" y="1206522"/>
                </a:lnTo>
                <a:lnTo>
                  <a:pt x="185614" y="1206522"/>
                </a:lnTo>
                <a:lnTo>
                  <a:pt x="185614" y="1763373"/>
                </a:lnTo>
                <a:close/>
                <a:moveTo>
                  <a:pt x="4704207" y="0"/>
                </a:moveTo>
                <a:lnTo>
                  <a:pt x="4704207" y="1067314"/>
                </a:lnTo>
                <a:cubicBezTo>
                  <a:pt x="4704207" y="1315669"/>
                  <a:pt x="4593393" y="1529039"/>
                  <a:pt x="4334837" y="1692688"/>
                </a:cubicBezTo>
                <a:lnTo>
                  <a:pt x="4332742" y="1689954"/>
                </a:lnTo>
                <a:cubicBezTo>
                  <a:pt x="4502639" y="1555213"/>
                  <a:pt x="4611405" y="1382144"/>
                  <a:pt x="4611405" y="1158564"/>
                </a:cubicBezTo>
                <a:lnTo>
                  <a:pt x="4611405" y="0"/>
                </a:lnTo>
                <a:lnTo>
                  <a:pt x="4518594" y="0"/>
                </a:lnTo>
                <a:lnTo>
                  <a:pt x="4518594" y="1157021"/>
                </a:lnTo>
                <a:cubicBezTo>
                  <a:pt x="4518594" y="1490196"/>
                  <a:pt x="4248512" y="1740170"/>
                  <a:pt x="3915337" y="1740170"/>
                </a:cubicBezTo>
                <a:cubicBezTo>
                  <a:pt x="3582162" y="1740170"/>
                  <a:pt x="3312081" y="1490186"/>
                  <a:pt x="3312081" y="1157021"/>
                </a:cubicBezTo>
                <a:lnTo>
                  <a:pt x="3312081" y="77924"/>
                </a:lnTo>
                <a:lnTo>
                  <a:pt x="3219269" y="170736"/>
                </a:lnTo>
                <a:lnTo>
                  <a:pt x="3219269" y="1158564"/>
                </a:lnTo>
                <a:cubicBezTo>
                  <a:pt x="3219269" y="1542993"/>
                  <a:pt x="3530908" y="1831429"/>
                  <a:pt x="3915337" y="1831429"/>
                </a:cubicBezTo>
                <a:cubicBezTo>
                  <a:pt x="3924233" y="1831429"/>
                  <a:pt x="4008139" y="1831429"/>
                  <a:pt x="4008139" y="1831429"/>
                </a:cubicBezTo>
                <a:cubicBezTo>
                  <a:pt x="4386691" y="1831429"/>
                  <a:pt x="4797019" y="1551870"/>
                  <a:pt x="4797019" y="1068667"/>
                </a:cubicBezTo>
                <a:cubicBezTo>
                  <a:pt x="4797019" y="1068210"/>
                  <a:pt x="4797019" y="0"/>
                  <a:pt x="4797019" y="0"/>
                </a:cubicBezTo>
                <a:lnTo>
                  <a:pt x="4704207" y="0"/>
                </a:lnTo>
                <a:close/>
                <a:moveTo>
                  <a:pt x="3915328" y="1647358"/>
                </a:moveTo>
                <a:cubicBezTo>
                  <a:pt x="4197077" y="1647358"/>
                  <a:pt x="4425515" y="1438694"/>
                  <a:pt x="4425773" y="1157021"/>
                </a:cubicBezTo>
                <a:lnTo>
                  <a:pt x="4425782" y="1157021"/>
                </a:lnTo>
                <a:lnTo>
                  <a:pt x="4425782" y="77924"/>
                </a:lnTo>
                <a:lnTo>
                  <a:pt x="4332970" y="170736"/>
                </a:lnTo>
                <a:lnTo>
                  <a:pt x="4332970" y="1067305"/>
                </a:lnTo>
                <a:cubicBezTo>
                  <a:pt x="4332970" y="1246699"/>
                  <a:pt x="4187533" y="1368933"/>
                  <a:pt x="4008130" y="1368933"/>
                </a:cubicBezTo>
                <a:cubicBezTo>
                  <a:pt x="3828736" y="1368933"/>
                  <a:pt x="3683298" y="1246699"/>
                  <a:pt x="3683298" y="1067305"/>
                </a:cubicBezTo>
                <a:lnTo>
                  <a:pt x="3683289" y="0"/>
                </a:lnTo>
                <a:lnTo>
                  <a:pt x="3590487" y="0"/>
                </a:lnTo>
                <a:lnTo>
                  <a:pt x="3590487" y="1067305"/>
                </a:lnTo>
                <a:cubicBezTo>
                  <a:pt x="3590487" y="1297962"/>
                  <a:pt x="3777472" y="1461745"/>
                  <a:pt x="4008130" y="1461745"/>
                </a:cubicBezTo>
                <a:cubicBezTo>
                  <a:pt x="4102446" y="1461745"/>
                  <a:pt x="4216937" y="1415148"/>
                  <a:pt x="4294699" y="1333129"/>
                </a:cubicBezTo>
                <a:lnTo>
                  <a:pt x="4296785" y="1335862"/>
                </a:lnTo>
                <a:cubicBezTo>
                  <a:pt x="4223881" y="1471070"/>
                  <a:pt x="4089102" y="1554556"/>
                  <a:pt x="3915328" y="1554556"/>
                </a:cubicBezTo>
                <a:cubicBezTo>
                  <a:pt x="3686090" y="1554556"/>
                  <a:pt x="3500009" y="1388593"/>
                  <a:pt x="3497742" y="1160116"/>
                </a:cubicBezTo>
                <a:lnTo>
                  <a:pt x="3497685" y="1160116"/>
                </a:lnTo>
                <a:lnTo>
                  <a:pt x="3497685" y="0"/>
                </a:lnTo>
                <a:lnTo>
                  <a:pt x="3404873" y="0"/>
                </a:lnTo>
                <a:lnTo>
                  <a:pt x="3404873" y="1160107"/>
                </a:lnTo>
                <a:lnTo>
                  <a:pt x="3404921" y="1160107"/>
                </a:lnTo>
                <a:cubicBezTo>
                  <a:pt x="3406855" y="1440218"/>
                  <a:pt x="3634616" y="1647358"/>
                  <a:pt x="3915328" y="1647358"/>
                </a:cubicBezTo>
                <a:close/>
                <a:moveTo>
                  <a:pt x="1852984" y="1206522"/>
                </a:moveTo>
                <a:lnTo>
                  <a:pt x="1618288" y="1763373"/>
                </a:lnTo>
                <a:lnTo>
                  <a:pt x="1711119" y="1763363"/>
                </a:lnTo>
                <a:lnTo>
                  <a:pt x="1711100" y="1763373"/>
                </a:lnTo>
                <a:lnTo>
                  <a:pt x="1711119" y="1763373"/>
                </a:lnTo>
                <a:lnTo>
                  <a:pt x="1828448" y="1484948"/>
                </a:lnTo>
                <a:lnTo>
                  <a:pt x="2614774" y="1484948"/>
                </a:lnTo>
                <a:lnTo>
                  <a:pt x="2732018" y="1763373"/>
                </a:lnTo>
                <a:lnTo>
                  <a:pt x="2824820" y="1763373"/>
                </a:lnTo>
                <a:lnTo>
                  <a:pt x="2668515" y="1392136"/>
                </a:lnTo>
                <a:lnTo>
                  <a:pt x="1867567" y="1392136"/>
                </a:lnTo>
                <a:lnTo>
                  <a:pt x="1906676" y="1299324"/>
                </a:lnTo>
                <a:lnTo>
                  <a:pt x="2722236" y="1299324"/>
                </a:lnTo>
                <a:lnTo>
                  <a:pt x="2917632" y="1763373"/>
                </a:lnTo>
                <a:lnTo>
                  <a:pt x="3010443" y="1763373"/>
                </a:lnTo>
                <a:lnTo>
                  <a:pt x="2775976" y="1206522"/>
                </a:lnTo>
                <a:lnTo>
                  <a:pt x="1852984" y="1206522"/>
                </a:lnTo>
                <a:close/>
                <a:moveTo>
                  <a:pt x="1989544" y="0"/>
                </a:moveTo>
                <a:lnTo>
                  <a:pt x="1307459" y="1617898"/>
                </a:lnTo>
                <a:lnTo>
                  <a:pt x="1366533" y="1698098"/>
                </a:lnTo>
                <a:lnTo>
                  <a:pt x="2082356" y="0"/>
                </a:lnTo>
                <a:lnTo>
                  <a:pt x="1989544" y="0"/>
                </a:lnTo>
                <a:close/>
                <a:moveTo>
                  <a:pt x="2360771" y="0"/>
                </a:moveTo>
                <a:lnTo>
                  <a:pt x="3075708" y="1698098"/>
                </a:lnTo>
                <a:lnTo>
                  <a:pt x="3134639" y="1617898"/>
                </a:lnTo>
                <a:lnTo>
                  <a:pt x="2453592" y="0"/>
                </a:lnTo>
                <a:lnTo>
                  <a:pt x="2360771" y="0"/>
                </a:lnTo>
                <a:close/>
                <a:moveTo>
                  <a:pt x="1799101" y="1113711"/>
                </a:moveTo>
                <a:lnTo>
                  <a:pt x="1524610" y="1763373"/>
                </a:lnTo>
                <a:lnTo>
                  <a:pt x="1431798" y="1763373"/>
                </a:lnTo>
                <a:lnTo>
                  <a:pt x="2128761" y="110195"/>
                </a:lnTo>
                <a:lnTo>
                  <a:pt x="2512219" y="1020899"/>
                </a:lnTo>
                <a:lnTo>
                  <a:pt x="2605021" y="1020899"/>
                </a:lnTo>
                <a:lnTo>
                  <a:pt x="2175158" y="0"/>
                </a:lnTo>
                <a:lnTo>
                  <a:pt x="2267969" y="0"/>
                </a:lnTo>
                <a:lnTo>
                  <a:pt x="2736895" y="1113701"/>
                </a:lnTo>
                <a:lnTo>
                  <a:pt x="1799101" y="1113701"/>
                </a:lnTo>
                <a:close/>
                <a:moveTo>
                  <a:pt x="2221802" y="551602"/>
                </a:moveTo>
                <a:lnTo>
                  <a:pt x="2024015" y="1020899"/>
                </a:lnTo>
                <a:lnTo>
                  <a:pt x="2419398" y="1020899"/>
                </a:lnTo>
                <a:lnTo>
                  <a:pt x="2221802" y="551602"/>
                </a:lnTo>
                <a:close/>
                <a:moveTo>
                  <a:pt x="1838163" y="1020899"/>
                </a:moveTo>
                <a:lnTo>
                  <a:pt x="1931213" y="1020899"/>
                </a:lnTo>
                <a:lnTo>
                  <a:pt x="2175415" y="441436"/>
                </a:lnTo>
                <a:lnTo>
                  <a:pt x="2128942" y="331070"/>
                </a:lnTo>
                <a:lnTo>
                  <a:pt x="1838163" y="1020899"/>
                </a:lnTo>
                <a:close/>
              </a:path>
            </a:pathLst>
          </a:custGeom>
          <a:solidFill xmlns:a="http://schemas.openxmlformats.org/drawingml/2006/main">
            <a:srgbClr val="041E42"/>
          </a:solidFill>
          <a:ln xmlns:a="http://schemas.openxmlformats.org/drawingml/2006/main" w="9525" cap="flat">
            <a:noFill/>
            <a:prstDash val="solid"/>
            <a:miter/>
          </a:ln>
        </p:spPr>
        <p:txBody>
          <a:bodyPr xmlns:a="http://schemas.openxmlformats.org/drawingml/2006/main" anchor="ctr"/>
          <a:lstStyle xmlns:a="http://schemas.openxmlformats.org/drawingml/2006/main"/>
          <a:p xmlns:a="http://schemas.openxmlformats.org/drawingml/2006/main">
            <a:pPr marL="0" marR="0" lvl="0" indent="0" defTabSz="914400">
              <a:lnSpc>
                <a:spcPct val="100000"/>
              </a:lnSpc>
              <a:spcBef>
                <a:spcPts val="0"/>
              </a:spcBef>
              <a:spcAft>
                <a:spcPts val="0"/>
              </a:spcAft>
              <a:buClrTx/>
              <a:buSzTx/>
              <a:buFontTx/>
              <a:buNone/>
            </a:pPr>
            <a:endParaRPr sz="1800" b="0" i="0" u="none" strike="noStrike" kern="0" cap="none" spc="0" baseline="0">
              <a:ln>
                <a:noFill/>
              </a:ln>
              <a:solidFill>
                <a:prstClr val="black"/>
              </a:solidFill>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b615e749aab49f4"/>
    <p:sldLayoutId xmlns:r="http://schemas.openxmlformats.org/officeDocument/2006/relationships" id="2147483650" r:id="R8442069558a64b25"/>
    <p:sldLayoutId xmlns:r="http://schemas.openxmlformats.org/officeDocument/2006/relationships" id="2147483651" r:id="R2fff839840444703"/>
    <p:sldLayoutId xmlns:r="http://schemas.openxmlformats.org/officeDocument/2006/relationships" id="2147483652" r:id="Ra3c59927c2194c3f"/>
    <p:sldLayoutId xmlns:r="http://schemas.openxmlformats.org/officeDocument/2006/relationships" id="2147483653" r:id="R59a0b4488ab84126"/>
    <p:sldLayoutId xmlns:r="http://schemas.openxmlformats.org/officeDocument/2006/relationships" id="2147483654" r:id="R6e4391b0ac7d4657"/>
    <p:sldLayoutId xmlns:r="http://schemas.openxmlformats.org/officeDocument/2006/relationships" id="2147483655" r:id="R282bec88e8624ef2"/>
    <p:sldLayoutId xmlns:r="http://schemas.openxmlformats.org/officeDocument/2006/relationships" id="2147483656" r:id="R176baa0330994156"/>
    <p:sldLayoutId xmlns:r="http://schemas.openxmlformats.org/officeDocument/2006/relationships" id="2147483657" r:id="R672945d4959a4103"/>
    <p:sldLayoutId xmlns:r="http://schemas.openxmlformats.org/officeDocument/2006/relationships" id="2147483658" r:id="Rde40671c752d4e51"/>
    <p:sldLayoutId xmlns:r="http://schemas.openxmlformats.org/officeDocument/2006/relationships" id="2147483659" r:id="Rbed554ee5ff94766"/>
    <p:sldLayoutId xmlns:r="http://schemas.openxmlformats.org/officeDocument/2006/relationships" id="2147483660" r:id="R1044db14ddad47aa"/>
    <p:sldLayoutId xmlns:r="http://schemas.openxmlformats.org/officeDocument/2006/relationships" id="2147483661" r:id="R7aefbc80214b400c"/>
    <p:sldLayoutId xmlns:r="http://schemas.openxmlformats.org/officeDocument/2006/relationships" id="2147483662" r:id="Rb34c1cb558cc444b"/>
    <p:sldLayoutId xmlns:r="http://schemas.openxmlformats.org/officeDocument/2006/relationships" id="2147483663" r:id="R5e588a688e8f478a"/>
    <p:sldLayoutId xmlns:r="http://schemas.openxmlformats.org/officeDocument/2006/relationships" id="2147483664" r:id="R4ede62edeec0405c"/>
    <p:sldLayoutId xmlns:r="http://schemas.openxmlformats.org/officeDocument/2006/relationships" id="2147483665" r:id="R96fb084aa87444eb"/>
    <p:sldLayoutId xmlns:r="http://schemas.openxmlformats.org/officeDocument/2006/relationships" id="2147483666" r:id="Rbcbecac6b62b40f6"/>
    <p:sldLayoutId xmlns:r="http://schemas.openxmlformats.org/officeDocument/2006/relationships" id="2147483667" r:id="Rd43b93951fb94d89"/>
    <p:sldLayoutId xmlns:r="http://schemas.openxmlformats.org/officeDocument/2006/relationships" id="2147483668" r:id="R850f2d0d10144faa"/>
  </p:sldLayoutIdLst>
  <p:hf hdr="0"/>
  <p:txStyles>
    <p:titleStyle>
      <a:lvl1pPr xmlns:a="http://schemas.openxmlformats.org/drawingml/2006/main" algn="l" defTabSz="914400">
        <a:lnSpc>
          <a:spcPct val="90000"/>
        </a:lnSpc>
        <a:spcBef>
          <a:spcPct val="0"/>
        </a:spcBef>
        <a:buNone/>
        <a:defRPr sz="2400" b="1" kern="1200">
          <a:solidFill>
            <a:srgbClr val="041E42"/>
          </a:solidFill>
          <a:latin typeface="+mj-lt"/>
          <a:ea typeface="+mj-lt"/>
          <a:cs typeface="+mj-lt"/>
        </a:defRPr>
      </a:lvl1pPr>
    </p:titleStyle>
    <p:bodyStyle>
      <a:lvl1pPr xmlns:a="http://schemas.openxmlformats.org/drawingml/2006/main" marL="0" indent="0" algn="l" defTabSz="914400">
        <a:lnSpc>
          <a:spcPct val="110000"/>
        </a:lnSpc>
        <a:spcBef>
          <a:spcPts val="0"/>
        </a:spcBef>
        <a:spcAft>
          <a:spcPts val="1200"/>
        </a:spcAft>
        <a:buFont typeface="Arial"/>
        <a:buNone/>
        <a:defRPr sz="1600" kern="1200">
          <a:solidFill>
            <a:schemeClr val="tx1"/>
          </a:solidFill>
          <a:latin typeface="+mn-lt"/>
          <a:ea typeface="+mn-lt"/>
          <a:cs typeface="+mn-lt"/>
        </a:defRPr>
      </a:lvl1pPr>
      <a:lvl2pPr xmlns:a="http://schemas.openxmlformats.org/drawingml/2006/main" marL="180000" indent="-180000" algn="l" defTabSz="914400">
        <a:lnSpc>
          <a:spcPct val="110000"/>
        </a:lnSpc>
        <a:spcBef>
          <a:spcPts val="0"/>
        </a:spcBef>
        <a:spcAft>
          <a:spcPts val="1200"/>
        </a:spcAft>
        <a:buClr>
          <a:schemeClr val="accent4"/>
        </a:buClr>
        <a:buFont typeface="Symbol"/>
        <a:buChar char="-"/>
        <a:defRPr sz="1600" kern="1200">
          <a:solidFill>
            <a:schemeClr val="tx1"/>
          </a:solidFill>
          <a:latin typeface="+mn-lt"/>
          <a:ea typeface="+mn-lt"/>
          <a:cs typeface="+mn-lt"/>
        </a:defRPr>
      </a:lvl2pPr>
      <a:lvl3pPr xmlns:a="http://schemas.openxmlformats.org/drawingml/2006/main" marL="360000" indent="-180000" algn="l" defTabSz="914400">
        <a:lnSpc>
          <a:spcPct val="110000"/>
        </a:lnSpc>
        <a:spcBef>
          <a:spcPts val="0"/>
        </a:spcBef>
        <a:spcAft>
          <a:spcPts val="1200"/>
        </a:spcAft>
        <a:buClr>
          <a:schemeClr val="accent4"/>
        </a:buClr>
        <a:buFont typeface="Symbol"/>
        <a:buChar char="-"/>
        <a:defRPr sz="1400" kern="1200">
          <a:solidFill>
            <a:schemeClr val="tx1"/>
          </a:solidFill>
          <a:latin typeface="+mn-lt"/>
          <a:ea typeface="+mn-lt"/>
          <a:cs typeface="+mn-lt"/>
        </a:defRPr>
      </a:lvl3pPr>
      <a:lvl4pPr xmlns:a="http://schemas.openxmlformats.org/drawingml/2006/main" marL="540000" indent="-180000" algn="l" defTabSz="914400">
        <a:lnSpc>
          <a:spcPct val="110000"/>
        </a:lnSpc>
        <a:spcBef>
          <a:spcPts val="0"/>
        </a:spcBef>
        <a:spcAft>
          <a:spcPts val="1200"/>
        </a:spcAft>
        <a:buClr>
          <a:schemeClr val="accent4"/>
        </a:buClr>
        <a:buFont typeface="Symbol"/>
        <a:buChar char="-"/>
        <a:defRPr sz="1400" kern="1200">
          <a:solidFill>
            <a:schemeClr val="tx1"/>
          </a:solidFill>
          <a:latin typeface="+mn-lt"/>
          <a:ea typeface="+mn-lt"/>
          <a:cs typeface="+mn-lt"/>
        </a:defRPr>
      </a:lvl4pPr>
      <a:lvl5pPr xmlns:a="http://schemas.openxmlformats.org/drawingml/2006/main" marL="720000" indent="-180000" algn="l" defTabSz="914400">
        <a:lnSpc>
          <a:spcPct val="110000"/>
        </a:lnSpc>
        <a:spcBef>
          <a:spcPts val="0"/>
        </a:spcBef>
        <a:spcAft>
          <a:spcPts val="1200"/>
        </a:spcAft>
        <a:buClr>
          <a:schemeClr val="accent4"/>
        </a:buClr>
        <a:buFont typeface="Symbol"/>
        <a:buChar char="-"/>
        <a:defRPr sz="1200" kern="1200">
          <a:solidFill>
            <a:schemeClr val="tx1"/>
          </a:solidFill>
          <a:latin typeface="+mn-lt"/>
          <a:ea typeface="+mn-lt"/>
          <a:cs typeface="+mn-lt"/>
        </a:defRPr>
      </a:lvl5pPr>
      <a:lvl6pPr xmlns:a="http://schemas.openxmlformats.org/drawingml/2006/main" marL="900000" indent="-180000" algn="l" defTabSz="914400">
        <a:lnSpc>
          <a:spcPct val="110000"/>
        </a:lnSpc>
        <a:spcBef>
          <a:spcPts val="0"/>
        </a:spcBef>
        <a:spcAft>
          <a:spcPts val="1200"/>
        </a:spcAft>
        <a:buClr>
          <a:schemeClr val="accent4"/>
        </a:buClr>
        <a:buFont typeface="Symbol"/>
        <a:buChar char="-"/>
        <a:defRPr sz="1200" kern="1200">
          <a:solidFill>
            <a:schemeClr val="tx1"/>
          </a:solidFill>
          <a:latin typeface="+mn-lt"/>
          <a:ea typeface="+mn-lt"/>
          <a:cs typeface="+mn-lt"/>
        </a:defRPr>
      </a:lvl6pPr>
      <a:lvl7pPr xmlns:a="http://schemas.openxmlformats.org/drawingml/2006/main" marL="1080000" indent="-180000" algn="l" defTabSz="914400">
        <a:lnSpc>
          <a:spcPct val="110000"/>
        </a:lnSpc>
        <a:spcBef>
          <a:spcPts val="0"/>
        </a:spcBef>
        <a:spcAft>
          <a:spcPts val="1200"/>
        </a:spcAft>
        <a:buClr>
          <a:schemeClr val="accent4"/>
        </a:buClr>
        <a:buFont typeface="Symbol"/>
        <a:buChar char="-"/>
        <a:defRPr sz="1200" kern="1200">
          <a:solidFill>
            <a:schemeClr val="tx1"/>
          </a:solidFill>
          <a:latin typeface="+mn-lt"/>
          <a:ea typeface="+mn-lt"/>
          <a:cs typeface="+mn-lt"/>
        </a:defRPr>
      </a:lvl7pPr>
      <a:lvl8pPr xmlns:a="http://schemas.openxmlformats.org/drawingml/2006/main" marL="1260000" indent="-180000" algn="l" defTabSz="914400">
        <a:lnSpc>
          <a:spcPct val="110000"/>
        </a:lnSpc>
        <a:spcBef>
          <a:spcPts val="0"/>
        </a:spcBef>
        <a:spcAft>
          <a:spcPts val="1200"/>
        </a:spcAft>
        <a:buClr>
          <a:schemeClr val="accent4"/>
        </a:buClr>
        <a:buFont typeface="Symbol"/>
        <a:buChar char="-"/>
        <a:defRPr sz="1200" kern="1200">
          <a:solidFill>
            <a:schemeClr val="tx1"/>
          </a:solidFill>
          <a:latin typeface="+mn-lt"/>
          <a:ea typeface="+mn-lt"/>
          <a:cs typeface="+mn-lt"/>
        </a:defRPr>
      </a:lvl8pPr>
      <a:lvl9pPr xmlns:a="http://schemas.openxmlformats.org/drawingml/2006/main" marL="1440000" indent="-180000" algn="l" defTabSz="914400">
        <a:lnSpc>
          <a:spcPct val="110000"/>
        </a:lnSpc>
        <a:spcBef>
          <a:spcPts val="0"/>
        </a:spcBef>
        <a:spcAft>
          <a:spcPts val="1200"/>
        </a:spcAft>
        <a:buClr>
          <a:schemeClr val="accent4"/>
        </a:buClr>
        <a:buFont typeface="Symbol"/>
        <a:buChar char="-"/>
        <a:defRPr sz="12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orient="horz" pos="2160">
          <p15:clr>
            <a:srgbClr xmlns:a="http://schemas.openxmlformats.org/drawingml/2006/main" val="F26B43"/>
          </p15:clr>
        </p15:guide>
        <p15:guide id="2" pos="3840">
          <p15:clr>
            <a:srgbClr xmlns:a="http://schemas.openxmlformats.org/drawingml/2006/main" val="F26B43"/>
          </p15:clr>
        </p15:guide>
        <p15:guide id="3" pos="325">
          <p15:clr>
            <a:srgbClr xmlns:a="http://schemas.openxmlformats.org/drawingml/2006/main" val="F26B43"/>
          </p15:clr>
        </p15:guide>
        <p15:guide id="4" pos="7355">
          <p15:clr>
            <a:srgbClr xmlns:a="http://schemas.openxmlformats.org/drawingml/2006/main" val="F26B43"/>
          </p15:clr>
        </p15:guide>
        <p15:guide id="5" orient="horz" pos="187">
          <p15:clr>
            <a:srgbClr xmlns:a="http://schemas.openxmlformats.org/drawingml/2006/main" val="F26B43"/>
          </p15:clr>
        </p15:guide>
        <p15:guide id="6" orient="horz" pos="799">
          <p15:clr>
            <a:srgbClr xmlns:a="http://schemas.openxmlformats.org/drawingml/2006/main" val="F26B43"/>
          </p15:clr>
        </p15:guide>
        <p15:guide id="7" orient="horz" pos="1026">
          <p15:clr>
            <a:srgbClr xmlns:a="http://schemas.openxmlformats.org/drawingml/2006/main" val="F26B43"/>
          </p15:clr>
        </p15:guide>
        <p15:guide id="8" orient="horz" pos="3906">
          <p15:clr>
            <a:srgbClr xmlns:a="http://schemas.openxmlformats.org/drawingml/2006/main" val="F26B43"/>
          </p15:clr>
        </p15:guide>
        <p15:guide id="9" orient="horz" pos="4178">
          <p15:clr>
            <a:srgbClr xmlns:a="http://schemas.openxmlformats.org/drawingml/2006/main" val="F26B43"/>
          </p15:clr>
        </p15:guide>
        <p15:guide id="10" pos="3908">
          <p15:clr>
            <a:srgbClr xmlns:a="http://schemas.openxmlformats.org/drawingml/2006/main" val="F26B43"/>
          </p15:clr>
        </p15:guide>
        <p15:guide id="11" pos="3772">
          <p15:clr>
            <a:srgbClr xmlns:a="http://schemas.openxmlformats.org/drawingml/2006/main" val="F26B43"/>
          </p15:clr>
        </p15:guide>
      </p15:sldGuideLst>
    </p:ext>
  </p:extLst>
</p:sldMaster>
</file>

<file path=ppt/slideMasters/theme/theme2.xml><?xml version="1.0" encoding="utf-8"?>
<a:theme xmlns:a="http://schemas.openxmlformats.org/drawingml/2006/main" name="FAU - Technische Fakultät">
  <a:themeElements>
    <a:clrScheme name="FAU - Grau">
      <a:dk1>
        <a:sysClr val="windowText" lastClr="000000"/>
      </a:dk1>
      <a:lt1>
        <a:srgbClr val="FFFFFF"/>
      </a:lt1>
      <a:dk2>
        <a:srgbClr val="8C9FB1"/>
      </a:dk2>
      <a:lt2>
        <a:srgbClr val="FFFFFF"/>
      </a:lt2>
      <a:accent1>
        <a:srgbClr val="7F7F7F"/>
      </a:accent1>
      <a:accent2>
        <a:srgbClr val="204251"/>
      </a:accent2>
      <a:accent3>
        <a:srgbClr val="2F586E"/>
      </a:accent3>
      <a:accent4>
        <a:srgbClr val="8C9FB1"/>
      </a:accent4>
      <a:accent5>
        <a:srgbClr val="C2D0DC"/>
      </a:accent5>
      <a:accent6>
        <a:srgbClr val="C7C7C7"/>
      </a:accent6>
      <a:hlink>
        <a:srgbClr val="2F586E"/>
      </a:hlink>
      <a:folHlink>
        <a:srgbClr val="000000"/>
      </a:folHlink>
    </a:clrScheme>
    <a:fontScheme name="FAU">
      <a:majorFont>
        <a:latin typeface="Arial"/>
        <a:ea typeface=""/>
        <a:cs typeface=""/>
      </a:majorFont>
      <a:minorFont>
        <a:latin typeface="Arial"/>
        <a:ea typeface=""/>
        <a:cs typeface=""/>
      </a:minorFont>
    </a:fontScheme>
    <a:fmtScheme name="FAU - Grau">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8.xml" Id="Rd210ca1721484449" /><Relationship Type="http://schemas.openxmlformats.org/officeDocument/2006/relationships/image" Target="/ppt/media/image3.png" Id="R0846467d43d54149" /><Relationship Type="http://schemas.openxmlformats.org/officeDocument/2006/relationships/notesSlide" Target="/ppt/notesSlides/notesSlide1.xml" Id="Rc586569845244c5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8.xml" Id="Raf9370f5d77f4c2a" /><Relationship Type="http://schemas.openxmlformats.org/officeDocument/2006/relationships/image" Target="/ppt/media/image4.png" Id="Raf7c75565b7d49fb" /><Relationship Type="http://schemas.openxmlformats.org/officeDocument/2006/relationships/image" Target="/ppt/media/image5.png" Id="Rd4af991d81904856" /><Relationship Type="http://schemas.openxmlformats.org/officeDocument/2006/relationships/hyperlink" Target="https://doi.org/10.1109/ICASSP55912.2026.11463241" TargetMode="External" Id="R9fce958ecbcc4946" /><Relationship Type="http://schemas.openxmlformats.org/officeDocument/2006/relationships/hyperlink" Target="https://arxiv.org/abs/2610.05959" TargetMode="External" Id="R358d658b91ba4490" /><Relationship Type="http://schemas.openxmlformats.org/officeDocument/2006/relationships/hyperlink" Target="https://arxiv.org/abs/2602.18227" TargetMode="External" Id="R838a465f6e0a464c" /><Relationship Type="http://schemas.openxmlformats.org/officeDocument/2006/relationships/notesSlide" Target="/ppt/notesSlides/notesSlide2.xml" Id="R5b5ac63763d948c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1.xml" Id="R8ba35871290a4839" /><Relationship Type="http://schemas.openxmlformats.org/officeDocument/2006/relationships/image" Target="/ppt/media/image6.png" Id="R2084e5ce60e8425e" /><Relationship Type="http://schemas.openxmlformats.org/officeDocument/2006/relationships/hyperlink" Target="https://www.youtube.com/playlist?list=PL2EIbrGMjR_m2khSEMiUtbKo0dY-LOn3-" TargetMode="External" Id="R13362eb37cfd4250" /><Relationship Type="http://schemas.openxmlformats.org/officeDocument/2006/relationships/notesSlide" Target="/ppt/notesSlides/notesSlide3.xml" Id="R0011a890607d4868"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9" name="Titel 8">
            <a:extLst xmlns:a="http://schemas.openxmlformats.org/drawingml/2006/main">
              <a:ext uri="{FF2B5EF4-FFF2-40B4-BE49-F238E27FC236}">
                <a16:creationId xmlns:a16="http://schemas.microsoft.com/office/drawing/2014/main" id="{21C1BFC0-C612-4A89-BDA8-7C1B5C9546B4}"/>
              </a:ext>
            </a:extLst>
          </p:cNvPr>
          <p:cNvSpPr>
            <a:spLocks xmlns:a="http://schemas.openxmlformats.org/drawingml/2006/main" noGrp="1"/>
          </p:cNvSpPr>
          <p:nvPr>
            <p:ph type="title" idx="0"/>
          </p:nvPr>
        </p:nvSpPr>
        <p:spPr>
          <a:xfrm xmlns:a="http://schemas.openxmlformats.org/drawingml/2006/main">
            <a:off x="518160" y="290513"/>
            <a:ext cx="8382000" cy="400050"/>
          </a:xfrm>
        </p:spPr>
        <p:txBody>
          <a:bodyPr xmlns:a="http://schemas.openxmlformats.org/drawingml/2006/main" lIns="0" tIns="0" rIns="0" bIns="0">
            <a:noAutofit/>
          </a:bodyPr>
          <a:lstStyle xmlns:a="http://schemas.openxmlformats.org/drawingml/2006/main">
            <a:defPPr>
              <a:defRPr sz="2400" b="1">
                <a:solidFill>
                  <a:srgbClr val="002147"/>
                </a:solidFill>
                <a:latin typeface="Arial"/>
                <a:ea typeface="Arial"/>
                <a:cs typeface="Arial"/>
              </a:defRPr>
            </a:defPPr>
            <a:lvl1pPr>
              <a:defRPr sz="2400" b="1">
                <a:solidFill>
                  <a:srgbClr val="002147"/>
                </a:solidFill>
                <a:latin typeface="Arial"/>
                <a:ea typeface="Arial"/>
                <a:cs typeface="Arial"/>
              </a:defRPr>
            </a:lvl1pPr>
            <a:lvl2pPr>
              <a:defRPr sz="2400" b="1">
                <a:solidFill>
                  <a:srgbClr val="002147"/>
                </a:solidFill>
                <a:latin typeface="Arial"/>
                <a:ea typeface="Arial"/>
                <a:cs typeface="Arial"/>
              </a:defRPr>
            </a:lvl2pPr>
            <a:lvl3pPr>
              <a:defRPr sz="2400" b="1">
                <a:solidFill>
                  <a:srgbClr val="002147"/>
                </a:solidFill>
                <a:latin typeface="Arial"/>
                <a:ea typeface="Arial"/>
                <a:cs typeface="Arial"/>
              </a:defRPr>
            </a:lvl3pPr>
            <a:lvl4pPr>
              <a:defRPr sz="2400" b="1">
                <a:solidFill>
                  <a:srgbClr val="002147"/>
                </a:solidFill>
                <a:latin typeface="Arial"/>
                <a:ea typeface="Arial"/>
                <a:cs typeface="Arial"/>
              </a:defRPr>
            </a:lvl4pPr>
            <a:lvl5pPr>
              <a:defRPr sz="2400" b="1">
                <a:solidFill>
                  <a:srgbClr val="002147"/>
                </a:solidFill>
                <a:latin typeface="Arial"/>
                <a:ea typeface="Arial"/>
                <a:cs typeface="Arial"/>
              </a:defRPr>
            </a:lvl5pPr>
            <a:lvl6pPr>
              <a:defRPr sz="2400" b="1">
                <a:solidFill>
                  <a:srgbClr val="002147"/>
                </a:solidFill>
                <a:latin typeface="Arial"/>
                <a:ea typeface="Arial"/>
                <a:cs typeface="Arial"/>
              </a:defRPr>
            </a:lvl6pPr>
            <a:lvl7pPr>
              <a:defRPr sz="2400" b="1">
                <a:solidFill>
                  <a:srgbClr val="002147"/>
                </a:solidFill>
                <a:latin typeface="Arial"/>
                <a:ea typeface="Arial"/>
                <a:cs typeface="Arial"/>
              </a:defRPr>
            </a:lvl7pPr>
            <a:lvl8pPr>
              <a:defRPr sz="2400" b="1">
                <a:solidFill>
                  <a:srgbClr val="002147"/>
                </a:solidFill>
                <a:latin typeface="Arial"/>
                <a:ea typeface="Arial"/>
                <a:cs typeface="Arial"/>
              </a:defRPr>
            </a:lvl8pPr>
            <a:lvl9pPr>
              <a:defRPr sz="2400" b="1">
                <a:solidFill>
                  <a:srgbClr val="002147"/>
                </a:solidFill>
                <a:latin typeface="Arial"/>
                <a:ea typeface="Arial"/>
                <a:cs typeface="Arial"/>
              </a:defRPr>
            </a:lvl9pPr>
          </a:lstStyle>
          <a:p xmlns:a="http://schemas.openxmlformats.org/drawingml/2006/main">
            <a:pPr>
              <a:defRPr sz="2400" b="1">
                <a:solidFill>
                  <a:srgbClr val="002147"/>
                </a:solidFill>
                <a:latin typeface="Arial"/>
                <a:ea typeface="Arial"/>
                <a:cs typeface="Arial"/>
              </a:defRPr>
            </a:pPr>
            <a:r>
              <a:rPr sz="2400" b="1">
                <a:solidFill>
                  <a:srgbClr val="002147"/>
                </a:solidFill>
                <a:latin typeface="Arial"/>
                <a:ea typeface="Arial"/>
                <a:cs typeface="Arial"/>
              </a:rPr>
              <a:t>GridAssist</a:t>
            </a:r>
          </a:p>
        </p:txBody>
      </p:sp>
      <p:sp>
        <p:nvSpPr>
          <p:cNvPr id="2" name="Datumsplatzhalter 1">
            <a:extLst xmlns:a="http://schemas.openxmlformats.org/drawingml/2006/main">
              <a:ext uri="{FF2B5EF4-FFF2-40B4-BE49-F238E27FC236}">
                <a16:creationId xmlns:a16="http://schemas.microsoft.com/office/drawing/2014/main" id="{9A6B29E5-8B02-425F-9788-8FBC2A0F3C7F}"/>
              </a:ext>
            </a:extLst>
          </p:cNvPr>
          <p:cNvSpPr>
            <a:spLocks xmlns:a="http://schemas.openxmlformats.org/drawingml/2006/main" noGrp="1"/>
          </p:cNvSpPr>
          <p:nvPr>
            <p:ph type="dt" idx="10"/>
          </p:nvPr>
        </p:nvSpPr>
        <p:spPr/>
        <p:txBody>
          <a:bodyPr xmlns:a="http://schemas.openxmlformats.org/drawingml/2006/main" lIns="0" tIns="0" rIns="0" bIns="0"/>
          <a:lstStyle xmlns:a="http://schemas.openxmlformats.org/drawingml/2006/main">
            <a:defPPr>
              <a:defRPr sz="800">
                <a:solidFill>
                  <a:srgbClr val="333333"/>
                </a:solidFill>
                <a:latin typeface="Arial"/>
                <a:ea typeface="Arial"/>
                <a:cs typeface="Arial"/>
              </a:defRPr>
            </a:defPPr>
            <a:lvl1pPr>
              <a:defRPr sz="800">
                <a:solidFill>
                  <a:srgbClr val="333333"/>
                </a:solidFill>
                <a:latin typeface="Arial"/>
                <a:ea typeface="Arial"/>
                <a:cs typeface="Arial"/>
              </a:defRPr>
            </a:lvl1pPr>
            <a:lvl2pPr>
              <a:defRPr sz="800">
                <a:solidFill>
                  <a:srgbClr val="333333"/>
                </a:solidFill>
                <a:latin typeface="Arial"/>
                <a:ea typeface="Arial"/>
                <a:cs typeface="Arial"/>
              </a:defRPr>
            </a:lvl2pPr>
            <a:lvl3pPr>
              <a:defRPr sz="800">
                <a:solidFill>
                  <a:srgbClr val="333333"/>
                </a:solidFill>
                <a:latin typeface="Arial"/>
                <a:ea typeface="Arial"/>
                <a:cs typeface="Arial"/>
              </a:defRPr>
            </a:lvl3pPr>
            <a:lvl4pPr>
              <a:defRPr sz="800">
                <a:solidFill>
                  <a:srgbClr val="333333"/>
                </a:solidFill>
                <a:latin typeface="Arial"/>
                <a:ea typeface="Arial"/>
                <a:cs typeface="Arial"/>
              </a:defRPr>
            </a:lvl4pPr>
            <a:lvl5pPr>
              <a:defRPr sz="800">
                <a:solidFill>
                  <a:srgbClr val="333333"/>
                </a:solidFill>
                <a:latin typeface="Arial"/>
                <a:ea typeface="Arial"/>
                <a:cs typeface="Arial"/>
              </a:defRPr>
            </a:lvl5pPr>
            <a:lvl6pPr>
              <a:defRPr sz="800">
                <a:solidFill>
                  <a:srgbClr val="333333"/>
                </a:solidFill>
                <a:latin typeface="Arial"/>
                <a:ea typeface="Arial"/>
                <a:cs typeface="Arial"/>
              </a:defRPr>
            </a:lvl6pPr>
            <a:lvl7pPr>
              <a:defRPr sz="800">
                <a:solidFill>
                  <a:srgbClr val="333333"/>
                </a:solidFill>
                <a:latin typeface="Arial"/>
                <a:ea typeface="Arial"/>
                <a:cs typeface="Arial"/>
              </a:defRPr>
            </a:lvl7pPr>
            <a:lvl8pPr>
              <a:defRPr sz="800">
                <a:solidFill>
                  <a:srgbClr val="333333"/>
                </a:solidFill>
                <a:latin typeface="Arial"/>
                <a:ea typeface="Arial"/>
                <a:cs typeface="Arial"/>
              </a:defRPr>
            </a:lvl8pPr>
            <a:lvl9pPr>
              <a:defRPr sz="800">
                <a:solidFill>
                  <a:srgbClr val="333333"/>
                </a:solidFill>
                <a:latin typeface="Arial"/>
                <a:ea typeface="Arial"/>
                <a:cs typeface="Arial"/>
              </a:defRPr>
            </a:lvl9pPr>
          </a:lstStyle>
          <a:p xmlns:a="http://schemas.openxmlformats.org/drawingml/2006/main">
            <a:pPr>
              <a:defRPr sz="800">
                <a:solidFill>
                  <a:srgbClr val="333333"/>
                </a:solidFill>
                <a:latin typeface="Arial"/>
                <a:ea typeface="Arial"/>
                <a:cs typeface="Arial"/>
              </a:defRPr>
            </a:pPr>
            <a:fld id="{0141925C-0F93-C69B-EA69-D0285F206FFE}" type="datetime4">
              <a:rPr sz="800">
                <a:solidFill>
                  <a:srgbClr val="333333"/>
                </a:solidFill>
                <a:latin typeface="Arial"/>
                <a:ea typeface="Arial"/>
                <a:cs typeface="Arial"/>
              </a:rPr>
              <a:t>23 October 2026</a:t>
            </a:fld>
            <a:endParaRPr/>
          </a:p>
        </p:txBody>
      </p:sp>
      <p:sp>
        <p:nvSpPr>
          <p:cNvPr id="3" name="Fußzeilenplatzhalter 2">
            <a:extLst xmlns:a="http://schemas.openxmlformats.org/drawingml/2006/main">
              <a:ext uri="{FF2B5EF4-FFF2-40B4-BE49-F238E27FC236}">
                <a16:creationId xmlns:a16="http://schemas.microsoft.com/office/drawing/2014/main" id="{FB9D5F03-0F29-40E2-8AF7-F83CFD275D33}"/>
              </a:ext>
            </a:extLst>
          </p:cNvPr>
          <p:cNvSpPr>
            <a:spLocks xmlns:a="http://schemas.openxmlformats.org/drawingml/2006/main" noGrp="1"/>
          </p:cNvSpPr>
          <p:nvPr>
            <p:ph type="ftr" idx="11"/>
          </p:nvPr>
        </p:nvSpPr>
        <p:spPr>
          <a:xfrm xmlns:a="http://schemas.openxmlformats.org/drawingml/2006/main">
            <a:off x="518160" y="6657975"/>
            <a:ext cx="6858000" cy="142875"/>
          </a:xfrm>
        </p:spPr>
        <p:txBody>
          <a:bodyPr xmlns:a="http://schemas.openxmlformats.org/drawingml/2006/main" lIns="0" tIns="0" rIns="0" bIns="0"/>
          <a:lstStyle xmlns:a="http://schemas.openxmlformats.org/drawingml/2006/main">
            <a:defPPr>
              <a:defRPr sz="800">
                <a:solidFill>
                  <a:srgbClr val="333333"/>
                </a:solidFill>
                <a:latin typeface="Arial"/>
                <a:ea typeface="Arial"/>
                <a:cs typeface="Arial"/>
              </a:defRPr>
            </a:defPPr>
            <a:lvl1pPr>
              <a:defRPr sz="800">
                <a:solidFill>
                  <a:srgbClr val="333333"/>
                </a:solidFill>
                <a:latin typeface="Arial"/>
                <a:ea typeface="Arial"/>
                <a:cs typeface="Arial"/>
              </a:defRPr>
            </a:lvl1pPr>
            <a:lvl2pPr>
              <a:defRPr sz="800">
                <a:solidFill>
                  <a:srgbClr val="333333"/>
                </a:solidFill>
                <a:latin typeface="Arial"/>
                <a:ea typeface="Arial"/>
                <a:cs typeface="Arial"/>
              </a:defRPr>
            </a:lvl2pPr>
            <a:lvl3pPr>
              <a:defRPr sz="800">
                <a:solidFill>
                  <a:srgbClr val="333333"/>
                </a:solidFill>
                <a:latin typeface="Arial"/>
                <a:ea typeface="Arial"/>
                <a:cs typeface="Arial"/>
              </a:defRPr>
            </a:lvl3pPr>
            <a:lvl4pPr>
              <a:defRPr sz="800">
                <a:solidFill>
                  <a:srgbClr val="333333"/>
                </a:solidFill>
                <a:latin typeface="Arial"/>
                <a:ea typeface="Arial"/>
                <a:cs typeface="Arial"/>
              </a:defRPr>
            </a:lvl4pPr>
            <a:lvl5pPr>
              <a:defRPr sz="800">
                <a:solidFill>
                  <a:srgbClr val="333333"/>
                </a:solidFill>
                <a:latin typeface="Arial"/>
                <a:ea typeface="Arial"/>
                <a:cs typeface="Arial"/>
              </a:defRPr>
            </a:lvl5pPr>
            <a:lvl6pPr>
              <a:defRPr sz="800">
                <a:solidFill>
                  <a:srgbClr val="333333"/>
                </a:solidFill>
                <a:latin typeface="Arial"/>
                <a:ea typeface="Arial"/>
                <a:cs typeface="Arial"/>
              </a:defRPr>
            </a:lvl6pPr>
            <a:lvl7pPr>
              <a:defRPr sz="800">
                <a:solidFill>
                  <a:srgbClr val="333333"/>
                </a:solidFill>
                <a:latin typeface="Arial"/>
                <a:ea typeface="Arial"/>
                <a:cs typeface="Arial"/>
              </a:defRPr>
            </a:lvl7pPr>
            <a:lvl8pPr>
              <a:defRPr sz="800">
                <a:solidFill>
                  <a:srgbClr val="333333"/>
                </a:solidFill>
                <a:latin typeface="Arial"/>
                <a:ea typeface="Arial"/>
                <a:cs typeface="Arial"/>
              </a:defRPr>
            </a:lvl8pPr>
            <a:lvl9pPr>
              <a:defRPr sz="800">
                <a:solidFill>
                  <a:srgbClr val="333333"/>
                </a:solidFill>
                <a:latin typeface="Arial"/>
                <a:ea typeface="Arial"/>
                <a:cs typeface="Arial"/>
              </a:defRPr>
            </a:lvl9pPr>
          </a:lstStyle>
          <a:p xmlns:a="http://schemas.openxmlformats.org/drawingml/2006/main">
            <a:pPr>
              <a:defRPr sz="800">
                <a:solidFill>
                  <a:srgbClr val="333333"/>
                </a:solidFill>
                <a:latin typeface="Arial"/>
                <a:ea typeface="Arial"/>
                <a:cs typeface="Arial"/>
              </a:defRPr>
            </a:pPr>
            <a:r>
              <a:rPr sz="800">
                <a:solidFill>
                  <a:srgbClr val="333333"/>
                </a:solidFill>
                <a:latin typeface="Arial"/>
                <a:ea typeface="Arial"/>
                <a:cs typeface="Arial"/>
              </a:rPr>
              <a:t>Changhun Kim · Pattern Recognition Lab, FAU</a:t>
            </a:r>
            <a:endParaRPr/>
          </a:p>
        </p:txBody>
      </p:sp>
      <p:sp>
        <p:nvSpPr>
          <p:cNvPr id="4" name="Foliennummernplatzhalter 3">
            <a:extLst xmlns:a="http://schemas.openxmlformats.org/drawingml/2006/main">
              <a:ext uri="{FF2B5EF4-FFF2-40B4-BE49-F238E27FC236}">
                <a16:creationId xmlns:a16="http://schemas.microsoft.com/office/drawing/2014/main" id="{8B260341-2785-43BF-83A6-5621B740A67E}"/>
              </a:ext>
            </a:extLst>
          </p:cNvPr>
          <p:cNvSpPr>
            <a:spLocks xmlns:a="http://schemas.openxmlformats.org/drawingml/2006/main" noGrp="1"/>
          </p:cNvSpPr>
          <p:nvPr>
            <p:ph type="sldNum" idx="12"/>
          </p:nvPr>
        </p:nvSpPr>
        <p:spPr/>
        <p:txBody>
          <a:bodyPr xmlns:a="http://schemas.openxmlformats.org/drawingml/2006/main" lIns="0" tIns="0" rIns="0" bIns="0"/>
          <a:lstStyle xmlns:a="http://schemas.openxmlformats.org/drawingml/2006/main">
            <a:defPPr>
              <a:defRPr sz="800">
                <a:solidFill>
                  <a:srgbClr val="333333"/>
                </a:solidFill>
                <a:latin typeface="Arial"/>
                <a:ea typeface="Arial"/>
                <a:cs typeface="Arial"/>
              </a:defRPr>
            </a:defPPr>
            <a:lvl1pPr>
              <a:defRPr sz="800">
                <a:solidFill>
                  <a:srgbClr val="333333"/>
                </a:solidFill>
                <a:latin typeface="Arial"/>
                <a:ea typeface="Arial"/>
                <a:cs typeface="Arial"/>
              </a:defRPr>
            </a:lvl1pPr>
            <a:lvl2pPr>
              <a:defRPr sz="800">
                <a:solidFill>
                  <a:srgbClr val="333333"/>
                </a:solidFill>
                <a:latin typeface="Arial"/>
                <a:ea typeface="Arial"/>
                <a:cs typeface="Arial"/>
              </a:defRPr>
            </a:lvl2pPr>
            <a:lvl3pPr>
              <a:defRPr sz="800">
                <a:solidFill>
                  <a:srgbClr val="333333"/>
                </a:solidFill>
                <a:latin typeface="Arial"/>
                <a:ea typeface="Arial"/>
                <a:cs typeface="Arial"/>
              </a:defRPr>
            </a:lvl3pPr>
            <a:lvl4pPr>
              <a:defRPr sz="800">
                <a:solidFill>
                  <a:srgbClr val="333333"/>
                </a:solidFill>
                <a:latin typeface="Arial"/>
                <a:ea typeface="Arial"/>
                <a:cs typeface="Arial"/>
              </a:defRPr>
            </a:lvl4pPr>
            <a:lvl5pPr>
              <a:defRPr sz="800">
                <a:solidFill>
                  <a:srgbClr val="333333"/>
                </a:solidFill>
                <a:latin typeface="Arial"/>
                <a:ea typeface="Arial"/>
                <a:cs typeface="Arial"/>
              </a:defRPr>
            </a:lvl5pPr>
            <a:lvl6pPr>
              <a:defRPr sz="800">
                <a:solidFill>
                  <a:srgbClr val="333333"/>
                </a:solidFill>
                <a:latin typeface="Arial"/>
                <a:ea typeface="Arial"/>
                <a:cs typeface="Arial"/>
              </a:defRPr>
            </a:lvl6pPr>
            <a:lvl7pPr>
              <a:defRPr sz="800">
                <a:solidFill>
                  <a:srgbClr val="333333"/>
                </a:solidFill>
                <a:latin typeface="Arial"/>
                <a:ea typeface="Arial"/>
                <a:cs typeface="Arial"/>
              </a:defRPr>
            </a:lvl7pPr>
            <a:lvl8pPr>
              <a:defRPr sz="800">
                <a:solidFill>
                  <a:srgbClr val="333333"/>
                </a:solidFill>
                <a:latin typeface="Arial"/>
                <a:ea typeface="Arial"/>
                <a:cs typeface="Arial"/>
              </a:defRPr>
            </a:lvl8pPr>
            <a:lvl9pPr>
              <a:defRPr sz="800">
                <a:solidFill>
                  <a:srgbClr val="333333"/>
                </a:solidFill>
                <a:latin typeface="Arial"/>
                <a:ea typeface="Arial"/>
                <a:cs typeface="Arial"/>
              </a:defRPr>
            </a:lvl9pPr>
          </a:lstStyle>
          <a:p xmlns:a="http://schemas.openxmlformats.org/drawingml/2006/main">
            <a:pPr>
              <a:defRPr sz="800">
                <a:solidFill>
                  <a:srgbClr val="333333"/>
                </a:solidFill>
                <a:latin typeface="Arial"/>
                <a:ea typeface="Arial"/>
                <a:cs typeface="Arial"/>
              </a:defRPr>
            </a:pPr>
            <a:fld id="{AD75FED6-38D0-DE9C-92C0-6E7FA635581C}" type="slidenum">
              <a:rPr sz="800">
                <a:solidFill>
                  <a:srgbClr val="333333"/>
                </a:solidFill>
                <a:latin typeface="Arial"/>
                <a:ea typeface="Arial"/>
                <a:cs typeface="Arial"/>
              </a:rPr>
              <a:t>1</a:t>
            </a:fld>
            <a:endParaRPr/>
          </a:p>
        </p:txBody>
      </p:sp>
      <p:sp>
        <p:nvSpPr>
          <p:cNvPr id="10" name="Subtitle">
            <a:extLst xmlns:a="http://schemas.openxmlformats.org/drawingml/2006/main">
              <a:ext uri="{FF2B5EF4-FFF2-40B4-BE49-F238E27FC236}">
                <a16:creationId xmlns:a16="http://schemas.microsoft.com/office/drawing/2014/main" id="{02D28881-1AEE-4A16-8D68-4002F85A903A}"/>
              </a:ext>
            </a:extLst>
          </p:cNvPr>
          <p:cNvSpPr>
            <a:spLocks xmlns:a="http://schemas.openxmlformats.org/drawingml/2006/main" noGrp="1"/>
          </p:cNvSpPr>
          <p:nvPr/>
        </p:nvSpPr>
        <p:spPr>
          <a:xfrm xmlns:a="http://schemas.openxmlformats.org/drawingml/2006/main">
            <a:off x="518160" y="7524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00" b="0">
                <a:solidFill>
                  <a:srgbClr val="002147"/>
                </a:solidFill>
                <a:latin typeface="Arial"/>
                <a:ea typeface="Arial"/>
                <a:cs typeface="Arial"/>
              </a:defRPr>
            </a:defPPr>
            <a:lvl1pPr>
              <a:defRPr sz="1600" b="0">
                <a:solidFill>
                  <a:srgbClr val="002147"/>
                </a:solidFill>
                <a:latin typeface="Arial"/>
                <a:ea typeface="Arial"/>
                <a:cs typeface="Arial"/>
              </a:defRPr>
            </a:lvl1pPr>
            <a:lvl2pPr>
              <a:defRPr sz="1600" b="0">
                <a:solidFill>
                  <a:srgbClr val="002147"/>
                </a:solidFill>
                <a:latin typeface="Arial"/>
                <a:ea typeface="Arial"/>
                <a:cs typeface="Arial"/>
              </a:defRPr>
            </a:lvl2pPr>
            <a:lvl3pPr>
              <a:defRPr sz="1600" b="0">
                <a:solidFill>
                  <a:srgbClr val="002147"/>
                </a:solidFill>
                <a:latin typeface="Arial"/>
                <a:ea typeface="Arial"/>
                <a:cs typeface="Arial"/>
              </a:defRPr>
            </a:lvl3pPr>
            <a:lvl4pPr>
              <a:defRPr sz="1600" b="0">
                <a:solidFill>
                  <a:srgbClr val="002147"/>
                </a:solidFill>
                <a:latin typeface="Arial"/>
                <a:ea typeface="Arial"/>
                <a:cs typeface="Arial"/>
              </a:defRPr>
            </a:lvl4pPr>
            <a:lvl5pPr>
              <a:defRPr sz="1600" b="0">
                <a:solidFill>
                  <a:srgbClr val="002147"/>
                </a:solidFill>
                <a:latin typeface="Arial"/>
                <a:ea typeface="Arial"/>
                <a:cs typeface="Arial"/>
              </a:defRPr>
            </a:lvl5pPr>
            <a:lvl6pPr>
              <a:defRPr sz="1600" b="0">
                <a:solidFill>
                  <a:srgbClr val="002147"/>
                </a:solidFill>
                <a:latin typeface="Arial"/>
                <a:ea typeface="Arial"/>
                <a:cs typeface="Arial"/>
              </a:defRPr>
            </a:lvl6pPr>
            <a:lvl7pPr>
              <a:defRPr sz="1600" b="0">
                <a:solidFill>
                  <a:srgbClr val="002147"/>
                </a:solidFill>
                <a:latin typeface="Arial"/>
                <a:ea typeface="Arial"/>
                <a:cs typeface="Arial"/>
              </a:defRPr>
            </a:lvl7pPr>
            <a:lvl8pPr>
              <a:defRPr sz="1600" b="0">
                <a:solidFill>
                  <a:srgbClr val="002147"/>
                </a:solidFill>
                <a:latin typeface="Arial"/>
                <a:ea typeface="Arial"/>
                <a:cs typeface="Arial"/>
              </a:defRPr>
            </a:lvl8pPr>
            <a:lvl9pPr>
              <a:defRPr sz="1600" b="0">
                <a:solidFill>
                  <a:srgbClr val="002147"/>
                </a:solidFill>
                <a:latin typeface="Arial"/>
                <a:ea typeface="Arial"/>
                <a:cs typeface="Arial"/>
              </a:defRPr>
            </a:lvl9pPr>
          </a:lstStyle>
          <a:p xmlns:a="http://schemas.openxmlformats.org/drawingml/2006/main">
            <a:pPr>
              <a:defRPr sz="1600" b="0">
                <a:solidFill>
                  <a:srgbClr val="002147"/>
                </a:solidFill>
                <a:latin typeface="Arial"/>
                <a:ea typeface="Arial"/>
                <a:cs typeface="Arial"/>
              </a:defRPr>
            </a:pPr>
            <a:r>
              <a:rPr sz="1600" b="0">
                <a:solidFill>
                  <a:srgbClr val="002147"/>
                </a:solidFill>
                <a:latin typeface="Arial"/>
                <a:ea typeface="Arial"/>
                <a:cs typeface="Arial"/>
              </a:rPr>
              <a:t>AI assistance for transmission and distribution grid operation</a:t>
            </a:r>
          </a:p>
        </p:txBody>
      </p:sp>
      <p:pic>
        <p:nvPicPr>
          <p:cNvPr id="11" name="">
            <a:extLst xmlns:a="http://schemas.openxmlformats.org/drawingml/2006/main">
              <a:ext uri="{FF2B5EF4-FFF2-40B4-BE49-F238E27FC236}">
                <a16:creationId xmlns:a16="http://schemas.microsoft.com/office/drawing/2014/main" id="{06EA3EF5-60E3-45E9-AE28-FFFC97D83394}"/>
              </a:ext>
            </a:extLst>
          </p:cNvPr>
          <p:cNvPicPr>
            <a:picLocks xmlns:a="http://schemas.openxmlformats.org/drawingml/2006/main" noChangeAspect="1"/>
          </p:cNvPicPr>
          <p:nvPr/>
        </p:nvPicPr>
        <p:blipFill>
          <a:blip xmlns:r="http://schemas.openxmlformats.org/officeDocument/2006/relationships" xmlns:a="http://schemas.openxmlformats.org/drawingml/2006/main" r:embed="R0846467d43d54149"/>
          <a:stretch xmlns:a="http://schemas.openxmlformats.org/drawingml/2006/main"/>
        </p:blipFill>
        <p:spPr>
          <a:xfrm xmlns:a="http://schemas.openxmlformats.org/drawingml/2006/main">
            <a:off x="531301" y="1590675"/>
            <a:ext cx="11127494" cy="4095750"/>
          </a:xfrm>
          <a:prstGeom xmlns:a="http://schemas.openxmlformats.org/drawingml/2006/main" prst="rect">
            <a:avLst/>
          </a:prstGeom>
        </p:spPr>
      </p:pic>
      <p:sp>
        <p:nvSpPr>
          <p:cNvPr id="12" name="Project contribution">
            <a:extLst xmlns:a="http://schemas.openxmlformats.org/drawingml/2006/main">
              <a:ext uri="{FF2B5EF4-FFF2-40B4-BE49-F238E27FC236}">
                <a16:creationId xmlns:a16="http://schemas.microsoft.com/office/drawing/2014/main" id="{3277C87A-5254-4AD0-8CEF-843AD2A35C02}"/>
              </a:ext>
            </a:extLst>
          </p:cNvPr>
          <p:cNvSpPr>
            <a:spLocks xmlns:a="http://schemas.openxmlformats.org/drawingml/2006/main" noGrp="1"/>
          </p:cNvSpPr>
          <p:nvPr/>
        </p:nvSpPr>
        <p:spPr>
          <a:xfrm xmlns:a="http://schemas.openxmlformats.org/drawingml/2006/main">
            <a:off x="518160" y="5848350"/>
            <a:ext cx="111537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1">
                <a:solidFill>
                  <a:srgbClr val="002147"/>
                </a:solidFill>
                <a:latin typeface="Arial"/>
                <a:ea typeface="Arial"/>
                <a:cs typeface="Arial"/>
              </a:defRPr>
            </a:defPPr>
            <a:lvl1pPr>
              <a:defRPr sz="1725" b="1">
                <a:solidFill>
                  <a:srgbClr val="002147"/>
                </a:solidFill>
                <a:latin typeface="Arial"/>
                <a:ea typeface="Arial"/>
                <a:cs typeface="Arial"/>
              </a:defRPr>
            </a:lvl1pPr>
            <a:lvl2pPr>
              <a:defRPr sz="1725" b="1">
                <a:solidFill>
                  <a:srgbClr val="002147"/>
                </a:solidFill>
                <a:latin typeface="Arial"/>
                <a:ea typeface="Arial"/>
                <a:cs typeface="Arial"/>
              </a:defRPr>
            </a:lvl2pPr>
            <a:lvl3pPr>
              <a:defRPr sz="1725" b="1">
                <a:solidFill>
                  <a:srgbClr val="002147"/>
                </a:solidFill>
                <a:latin typeface="Arial"/>
                <a:ea typeface="Arial"/>
                <a:cs typeface="Arial"/>
              </a:defRPr>
            </a:lvl3pPr>
            <a:lvl4pPr>
              <a:defRPr sz="1725" b="1">
                <a:solidFill>
                  <a:srgbClr val="002147"/>
                </a:solidFill>
                <a:latin typeface="Arial"/>
                <a:ea typeface="Arial"/>
                <a:cs typeface="Arial"/>
              </a:defRPr>
            </a:lvl4pPr>
            <a:lvl5pPr>
              <a:defRPr sz="1725" b="1">
                <a:solidFill>
                  <a:srgbClr val="002147"/>
                </a:solidFill>
                <a:latin typeface="Arial"/>
                <a:ea typeface="Arial"/>
                <a:cs typeface="Arial"/>
              </a:defRPr>
            </a:lvl5pPr>
            <a:lvl6pPr>
              <a:defRPr sz="1725" b="1">
                <a:solidFill>
                  <a:srgbClr val="002147"/>
                </a:solidFill>
                <a:latin typeface="Arial"/>
                <a:ea typeface="Arial"/>
                <a:cs typeface="Arial"/>
              </a:defRPr>
            </a:lvl6pPr>
            <a:lvl7pPr>
              <a:defRPr sz="1725" b="1">
                <a:solidFill>
                  <a:srgbClr val="002147"/>
                </a:solidFill>
                <a:latin typeface="Arial"/>
                <a:ea typeface="Arial"/>
                <a:cs typeface="Arial"/>
              </a:defRPr>
            </a:lvl7pPr>
            <a:lvl8pPr>
              <a:defRPr sz="1725" b="1">
                <a:solidFill>
                  <a:srgbClr val="002147"/>
                </a:solidFill>
                <a:latin typeface="Arial"/>
                <a:ea typeface="Arial"/>
                <a:cs typeface="Arial"/>
              </a:defRPr>
            </a:lvl8pPr>
            <a:lvl9pPr>
              <a:defRPr sz="1725" b="1">
                <a:solidFill>
                  <a:srgbClr val="002147"/>
                </a:solidFill>
                <a:latin typeface="Arial"/>
                <a:ea typeface="Arial"/>
                <a:cs typeface="Arial"/>
              </a:defRPr>
            </a:lvl9pPr>
          </a:lstStyle>
          <a:p xmlns:a="http://schemas.openxmlformats.org/drawingml/2006/main">
            <a:pPr>
              <a:defRPr sz="1725" b="1">
                <a:solidFill>
                  <a:srgbClr val="002147"/>
                </a:solidFill>
                <a:latin typeface="Arial"/>
                <a:ea typeface="Arial"/>
                <a:cs typeface="Arial"/>
              </a:defRPr>
            </a:pPr>
            <a:r>
              <a:rPr sz="1725" b="1">
                <a:solidFill>
                  <a:srgbClr val="002147"/>
                </a:solidFill>
                <a:latin typeface="Arial"/>
                <a:ea typeface="Arial"/>
                <a:cs typeface="Arial"/>
              </a:rPr>
              <a:t>Our contribution: physics-informed AC power flow and graph-grounded operator assistance</a:t>
            </a:r>
          </a:p>
        </p:txBody>
      </p:sp>
      <p:sp>
        <p:nvSpPr>
          <p:cNvPr id="13" name="Project scope">
            <a:extLst xmlns:a="http://schemas.openxmlformats.org/drawingml/2006/main">
              <a:ext uri="{FF2B5EF4-FFF2-40B4-BE49-F238E27FC236}">
                <a16:creationId xmlns:a16="http://schemas.microsoft.com/office/drawing/2014/main" id="{B81252A5-A68A-4477-BAF6-706054C34232}"/>
              </a:ext>
            </a:extLst>
          </p:cNvPr>
          <p:cNvSpPr>
            <a:spLocks xmlns:a="http://schemas.openxmlformats.org/drawingml/2006/main" noGrp="1"/>
          </p:cNvSpPr>
          <p:nvPr/>
        </p:nvSpPr>
        <p:spPr>
          <a:xfrm xmlns:a="http://schemas.openxmlformats.org/drawingml/2006/main">
            <a:off x="518160" y="6210300"/>
            <a:ext cx="111537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172B3F"/>
                </a:solidFill>
                <a:latin typeface="Arial"/>
                <a:ea typeface="Arial"/>
                <a:cs typeface="Arial"/>
              </a:defRPr>
            </a:defPPr>
            <a:lvl1pPr>
              <a:defRPr sz="1425" b="0">
                <a:solidFill>
                  <a:srgbClr val="172B3F"/>
                </a:solidFill>
                <a:latin typeface="Arial"/>
                <a:ea typeface="Arial"/>
                <a:cs typeface="Arial"/>
              </a:defRPr>
            </a:lvl1pPr>
            <a:lvl2pPr>
              <a:defRPr sz="1425" b="0">
                <a:solidFill>
                  <a:srgbClr val="172B3F"/>
                </a:solidFill>
                <a:latin typeface="Arial"/>
                <a:ea typeface="Arial"/>
                <a:cs typeface="Arial"/>
              </a:defRPr>
            </a:lvl2pPr>
            <a:lvl3pPr>
              <a:defRPr sz="1425" b="0">
                <a:solidFill>
                  <a:srgbClr val="172B3F"/>
                </a:solidFill>
                <a:latin typeface="Arial"/>
                <a:ea typeface="Arial"/>
                <a:cs typeface="Arial"/>
              </a:defRPr>
            </a:lvl3pPr>
            <a:lvl4pPr>
              <a:defRPr sz="1425" b="0">
                <a:solidFill>
                  <a:srgbClr val="172B3F"/>
                </a:solidFill>
                <a:latin typeface="Arial"/>
                <a:ea typeface="Arial"/>
                <a:cs typeface="Arial"/>
              </a:defRPr>
            </a:lvl4pPr>
            <a:lvl5pPr>
              <a:defRPr sz="1425" b="0">
                <a:solidFill>
                  <a:srgbClr val="172B3F"/>
                </a:solidFill>
                <a:latin typeface="Arial"/>
                <a:ea typeface="Arial"/>
                <a:cs typeface="Arial"/>
              </a:defRPr>
            </a:lvl5pPr>
            <a:lvl6pPr>
              <a:defRPr sz="1425" b="0">
                <a:solidFill>
                  <a:srgbClr val="172B3F"/>
                </a:solidFill>
                <a:latin typeface="Arial"/>
                <a:ea typeface="Arial"/>
                <a:cs typeface="Arial"/>
              </a:defRPr>
            </a:lvl6pPr>
            <a:lvl7pPr>
              <a:defRPr sz="1425" b="0">
                <a:solidFill>
                  <a:srgbClr val="172B3F"/>
                </a:solidFill>
                <a:latin typeface="Arial"/>
                <a:ea typeface="Arial"/>
                <a:cs typeface="Arial"/>
              </a:defRPr>
            </a:lvl7pPr>
            <a:lvl8pPr>
              <a:defRPr sz="1425" b="0">
                <a:solidFill>
                  <a:srgbClr val="172B3F"/>
                </a:solidFill>
                <a:latin typeface="Arial"/>
                <a:ea typeface="Arial"/>
                <a:cs typeface="Arial"/>
              </a:defRPr>
            </a:lvl8pPr>
            <a:lvl9pPr>
              <a:defRPr sz="1425" b="0">
                <a:solidFill>
                  <a:srgbClr val="172B3F"/>
                </a:solidFill>
                <a:latin typeface="Arial"/>
                <a:ea typeface="Arial"/>
                <a:cs typeface="Arial"/>
              </a:defRPr>
            </a:lvl9pPr>
          </a:lstStyle>
          <a:p xmlns:a="http://schemas.openxmlformats.org/drawingml/2006/main">
            <a:pPr>
              <a:defRPr sz="1425" b="0">
                <a:solidFill>
                  <a:srgbClr val="172B3F"/>
                </a:solidFill>
                <a:latin typeface="Arial"/>
                <a:ea typeface="Arial"/>
                <a:cs typeface="Arial"/>
              </a:defRPr>
            </a:pPr>
            <a:r>
              <a:rPr sz="1425" b="0">
                <a:solidFill>
                  <a:srgbClr val="172B3F"/>
                </a:solidFill>
                <a:latin typeface="Arial"/>
                <a:ea typeface="Arial"/>
                <a:cs typeface="Arial"/>
              </a:rPr>
              <a:t>Unified grid data connects neural solvers and LLM agents with engineering tools and digital-twin testing.</a:t>
            </a:r>
          </a:p>
        </p:txBody>
      </p:sp>
    </p:spTree>
    <p:extLst>
      <p:ext uri="{BB962C8B-B14F-4D97-AF65-F5344CB8AC3E}">
        <p14:creationId xmlns:p14="http://schemas.microsoft.com/office/powerpoint/2010/main" val="949252467"/>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0" name="Titel 9">
            <a:extLst xmlns:a="http://schemas.openxmlformats.org/drawingml/2006/main">
              <a:ext uri="{FF2B5EF4-FFF2-40B4-BE49-F238E27FC236}">
                <a16:creationId xmlns:a16="http://schemas.microsoft.com/office/drawing/2014/main" id="{D53CF29E-4222-4B17-B499-A0A380EA0BB5}"/>
              </a:ext>
            </a:extLst>
          </p:cNvPr>
          <p:cNvSpPr>
            <a:spLocks xmlns:a="http://schemas.openxmlformats.org/drawingml/2006/main" noGrp="1"/>
          </p:cNvSpPr>
          <p:nvPr>
            <p:ph type="title" idx="0"/>
          </p:nvPr>
        </p:nvSpPr>
        <p:spPr>
          <a:xfrm xmlns:a="http://schemas.openxmlformats.org/drawingml/2006/main">
            <a:off x="518160" y="290513"/>
            <a:ext cx="8382000" cy="400050"/>
          </a:xfrm>
        </p:spPr>
        <p:txBody>
          <a:bodyPr xmlns:a="http://schemas.openxmlformats.org/drawingml/2006/main" lIns="0" tIns="0" rIns="0" bIns="0">
            <a:noAutofit/>
          </a:bodyPr>
          <a:lstStyle xmlns:a="http://schemas.openxmlformats.org/drawingml/2006/main">
            <a:defPPr>
              <a:defRPr sz="2400" b="1">
                <a:solidFill>
                  <a:srgbClr val="002147"/>
                </a:solidFill>
                <a:latin typeface="Arial"/>
                <a:ea typeface="Arial"/>
                <a:cs typeface="Arial"/>
              </a:defRPr>
            </a:defPPr>
            <a:lvl1pPr>
              <a:defRPr sz="2400" b="1">
                <a:solidFill>
                  <a:srgbClr val="002147"/>
                </a:solidFill>
                <a:latin typeface="Arial"/>
                <a:ea typeface="Arial"/>
                <a:cs typeface="Arial"/>
              </a:defRPr>
            </a:lvl1pPr>
            <a:lvl2pPr>
              <a:defRPr sz="2400" b="1">
                <a:solidFill>
                  <a:srgbClr val="002147"/>
                </a:solidFill>
                <a:latin typeface="Arial"/>
                <a:ea typeface="Arial"/>
                <a:cs typeface="Arial"/>
              </a:defRPr>
            </a:lvl2pPr>
            <a:lvl3pPr>
              <a:defRPr sz="2400" b="1">
                <a:solidFill>
                  <a:srgbClr val="002147"/>
                </a:solidFill>
                <a:latin typeface="Arial"/>
                <a:ea typeface="Arial"/>
                <a:cs typeface="Arial"/>
              </a:defRPr>
            </a:lvl3pPr>
            <a:lvl4pPr>
              <a:defRPr sz="2400" b="1">
                <a:solidFill>
                  <a:srgbClr val="002147"/>
                </a:solidFill>
                <a:latin typeface="Arial"/>
                <a:ea typeface="Arial"/>
                <a:cs typeface="Arial"/>
              </a:defRPr>
            </a:lvl4pPr>
            <a:lvl5pPr>
              <a:defRPr sz="2400" b="1">
                <a:solidFill>
                  <a:srgbClr val="002147"/>
                </a:solidFill>
                <a:latin typeface="Arial"/>
                <a:ea typeface="Arial"/>
                <a:cs typeface="Arial"/>
              </a:defRPr>
            </a:lvl5pPr>
            <a:lvl6pPr>
              <a:defRPr sz="2400" b="1">
                <a:solidFill>
                  <a:srgbClr val="002147"/>
                </a:solidFill>
                <a:latin typeface="Arial"/>
                <a:ea typeface="Arial"/>
                <a:cs typeface="Arial"/>
              </a:defRPr>
            </a:lvl6pPr>
            <a:lvl7pPr>
              <a:defRPr sz="2400" b="1">
                <a:solidFill>
                  <a:srgbClr val="002147"/>
                </a:solidFill>
                <a:latin typeface="Arial"/>
                <a:ea typeface="Arial"/>
                <a:cs typeface="Arial"/>
              </a:defRPr>
            </a:lvl7pPr>
            <a:lvl8pPr>
              <a:defRPr sz="2400" b="1">
                <a:solidFill>
                  <a:srgbClr val="002147"/>
                </a:solidFill>
                <a:latin typeface="Arial"/>
                <a:ea typeface="Arial"/>
                <a:cs typeface="Arial"/>
              </a:defRPr>
            </a:lvl8pPr>
            <a:lvl9pPr>
              <a:defRPr sz="2400" b="1">
                <a:solidFill>
                  <a:srgbClr val="002147"/>
                </a:solidFill>
                <a:latin typeface="Arial"/>
                <a:ea typeface="Arial"/>
                <a:cs typeface="Arial"/>
              </a:defRPr>
            </a:lvl9pPr>
          </a:lstStyle>
          <a:p xmlns:a="http://schemas.openxmlformats.org/drawingml/2006/main">
            <a:pPr>
              <a:defRPr sz="2400" b="1">
                <a:solidFill>
                  <a:srgbClr val="002147"/>
                </a:solidFill>
                <a:latin typeface="Arial"/>
                <a:ea typeface="Arial"/>
                <a:cs typeface="Arial"/>
              </a:defRPr>
            </a:pPr>
            <a:r>
              <a:rPr sz="2400" b="1">
                <a:solidFill>
                  <a:srgbClr val="002147"/>
                </a:solidFill>
                <a:latin typeface="Arial"/>
                <a:ea typeface="Arial"/>
                <a:cs typeface="Arial"/>
              </a:rPr>
              <a:t>Physics-informed neural AC power flow</a:t>
            </a:r>
          </a:p>
        </p:txBody>
      </p:sp>
      <p:sp>
        <p:nvSpPr>
          <p:cNvPr id="2" name="Datumsplatzhalter 1">
            <a:extLst xmlns:a="http://schemas.openxmlformats.org/drawingml/2006/main">
              <a:ext uri="{FF2B5EF4-FFF2-40B4-BE49-F238E27FC236}">
                <a16:creationId xmlns:a16="http://schemas.microsoft.com/office/drawing/2014/main" id="{80ABA73A-1C3A-4ED5-B46A-350B6C281FDF}"/>
              </a:ext>
            </a:extLst>
          </p:cNvPr>
          <p:cNvSpPr>
            <a:spLocks xmlns:a="http://schemas.openxmlformats.org/drawingml/2006/main" noGrp="1"/>
          </p:cNvSpPr>
          <p:nvPr>
            <p:ph type="dt" idx="10"/>
          </p:nvPr>
        </p:nvSpPr>
        <p:spPr/>
        <p:txBody>
          <a:bodyPr xmlns:a="http://schemas.openxmlformats.org/drawingml/2006/main" lIns="0" tIns="0" rIns="0" bIns="0"/>
          <a:lstStyle xmlns:a="http://schemas.openxmlformats.org/drawingml/2006/main">
            <a:defPPr>
              <a:defRPr sz="800">
                <a:solidFill>
                  <a:srgbClr val="333333"/>
                </a:solidFill>
                <a:latin typeface="Arial"/>
                <a:ea typeface="Arial"/>
                <a:cs typeface="Arial"/>
              </a:defRPr>
            </a:defPPr>
            <a:lvl1pPr>
              <a:defRPr sz="800">
                <a:solidFill>
                  <a:srgbClr val="333333"/>
                </a:solidFill>
                <a:latin typeface="Arial"/>
                <a:ea typeface="Arial"/>
                <a:cs typeface="Arial"/>
              </a:defRPr>
            </a:lvl1pPr>
            <a:lvl2pPr>
              <a:defRPr sz="800">
                <a:solidFill>
                  <a:srgbClr val="333333"/>
                </a:solidFill>
                <a:latin typeface="Arial"/>
                <a:ea typeface="Arial"/>
                <a:cs typeface="Arial"/>
              </a:defRPr>
            </a:lvl2pPr>
            <a:lvl3pPr>
              <a:defRPr sz="800">
                <a:solidFill>
                  <a:srgbClr val="333333"/>
                </a:solidFill>
                <a:latin typeface="Arial"/>
                <a:ea typeface="Arial"/>
                <a:cs typeface="Arial"/>
              </a:defRPr>
            </a:lvl3pPr>
            <a:lvl4pPr>
              <a:defRPr sz="800">
                <a:solidFill>
                  <a:srgbClr val="333333"/>
                </a:solidFill>
                <a:latin typeface="Arial"/>
                <a:ea typeface="Arial"/>
                <a:cs typeface="Arial"/>
              </a:defRPr>
            </a:lvl4pPr>
            <a:lvl5pPr>
              <a:defRPr sz="800">
                <a:solidFill>
                  <a:srgbClr val="333333"/>
                </a:solidFill>
                <a:latin typeface="Arial"/>
                <a:ea typeface="Arial"/>
                <a:cs typeface="Arial"/>
              </a:defRPr>
            </a:lvl5pPr>
            <a:lvl6pPr>
              <a:defRPr sz="800">
                <a:solidFill>
                  <a:srgbClr val="333333"/>
                </a:solidFill>
                <a:latin typeface="Arial"/>
                <a:ea typeface="Arial"/>
                <a:cs typeface="Arial"/>
              </a:defRPr>
            </a:lvl6pPr>
            <a:lvl7pPr>
              <a:defRPr sz="800">
                <a:solidFill>
                  <a:srgbClr val="333333"/>
                </a:solidFill>
                <a:latin typeface="Arial"/>
                <a:ea typeface="Arial"/>
                <a:cs typeface="Arial"/>
              </a:defRPr>
            </a:lvl7pPr>
            <a:lvl8pPr>
              <a:defRPr sz="800">
                <a:solidFill>
                  <a:srgbClr val="333333"/>
                </a:solidFill>
                <a:latin typeface="Arial"/>
                <a:ea typeface="Arial"/>
                <a:cs typeface="Arial"/>
              </a:defRPr>
            </a:lvl8pPr>
            <a:lvl9pPr>
              <a:defRPr sz="800">
                <a:solidFill>
                  <a:srgbClr val="333333"/>
                </a:solidFill>
                <a:latin typeface="Arial"/>
                <a:ea typeface="Arial"/>
                <a:cs typeface="Arial"/>
              </a:defRPr>
            </a:lvl9pPr>
          </a:lstStyle>
          <a:p xmlns:a="http://schemas.openxmlformats.org/drawingml/2006/main">
            <a:pPr>
              <a:defRPr sz="800">
                <a:solidFill>
                  <a:srgbClr val="333333"/>
                </a:solidFill>
                <a:latin typeface="Arial"/>
                <a:ea typeface="Arial"/>
                <a:cs typeface="Arial"/>
              </a:defRPr>
            </a:pPr>
            <a:fld id="{0141925C-0F93-C69B-EA69-D0285F206FFE}" type="datetime4">
              <a:rPr sz="800">
                <a:solidFill>
                  <a:srgbClr val="333333"/>
                </a:solidFill>
                <a:latin typeface="Arial"/>
                <a:ea typeface="Arial"/>
                <a:cs typeface="Arial"/>
              </a:rPr>
              <a:t>23 October 2026</a:t>
            </a:fld>
            <a:endParaRPr/>
          </a:p>
        </p:txBody>
      </p:sp>
      <p:sp>
        <p:nvSpPr>
          <p:cNvPr id="3" name="Fußzeilenplatzhalter 2">
            <a:extLst xmlns:a="http://schemas.openxmlformats.org/drawingml/2006/main">
              <a:ext uri="{FF2B5EF4-FFF2-40B4-BE49-F238E27FC236}">
                <a16:creationId xmlns:a16="http://schemas.microsoft.com/office/drawing/2014/main" id="{BA4ABC37-5307-4E21-BD48-576535CD52D6}"/>
              </a:ext>
            </a:extLst>
          </p:cNvPr>
          <p:cNvSpPr>
            <a:spLocks xmlns:a="http://schemas.openxmlformats.org/drawingml/2006/main" noGrp="1"/>
          </p:cNvSpPr>
          <p:nvPr>
            <p:ph type="ftr" idx="11"/>
          </p:nvPr>
        </p:nvSpPr>
        <p:spPr>
          <a:xfrm xmlns:a="http://schemas.openxmlformats.org/drawingml/2006/main">
            <a:off x="518160" y="6657975"/>
            <a:ext cx="6858000" cy="142875"/>
          </a:xfrm>
        </p:spPr>
        <p:txBody>
          <a:bodyPr xmlns:a="http://schemas.openxmlformats.org/drawingml/2006/main" lIns="0" tIns="0" rIns="0" bIns="0"/>
          <a:lstStyle xmlns:a="http://schemas.openxmlformats.org/drawingml/2006/main">
            <a:defPPr>
              <a:defRPr sz="800">
                <a:solidFill>
                  <a:srgbClr val="333333"/>
                </a:solidFill>
                <a:latin typeface="Arial"/>
                <a:ea typeface="Arial"/>
                <a:cs typeface="Arial"/>
              </a:defRPr>
            </a:defPPr>
            <a:lvl1pPr>
              <a:defRPr sz="800">
                <a:solidFill>
                  <a:srgbClr val="333333"/>
                </a:solidFill>
                <a:latin typeface="Arial"/>
                <a:ea typeface="Arial"/>
                <a:cs typeface="Arial"/>
              </a:defRPr>
            </a:lvl1pPr>
            <a:lvl2pPr>
              <a:defRPr sz="800">
                <a:solidFill>
                  <a:srgbClr val="333333"/>
                </a:solidFill>
                <a:latin typeface="Arial"/>
                <a:ea typeface="Arial"/>
                <a:cs typeface="Arial"/>
              </a:defRPr>
            </a:lvl2pPr>
            <a:lvl3pPr>
              <a:defRPr sz="800">
                <a:solidFill>
                  <a:srgbClr val="333333"/>
                </a:solidFill>
                <a:latin typeface="Arial"/>
                <a:ea typeface="Arial"/>
                <a:cs typeface="Arial"/>
              </a:defRPr>
            </a:lvl3pPr>
            <a:lvl4pPr>
              <a:defRPr sz="800">
                <a:solidFill>
                  <a:srgbClr val="333333"/>
                </a:solidFill>
                <a:latin typeface="Arial"/>
                <a:ea typeface="Arial"/>
                <a:cs typeface="Arial"/>
              </a:defRPr>
            </a:lvl4pPr>
            <a:lvl5pPr>
              <a:defRPr sz="800">
                <a:solidFill>
                  <a:srgbClr val="333333"/>
                </a:solidFill>
                <a:latin typeface="Arial"/>
                <a:ea typeface="Arial"/>
                <a:cs typeface="Arial"/>
              </a:defRPr>
            </a:lvl5pPr>
            <a:lvl6pPr>
              <a:defRPr sz="800">
                <a:solidFill>
                  <a:srgbClr val="333333"/>
                </a:solidFill>
                <a:latin typeface="Arial"/>
                <a:ea typeface="Arial"/>
                <a:cs typeface="Arial"/>
              </a:defRPr>
            </a:lvl6pPr>
            <a:lvl7pPr>
              <a:defRPr sz="800">
                <a:solidFill>
                  <a:srgbClr val="333333"/>
                </a:solidFill>
                <a:latin typeface="Arial"/>
                <a:ea typeface="Arial"/>
                <a:cs typeface="Arial"/>
              </a:defRPr>
            </a:lvl7pPr>
            <a:lvl8pPr>
              <a:defRPr sz="800">
                <a:solidFill>
                  <a:srgbClr val="333333"/>
                </a:solidFill>
                <a:latin typeface="Arial"/>
                <a:ea typeface="Arial"/>
                <a:cs typeface="Arial"/>
              </a:defRPr>
            </a:lvl8pPr>
            <a:lvl9pPr>
              <a:defRPr sz="800">
                <a:solidFill>
                  <a:srgbClr val="333333"/>
                </a:solidFill>
                <a:latin typeface="Arial"/>
                <a:ea typeface="Arial"/>
                <a:cs typeface="Arial"/>
              </a:defRPr>
            </a:lvl9pPr>
          </a:lstStyle>
          <a:p xmlns:a="http://schemas.openxmlformats.org/drawingml/2006/main">
            <a:pPr>
              <a:defRPr sz="800">
                <a:solidFill>
                  <a:srgbClr val="333333"/>
                </a:solidFill>
                <a:latin typeface="Arial"/>
                <a:ea typeface="Arial"/>
                <a:cs typeface="Arial"/>
              </a:defRPr>
            </a:pPr>
            <a:r>
              <a:rPr sz="800">
                <a:solidFill>
                  <a:srgbClr val="333333"/>
                </a:solidFill>
                <a:latin typeface="Arial"/>
                <a:ea typeface="Arial"/>
                <a:cs typeface="Arial"/>
              </a:rPr>
              <a:t>Changhun Kim · Pattern Recognition Lab, FAU</a:t>
            </a:r>
            <a:endParaRPr/>
          </a:p>
        </p:txBody>
      </p:sp>
      <p:sp>
        <p:nvSpPr>
          <p:cNvPr id="4" name="Foliennummernplatzhalter 3">
            <a:extLst xmlns:a="http://schemas.openxmlformats.org/drawingml/2006/main">
              <a:ext uri="{FF2B5EF4-FFF2-40B4-BE49-F238E27FC236}">
                <a16:creationId xmlns:a16="http://schemas.microsoft.com/office/drawing/2014/main" id="{4624CAC8-57CE-4AD2-8CB1-72DC177AE052}"/>
              </a:ext>
            </a:extLst>
          </p:cNvPr>
          <p:cNvSpPr>
            <a:spLocks xmlns:a="http://schemas.openxmlformats.org/drawingml/2006/main" noGrp="1"/>
          </p:cNvSpPr>
          <p:nvPr>
            <p:ph type="sldNum" idx="12"/>
          </p:nvPr>
        </p:nvSpPr>
        <p:spPr/>
        <p:txBody>
          <a:bodyPr xmlns:a="http://schemas.openxmlformats.org/drawingml/2006/main" lIns="0" tIns="0" rIns="0" bIns="0"/>
          <a:lstStyle xmlns:a="http://schemas.openxmlformats.org/drawingml/2006/main">
            <a:defPPr>
              <a:defRPr sz="800">
                <a:solidFill>
                  <a:srgbClr val="333333"/>
                </a:solidFill>
                <a:latin typeface="Arial"/>
                <a:ea typeface="Arial"/>
                <a:cs typeface="Arial"/>
              </a:defRPr>
            </a:defPPr>
            <a:lvl1pPr>
              <a:defRPr sz="800">
                <a:solidFill>
                  <a:srgbClr val="333333"/>
                </a:solidFill>
                <a:latin typeface="Arial"/>
                <a:ea typeface="Arial"/>
                <a:cs typeface="Arial"/>
              </a:defRPr>
            </a:lvl1pPr>
            <a:lvl2pPr>
              <a:defRPr sz="800">
                <a:solidFill>
                  <a:srgbClr val="333333"/>
                </a:solidFill>
                <a:latin typeface="Arial"/>
                <a:ea typeface="Arial"/>
                <a:cs typeface="Arial"/>
              </a:defRPr>
            </a:lvl2pPr>
            <a:lvl3pPr>
              <a:defRPr sz="800">
                <a:solidFill>
                  <a:srgbClr val="333333"/>
                </a:solidFill>
                <a:latin typeface="Arial"/>
                <a:ea typeface="Arial"/>
                <a:cs typeface="Arial"/>
              </a:defRPr>
            </a:lvl3pPr>
            <a:lvl4pPr>
              <a:defRPr sz="800">
                <a:solidFill>
                  <a:srgbClr val="333333"/>
                </a:solidFill>
                <a:latin typeface="Arial"/>
                <a:ea typeface="Arial"/>
                <a:cs typeface="Arial"/>
              </a:defRPr>
            </a:lvl4pPr>
            <a:lvl5pPr>
              <a:defRPr sz="800">
                <a:solidFill>
                  <a:srgbClr val="333333"/>
                </a:solidFill>
                <a:latin typeface="Arial"/>
                <a:ea typeface="Arial"/>
                <a:cs typeface="Arial"/>
              </a:defRPr>
            </a:lvl5pPr>
            <a:lvl6pPr>
              <a:defRPr sz="800">
                <a:solidFill>
                  <a:srgbClr val="333333"/>
                </a:solidFill>
                <a:latin typeface="Arial"/>
                <a:ea typeface="Arial"/>
                <a:cs typeface="Arial"/>
              </a:defRPr>
            </a:lvl6pPr>
            <a:lvl7pPr>
              <a:defRPr sz="800">
                <a:solidFill>
                  <a:srgbClr val="333333"/>
                </a:solidFill>
                <a:latin typeface="Arial"/>
                <a:ea typeface="Arial"/>
                <a:cs typeface="Arial"/>
              </a:defRPr>
            </a:lvl7pPr>
            <a:lvl8pPr>
              <a:defRPr sz="800">
                <a:solidFill>
                  <a:srgbClr val="333333"/>
                </a:solidFill>
                <a:latin typeface="Arial"/>
                <a:ea typeface="Arial"/>
                <a:cs typeface="Arial"/>
              </a:defRPr>
            </a:lvl8pPr>
            <a:lvl9pPr>
              <a:defRPr sz="800">
                <a:solidFill>
                  <a:srgbClr val="333333"/>
                </a:solidFill>
                <a:latin typeface="Arial"/>
                <a:ea typeface="Arial"/>
                <a:cs typeface="Arial"/>
              </a:defRPr>
            </a:lvl9pPr>
          </a:lstStyle>
          <a:p xmlns:a="http://schemas.openxmlformats.org/drawingml/2006/main">
            <a:pPr>
              <a:defRPr sz="800">
                <a:solidFill>
                  <a:srgbClr val="333333"/>
                </a:solidFill>
                <a:latin typeface="Arial"/>
                <a:ea typeface="Arial"/>
                <a:cs typeface="Arial"/>
              </a:defRPr>
            </a:pPr>
            <a:fld id="{E2598689-54C9-18A7-3A19-ED76AA08988F}" type="slidenum">
              <a:rPr sz="800">
                <a:solidFill>
                  <a:srgbClr val="333333"/>
                </a:solidFill>
                <a:latin typeface="Arial"/>
                <a:ea typeface="Arial"/>
                <a:cs typeface="Arial"/>
              </a:rPr>
              <a:t>2</a:t>
            </a:fld>
            <a:endParaRPr/>
          </a:p>
        </p:txBody>
      </p:sp>
      <p:sp>
        <p:nvSpPr>
          <p:cNvPr id="11" name="Subtitle">
            <a:extLst xmlns:a="http://schemas.openxmlformats.org/drawingml/2006/main">
              <a:ext uri="{FF2B5EF4-FFF2-40B4-BE49-F238E27FC236}">
                <a16:creationId xmlns:a16="http://schemas.microsoft.com/office/drawing/2014/main" id="{13734B57-968A-48ED-A489-0B3113B6344F}"/>
              </a:ext>
            </a:extLst>
          </p:cNvPr>
          <p:cNvSpPr>
            <a:spLocks xmlns:a="http://schemas.openxmlformats.org/drawingml/2006/main" noGrp="1"/>
          </p:cNvSpPr>
          <p:nvPr/>
        </p:nvSpPr>
        <p:spPr>
          <a:xfrm xmlns:a="http://schemas.openxmlformats.org/drawingml/2006/main">
            <a:off x="518160" y="7524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00" b="0">
                <a:solidFill>
                  <a:srgbClr val="002147"/>
                </a:solidFill>
                <a:latin typeface="Arial"/>
                <a:ea typeface="Arial"/>
                <a:cs typeface="Arial"/>
              </a:defRPr>
            </a:defPPr>
            <a:lvl1pPr>
              <a:defRPr sz="1600" b="0">
                <a:solidFill>
                  <a:srgbClr val="002147"/>
                </a:solidFill>
                <a:latin typeface="Arial"/>
                <a:ea typeface="Arial"/>
                <a:cs typeface="Arial"/>
              </a:defRPr>
            </a:lvl1pPr>
            <a:lvl2pPr>
              <a:defRPr sz="1600" b="0">
                <a:solidFill>
                  <a:srgbClr val="002147"/>
                </a:solidFill>
                <a:latin typeface="Arial"/>
                <a:ea typeface="Arial"/>
                <a:cs typeface="Arial"/>
              </a:defRPr>
            </a:lvl2pPr>
            <a:lvl3pPr>
              <a:defRPr sz="1600" b="0">
                <a:solidFill>
                  <a:srgbClr val="002147"/>
                </a:solidFill>
                <a:latin typeface="Arial"/>
                <a:ea typeface="Arial"/>
                <a:cs typeface="Arial"/>
              </a:defRPr>
            </a:lvl3pPr>
            <a:lvl4pPr>
              <a:defRPr sz="1600" b="0">
                <a:solidFill>
                  <a:srgbClr val="002147"/>
                </a:solidFill>
                <a:latin typeface="Arial"/>
                <a:ea typeface="Arial"/>
                <a:cs typeface="Arial"/>
              </a:defRPr>
            </a:lvl4pPr>
            <a:lvl5pPr>
              <a:defRPr sz="1600" b="0">
                <a:solidFill>
                  <a:srgbClr val="002147"/>
                </a:solidFill>
                <a:latin typeface="Arial"/>
                <a:ea typeface="Arial"/>
                <a:cs typeface="Arial"/>
              </a:defRPr>
            </a:lvl5pPr>
            <a:lvl6pPr>
              <a:defRPr sz="1600" b="0">
                <a:solidFill>
                  <a:srgbClr val="002147"/>
                </a:solidFill>
                <a:latin typeface="Arial"/>
                <a:ea typeface="Arial"/>
                <a:cs typeface="Arial"/>
              </a:defRPr>
            </a:lvl6pPr>
            <a:lvl7pPr>
              <a:defRPr sz="1600" b="0">
                <a:solidFill>
                  <a:srgbClr val="002147"/>
                </a:solidFill>
                <a:latin typeface="Arial"/>
                <a:ea typeface="Arial"/>
                <a:cs typeface="Arial"/>
              </a:defRPr>
            </a:lvl7pPr>
            <a:lvl8pPr>
              <a:defRPr sz="1600" b="0">
                <a:solidFill>
                  <a:srgbClr val="002147"/>
                </a:solidFill>
                <a:latin typeface="Arial"/>
                <a:ea typeface="Arial"/>
                <a:cs typeface="Arial"/>
              </a:defRPr>
            </a:lvl8pPr>
            <a:lvl9pPr>
              <a:defRPr sz="1600" b="0">
                <a:solidFill>
                  <a:srgbClr val="002147"/>
                </a:solidFill>
                <a:latin typeface="Arial"/>
                <a:ea typeface="Arial"/>
                <a:cs typeface="Arial"/>
              </a:defRPr>
            </a:lvl9pPr>
          </a:lstStyle>
          <a:p xmlns:a="http://schemas.openxmlformats.org/drawingml/2006/main">
            <a:pPr>
              <a:defRPr sz="1600" b="0">
                <a:solidFill>
                  <a:srgbClr val="002147"/>
                </a:solidFill>
                <a:latin typeface="Arial"/>
                <a:ea typeface="Arial"/>
                <a:cs typeface="Arial"/>
              </a:defRPr>
            </a:pPr>
            <a:r>
              <a:rPr sz="1600" b="0">
                <a:solidFill>
                  <a:srgbClr val="002147"/>
                </a:solidFill>
                <a:latin typeface="Arial"/>
                <a:ea typeface="Arial"/>
                <a:cs typeface="Arial"/>
              </a:rPr>
              <a:t>Attention and line search at inference, followed by solution-subspace correction</a:t>
            </a:r>
          </a:p>
        </p:txBody>
      </p:sp>
      <p:sp>
        <p:nvSpPr>
          <p:cNvPr id="12" name="PIGNN heading">
            <a:extLst xmlns:a="http://schemas.openxmlformats.org/drawingml/2006/main">
              <a:ext uri="{FF2B5EF4-FFF2-40B4-BE49-F238E27FC236}">
                <a16:creationId xmlns:a16="http://schemas.microsoft.com/office/drawing/2014/main" id="{DFAF1353-965F-4F62-89C5-C705699127D5}"/>
              </a:ext>
            </a:extLst>
          </p:cNvPr>
          <p:cNvSpPr>
            <a:spLocks xmlns:a="http://schemas.openxmlformats.org/drawingml/2006/main" noGrp="1"/>
          </p:cNvSpPr>
          <p:nvPr/>
        </p:nvSpPr>
        <p:spPr>
          <a:xfrm xmlns:a="http://schemas.openxmlformats.org/drawingml/2006/main">
            <a:off x="518160" y="1476375"/>
            <a:ext cx="4572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002147"/>
                </a:solidFill>
                <a:latin typeface="Arial"/>
                <a:ea typeface="Arial"/>
                <a:cs typeface="Arial"/>
              </a:defRPr>
            </a:defPPr>
            <a:lvl1pPr>
              <a:defRPr sz="1800" b="1">
                <a:solidFill>
                  <a:srgbClr val="002147"/>
                </a:solidFill>
                <a:latin typeface="Arial"/>
                <a:ea typeface="Arial"/>
                <a:cs typeface="Arial"/>
              </a:defRPr>
            </a:lvl1pPr>
            <a:lvl2pPr>
              <a:defRPr sz="1800" b="1">
                <a:solidFill>
                  <a:srgbClr val="002147"/>
                </a:solidFill>
                <a:latin typeface="Arial"/>
                <a:ea typeface="Arial"/>
                <a:cs typeface="Arial"/>
              </a:defRPr>
            </a:lvl2pPr>
            <a:lvl3pPr>
              <a:defRPr sz="1800" b="1">
                <a:solidFill>
                  <a:srgbClr val="002147"/>
                </a:solidFill>
                <a:latin typeface="Arial"/>
                <a:ea typeface="Arial"/>
                <a:cs typeface="Arial"/>
              </a:defRPr>
            </a:lvl3pPr>
            <a:lvl4pPr>
              <a:defRPr sz="1800" b="1">
                <a:solidFill>
                  <a:srgbClr val="002147"/>
                </a:solidFill>
                <a:latin typeface="Arial"/>
                <a:ea typeface="Arial"/>
                <a:cs typeface="Arial"/>
              </a:defRPr>
            </a:lvl4pPr>
            <a:lvl5pPr>
              <a:defRPr sz="1800" b="1">
                <a:solidFill>
                  <a:srgbClr val="002147"/>
                </a:solidFill>
                <a:latin typeface="Arial"/>
                <a:ea typeface="Arial"/>
                <a:cs typeface="Arial"/>
              </a:defRPr>
            </a:lvl5pPr>
            <a:lvl6pPr>
              <a:defRPr sz="1800" b="1">
                <a:solidFill>
                  <a:srgbClr val="002147"/>
                </a:solidFill>
                <a:latin typeface="Arial"/>
                <a:ea typeface="Arial"/>
                <a:cs typeface="Arial"/>
              </a:defRPr>
            </a:lvl6pPr>
            <a:lvl7pPr>
              <a:defRPr sz="1800" b="1">
                <a:solidFill>
                  <a:srgbClr val="002147"/>
                </a:solidFill>
                <a:latin typeface="Arial"/>
                <a:ea typeface="Arial"/>
                <a:cs typeface="Arial"/>
              </a:defRPr>
            </a:lvl7pPr>
            <a:lvl8pPr>
              <a:defRPr sz="1800" b="1">
                <a:solidFill>
                  <a:srgbClr val="002147"/>
                </a:solidFill>
                <a:latin typeface="Arial"/>
                <a:ea typeface="Arial"/>
                <a:cs typeface="Arial"/>
              </a:defRPr>
            </a:lvl8pPr>
            <a:lvl9pPr>
              <a:defRPr sz="1800" b="1">
                <a:solidFill>
                  <a:srgbClr val="002147"/>
                </a:solidFill>
                <a:latin typeface="Arial"/>
                <a:ea typeface="Arial"/>
                <a:cs typeface="Arial"/>
              </a:defRPr>
            </a:lvl9pPr>
          </a:lstStyle>
          <a:p xmlns:a="http://schemas.openxmlformats.org/drawingml/2006/main">
            <a:pPr>
              <a:defRPr sz="1800" b="1">
                <a:solidFill>
                  <a:srgbClr val="002147"/>
                </a:solidFill>
                <a:latin typeface="Arial"/>
                <a:ea typeface="Arial"/>
                <a:cs typeface="Arial"/>
              </a:defRPr>
            </a:pPr>
            <a:r>
              <a:rPr sz="1800" b="1">
                <a:solidFill>
                  <a:srgbClr val="002147"/>
                </a:solidFill>
                <a:latin typeface="Arial"/>
                <a:ea typeface="Arial"/>
                <a:cs typeface="Arial"/>
              </a:rPr>
              <a:t>PIGNN-Attn-LS [1]</a:t>
            </a:r>
          </a:p>
        </p:txBody>
      </p:sp>
      <p:sp>
        <p:nvSpPr>
          <p:cNvPr id="13" name="PIGNN status">
            <a:extLst xmlns:a="http://schemas.openxmlformats.org/drawingml/2006/main">
              <a:ext uri="{FF2B5EF4-FFF2-40B4-BE49-F238E27FC236}">
                <a16:creationId xmlns:a16="http://schemas.microsoft.com/office/drawing/2014/main" id="{0C96A480-04C3-4E96-B508-74F9061993AF}"/>
              </a:ext>
            </a:extLst>
          </p:cNvPr>
          <p:cNvSpPr>
            <a:spLocks xmlns:a="http://schemas.openxmlformats.org/drawingml/2006/main" noGrp="1"/>
          </p:cNvSpPr>
          <p:nvPr/>
        </p:nvSpPr>
        <p:spPr>
          <a:xfrm xmlns:a="http://schemas.openxmlformats.org/drawingml/2006/main">
            <a:off x="518160" y="1781175"/>
            <a:ext cx="457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72"/>
                </a:solidFill>
                <a:latin typeface="Arial"/>
                <a:ea typeface="Arial"/>
                <a:cs typeface="Arial"/>
              </a:defRPr>
            </a:defPPr>
            <a:lvl1pPr>
              <a:defRPr sz="1350" b="0">
                <a:solidFill>
                  <a:srgbClr val="4D6072"/>
                </a:solidFill>
                <a:latin typeface="Arial"/>
                <a:ea typeface="Arial"/>
                <a:cs typeface="Arial"/>
              </a:defRPr>
            </a:lvl1pPr>
            <a:lvl2pPr>
              <a:defRPr sz="1350" b="0">
                <a:solidFill>
                  <a:srgbClr val="4D6072"/>
                </a:solidFill>
                <a:latin typeface="Arial"/>
                <a:ea typeface="Arial"/>
                <a:cs typeface="Arial"/>
              </a:defRPr>
            </a:lvl2pPr>
            <a:lvl3pPr>
              <a:defRPr sz="1350" b="0">
                <a:solidFill>
                  <a:srgbClr val="4D6072"/>
                </a:solidFill>
                <a:latin typeface="Arial"/>
                <a:ea typeface="Arial"/>
                <a:cs typeface="Arial"/>
              </a:defRPr>
            </a:lvl3pPr>
            <a:lvl4pPr>
              <a:defRPr sz="1350" b="0">
                <a:solidFill>
                  <a:srgbClr val="4D6072"/>
                </a:solidFill>
                <a:latin typeface="Arial"/>
                <a:ea typeface="Arial"/>
                <a:cs typeface="Arial"/>
              </a:defRPr>
            </a:lvl4pPr>
            <a:lvl5pPr>
              <a:defRPr sz="1350" b="0">
                <a:solidFill>
                  <a:srgbClr val="4D6072"/>
                </a:solidFill>
                <a:latin typeface="Arial"/>
                <a:ea typeface="Arial"/>
                <a:cs typeface="Arial"/>
              </a:defRPr>
            </a:lvl5pPr>
            <a:lvl6pPr>
              <a:defRPr sz="1350" b="0">
                <a:solidFill>
                  <a:srgbClr val="4D6072"/>
                </a:solidFill>
                <a:latin typeface="Arial"/>
                <a:ea typeface="Arial"/>
                <a:cs typeface="Arial"/>
              </a:defRPr>
            </a:lvl6pPr>
            <a:lvl7pPr>
              <a:defRPr sz="1350" b="0">
                <a:solidFill>
                  <a:srgbClr val="4D6072"/>
                </a:solidFill>
                <a:latin typeface="Arial"/>
                <a:ea typeface="Arial"/>
                <a:cs typeface="Arial"/>
              </a:defRPr>
            </a:lvl7pPr>
            <a:lvl8pPr>
              <a:defRPr sz="1350" b="0">
                <a:solidFill>
                  <a:srgbClr val="4D6072"/>
                </a:solidFill>
                <a:latin typeface="Arial"/>
                <a:ea typeface="Arial"/>
                <a:cs typeface="Arial"/>
              </a:defRPr>
            </a:lvl8pPr>
            <a:lvl9pPr>
              <a:defRPr sz="1350" b="0">
                <a:solidFill>
                  <a:srgbClr val="4D6072"/>
                </a:solidFill>
                <a:latin typeface="Arial"/>
                <a:ea typeface="Arial"/>
                <a:cs typeface="Arial"/>
              </a:defRPr>
            </a:lvl9pPr>
          </a:lstStyle>
          <a:p xmlns:a="http://schemas.openxmlformats.org/drawingml/2006/main">
            <a:pPr>
              <a:defRPr sz="1350" b="0">
                <a:solidFill>
                  <a:srgbClr val="4D6072"/>
                </a:solidFill>
                <a:latin typeface="Arial"/>
                <a:ea typeface="Arial"/>
                <a:cs typeface="Arial"/>
              </a:defRPr>
            </a:pPr>
            <a:r>
              <a:rPr sz="1350" b="0">
                <a:solidFill>
                  <a:srgbClr val="4D6072"/>
                </a:solidFill>
                <a:latin typeface="Arial"/>
                <a:ea typeface="Arial"/>
                <a:cs typeface="Arial"/>
              </a:rPr>
              <a:t>ICASSP 2026</a:t>
            </a:r>
          </a:p>
        </p:txBody>
      </p:sp>
      <p:sp>
        <p:nvSpPr>
          <p:cNvPr id="14" name="CSP heading">
            <a:extLst xmlns:a="http://schemas.openxmlformats.org/drawingml/2006/main">
              <a:ext uri="{FF2B5EF4-FFF2-40B4-BE49-F238E27FC236}">
                <a16:creationId xmlns:a16="http://schemas.microsoft.com/office/drawing/2014/main" id="{3253D48C-6C42-4DC4-BE15-43E0BBBE50C1}"/>
              </a:ext>
            </a:extLst>
          </p:cNvPr>
          <p:cNvSpPr>
            <a:spLocks xmlns:a="http://schemas.openxmlformats.org/drawingml/2006/main" noGrp="1"/>
          </p:cNvSpPr>
          <p:nvPr/>
        </p:nvSpPr>
        <p:spPr>
          <a:xfrm xmlns:a="http://schemas.openxmlformats.org/drawingml/2006/main">
            <a:off x="5429250" y="1476375"/>
            <a:ext cx="6238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002147"/>
                </a:solidFill>
                <a:latin typeface="Arial"/>
                <a:ea typeface="Arial"/>
                <a:cs typeface="Arial"/>
              </a:defRPr>
            </a:defPPr>
            <a:lvl1pPr>
              <a:defRPr sz="1800" b="1">
                <a:solidFill>
                  <a:srgbClr val="002147"/>
                </a:solidFill>
                <a:latin typeface="Arial"/>
                <a:ea typeface="Arial"/>
                <a:cs typeface="Arial"/>
              </a:defRPr>
            </a:lvl1pPr>
            <a:lvl2pPr>
              <a:defRPr sz="1800" b="1">
                <a:solidFill>
                  <a:srgbClr val="002147"/>
                </a:solidFill>
                <a:latin typeface="Arial"/>
                <a:ea typeface="Arial"/>
                <a:cs typeface="Arial"/>
              </a:defRPr>
            </a:lvl2pPr>
            <a:lvl3pPr>
              <a:defRPr sz="1800" b="1">
                <a:solidFill>
                  <a:srgbClr val="002147"/>
                </a:solidFill>
                <a:latin typeface="Arial"/>
                <a:ea typeface="Arial"/>
                <a:cs typeface="Arial"/>
              </a:defRPr>
            </a:lvl3pPr>
            <a:lvl4pPr>
              <a:defRPr sz="1800" b="1">
                <a:solidFill>
                  <a:srgbClr val="002147"/>
                </a:solidFill>
                <a:latin typeface="Arial"/>
                <a:ea typeface="Arial"/>
                <a:cs typeface="Arial"/>
              </a:defRPr>
            </a:lvl4pPr>
            <a:lvl5pPr>
              <a:defRPr sz="1800" b="1">
                <a:solidFill>
                  <a:srgbClr val="002147"/>
                </a:solidFill>
                <a:latin typeface="Arial"/>
                <a:ea typeface="Arial"/>
                <a:cs typeface="Arial"/>
              </a:defRPr>
            </a:lvl5pPr>
            <a:lvl6pPr>
              <a:defRPr sz="1800" b="1">
                <a:solidFill>
                  <a:srgbClr val="002147"/>
                </a:solidFill>
                <a:latin typeface="Arial"/>
                <a:ea typeface="Arial"/>
                <a:cs typeface="Arial"/>
              </a:defRPr>
            </a:lvl6pPr>
            <a:lvl7pPr>
              <a:defRPr sz="1800" b="1">
                <a:solidFill>
                  <a:srgbClr val="002147"/>
                </a:solidFill>
                <a:latin typeface="Arial"/>
                <a:ea typeface="Arial"/>
                <a:cs typeface="Arial"/>
              </a:defRPr>
            </a:lvl7pPr>
            <a:lvl8pPr>
              <a:defRPr sz="1800" b="1">
                <a:solidFill>
                  <a:srgbClr val="002147"/>
                </a:solidFill>
                <a:latin typeface="Arial"/>
                <a:ea typeface="Arial"/>
                <a:cs typeface="Arial"/>
              </a:defRPr>
            </a:lvl8pPr>
            <a:lvl9pPr>
              <a:defRPr sz="1800" b="1">
                <a:solidFill>
                  <a:srgbClr val="002147"/>
                </a:solidFill>
                <a:latin typeface="Arial"/>
                <a:ea typeface="Arial"/>
                <a:cs typeface="Arial"/>
              </a:defRPr>
            </a:lvl9pPr>
          </a:lstStyle>
          <a:p xmlns:a="http://schemas.openxmlformats.org/drawingml/2006/main">
            <a:pPr>
              <a:defRPr sz="1800" b="1">
                <a:solidFill>
                  <a:srgbClr val="002147"/>
                </a:solidFill>
                <a:latin typeface="Arial"/>
                <a:ea typeface="Arial"/>
                <a:cs typeface="Arial"/>
              </a:defRPr>
            </a:pPr>
            <a:r>
              <a:rPr sz="1800" b="1">
                <a:solidFill>
                  <a:srgbClr val="002147"/>
                </a:solidFill>
                <a:latin typeface="Arial"/>
                <a:ea typeface="Arial"/>
                <a:cs typeface="Arial"/>
              </a:rPr>
              <a:t>Calibrated subspace projection [2]</a:t>
            </a:r>
          </a:p>
        </p:txBody>
      </p:sp>
      <p:sp>
        <p:nvSpPr>
          <p:cNvPr id="15" name="CSP status">
            <a:extLst xmlns:a="http://schemas.openxmlformats.org/drawingml/2006/main">
              <a:ext uri="{FF2B5EF4-FFF2-40B4-BE49-F238E27FC236}">
                <a16:creationId xmlns:a16="http://schemas.microsoft.com/office/drawing/2014/main" id="{3687AAA6-7FCB-4746-AB1D-96076E817574}"/>
              </a:ext>
            </a:extLst>
          </p:cNvPr>
          <p:cNvSpPr>
            <a:spLocks xmlns:a="http://schemas.openxmlformats.org/drawingml/2006/main" noGrp="1"/>
          </p:cNvSpPr>
          <p:nvPr/>
        </p:nvSpPr>
        <p:spPr>
          <a:xfrm xmlns:a="http://schemas.openxmlformats.org/drawingml/2006/main">
            <a:off x="5429250" y="1781175"/>
            <a:ext cx="6238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72"/>
                </a:solidFill>
                <a:latin typeface="Arial"/>
                <a:ea typeface="Arial"/>
                <a:cs typeface="Arial"/>
              </a:defRPr>
            </a:defPPr>
            <a:lvl1pPr>
              <a:defRPr sz="1350" b="0">
                <a:solidFill>
                  <a:srgbClr val="4D6072"/>
                </a:solidFill>
                <a:latin typeface="Arial"/>
                <a:ea typeface="Arial"/>
                <a:cs typeface="Arial"/>
              </a:defRPr>
            </a:lvl1pPr>
            <a:lvl2pPr>
              <a:defRPr sz="1350" b="0">
                <a:solidFill>
                  <a:srgbClr val="4D6072"/>
                </a:solidFill>
                <a:latin typeface="Arial"/>
                <a:ea typeface="Arial"/>
                <a:cs typeface="Arial"/>
              </a:defRPr>
            </a:lvl2pPr>
            <a:lvl3pPr>
              <a:defRPr sz="1350" b="0">
                <a:solidFill>
                  <a:srgbClr val="4D6072"/>
                </a:solidFill>
                <a:latin typeface="Arial"/>
                <a:ea typeface="Arial"/>
                <a:cs typeface="Arial"/>
              </a:defRPr>
            </a:lvl3pPr>
            <a:lvl4pPr>
              <a:defRPr sz="1350" b="0">
                <a:solidFill>
                  <a:srgbClr val="4D6072"/>
                </a:solidFill>
                <a:latin typeface="Arial"/>
                <a:ea typeface="Arial"/>
                <a:cs typeface="Arial"/>
              </a:defRPr>
            </a:lvl4pPr>
            <a:lvl5pPr>
              <a:defRPr sz="1350" b="0">
                <a:solidFill>
                  <a:srgbClr val="4D6072"/>
                </a:solidFill>
                <a:latin typeface="Arial"/>
                <a:ea typeface="Arial"/>
                <a:cs typeface="Arial"/>
              </a:defRPr>
            </a:lvl5pPr>
            <a:lvl6pPr>
              <a:defRPr sz="1350" b="0">
                <a:solidFill>
                  <a:srgbClr val="4D6072"/>
                </a:solidFill>
                <a:latin typeface="Arial"/>
                <a:ea typeface="Arial"/>
                <a:cs typeface="Arial"/>
              </a:defRPr>
            </a:lvl6pPr>
            <a:lvl7pPr>
              <a:defRPr sz="1350" b="0">
                <a:solidFill>
                  <a:srgbClr val="4D6072"/>
                </a:solidFill>
                <a:latin typeface="Arial"/>
                <a:ea typeface="Arial"/>
                <a:cs typeface="Arial"/>
              </a:defRPr>
            </a:lvl7pPr>
            <a:lvl8pPr>
              <a:defRPr sz="1350" b="0">
                <a:solidFill>
                  <a:srgbClr val="4D6072"/>
                </a:solidFill>
                <a:latin typeface="Arial"/>
                <a:ea typeface="Arial"/>
                <a:cs typeface="Arial"/>
              </a:defRPr>
            </a:lvl8pPr>
            <a:lvl9pPr>
              <a:defRPr sz="1350" b="0">
                <a:solidFill>
                  <a:srgbClr val="4D6072"/>
                </a:solidFill>
                <a:latin typeface="Arial"/>
                <a:ea typeface="Arial"/>
                <a:cs typeface="Arial"/>
              </a:defRPr>
            </a:lvl9pPr>
          </a:lstStyle>
          <a:p xmlns:a="http://schemas.openxmlformats.org/drawingml/2006/main">
            <a:pPr>
              <a:defRPr sz="1350" b="0">
                <a:solidFill>
                  <a:srgbClr val="4D6072"/>
                </a:solidFill>
                <a:latin typeface="Arial"/>
                <a:ea typeface="Arial"/>
                <a:cs typeface="Arial"/>
              </a:defRPr>
            </a:pPr>
            <a:r>
              <a:rPr sz="1350" b="0">
                <a:solidFill>
                  <a:srgbClr val="4D6072"/>
                </a:solidFill>
                <a:latin typeface="Arial"/>
                <a:ea typeface="Arial"/>
                <a:cs typeface="Arial"/>
              </a:rPr>
              <a:t>ICASSP 2027 submitted · GridFM 2026 poster accepted</a:t>
            </a:r>
          </a:p>
        </p:txBody>
      </p:sp>
      <p:pic>
        <p:nvPicPr>
          <p:cNvPr id="16" name="">
            <a:extLst xmlns:a="http://schemas.openxmlformats.org/drawingml/2006/main">
              <a:ext uri="{FF2B5EF4-FFF2-40B4-BE49-F238E27FC236}">
                <a16:creationId xmlns:a16="http://schemas.microsoft.com/office/drawing/2014/main" id="{23147335-7C8D-477D-BB61-D55AEEE71EAA}"/>
              </a:ext>
            </a:extLst>
          </p:cNvPr>
          <p:cNvPicPr>
            <a:picLocks xmlns:a="http://schemas.openxmlformats.org/drawingml/2006/main" noChangeAspect="1"/>
          </p:cNvPicPr>
          <p:nvPr/>
        </p:nvPicPr>
        <p:blipFill>
          <a:blip xmlns:r="http://schemas.openxmlformats.org/officeDocument/2006/relationships" xmlns:a="http://schemas.openxmlformats.org/drawingml/2006/main" r:embed="Raf7c75565b7d49fb"/>
          <a:stretch xmlns:a="http://schemas.openxmlformats.org/drawingml/2006/main"/>
        </p:blipFill>
        <p:spPr>
          <a:xfrm xmlns:a="http://schemas.openxmlformats.org/drawingml/2006/main">
            <a:off x="1206603" y="2105025"/>
            <a:ext cx="3244644" cy="3362325"/>
          </a:xfrm>
          <a:prstGeom xmlns:a="http://schemas.openxmlformats.org/drawingml/2006/main" prst="rect">
            <a:avLst/>
          </a:prstGeom>
        </p:spPr>
      </p:pic>
      <p:pic>
        <p:nvPicPr>
          <p:cNvPr id="17" name="">
            <a:extLst xmlns:a="http://schemas.openxmlformats.org/drawingml/2006/main">
              <a:ext uri="{FF2B5EF4-FFF2-40B4-BE49-F238E27FC236}">
                <a16:creationId xmlns:a16="http://schemas.microsoft.com/office/drawing/2014/main" id="{1049B7E8-1727-47EB-8588-6BD5531FD453}"/>
              </a:ext>
            </a:extLst>
          </p:cNvPr>
          <p:cNvPicPr>
            <a:picLocks xmlns:a="http://schemas.openxmlformats.org/drawingml/2006/main" noChangeAspect="1"/>
          </p:cNvPicPr>
          <p:nvPr/>
        </p:nvPicPr>
        <p:blipFill>
          <a:blip xmlns:r="http://schemas.openxmlformats.org/officeDocument/2006/relationships" xmlns:a="http://schemas.openxmlformats.org/drawingml/2006/main" r:embed="Rd4af991d81904856"/>
          <a:stretch xmlns:a="http://schemas.openxmlformats.org/drawingml/2006/main"/>
        </p:blipFill>
        <p:spPr>
          <a:xfrm xmlns:a="http://schemas.openxmlformats.org/drawingml/2006/main">
            <a:off x="6248351" y="2105025"/>
            <a:ext cx="4600673" cy="3362325"/>
          </a:xfrm>
          <a:prstGeom xmlns:a="http://schemas.openxmlformats.org/drawingml/2006/main" prst="rect">
            <a:avLst/>
          </a:prstGeom>
        </p:spPr>
      </p:pic>
      <p:sp>
        <p:nvSpPr>
          <p:cNvPr id="18" name="PIGNN takeaway">
            <a:extLst xmlns:a="http://schemas.openxmlformats.org/drawingml/2006/main">
              <a:ext uri="{FF2B5EF4-FFF2-40B4-BE49-F238E27FC236}">
                <a16:creationId xmlns:a16="http://schemas.microsoft.com/office/drawing/2014/main" id="{5A16C723-3F90-4F00-B424-32AD281D1F90}"/>
              </a:ext>
            </a:extLst>
          </p:cNvPr>
          <p:cNvSpPr>
            <a:spLocks xmlns:a="http://schemas.openxmlformats.org/drawingml/2006/main" noGrp="1"/>
          </p:cNvSpPr>
          <p:nvPr/>
        </p:nvSpPr>
        <p:spPr>
          <a:xfrm xmlns:a="http://schemas.openxmlformats.org/drawingml/2006/main">
            <a:off x="518160" y="5524500"/>
            <a:ext cx="457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1">
                <a:solidFill>
                  <a:srgbClr val="002147"/>
                </a:solidFill>
                <a:latin typeface="Arial"/>
                <a:ea typeface="Arial"/>
                <a:cs typeface="Arial"/>
              </a:defRPr>
            </a:defPPr>
            <a:lvl1pPr>
              <a:defRPr sz="1350" b="1">
                <a:solidFill>
                  <a:srgbClr val="002147"/>
                </a:solidFill>
                <a:latin typeface="Arial"/>
                <a:ea typeface="Arial"/>
                <a:cs typeface="Arial"/>
              </a:defRPr>
            </a:lvl1pPr>
            <a:lvl2pPr>
              <a:defRPr sz="1350" b="1">
                <a:solidFill>
                  <a:srgbClr val="002147"/>
                </a:solidFill>
                <a:latin typeface="Arial"/>
                <a:ea typeface="Arial"/>
                <a:cs typeface="Arial"/>
              </a:defRPr>
            </a:lvl2pPr>
            <a:lvl3pPr>
              <a:defRPr sz="1350" b="1">
                <a:solidFill>
                  <a:srgbClr val="002147"/>
                </a:solidFill>
                <a:latin typeface="Arial"/>
                <a:ea typeface="Arial"/>
                <a:cs typeface="Arial"/>
              </a:defRPr>
            </a:lvl3pPr>
            <a:lvl4pPr>
              <a:defRPr sz="1350" b="1">
                <a:solidFill>
                  <a:srgbClr val="002147"/>
                </a:solidFill>
                <a:latin typeface="Arial"/>
                <a:ea typeface="Arial"/>
                <a:cs typeface="Arial"/>
              </a:defRPr>
            </a:lvl4pPr>
            <a:lvl5pPr>
              <a:defRPr sz="1350" b="1">
                <a:solidFill>
                  <a:srgbClr val="002147"/>
                </a:solidFill>
                <a:latin typeface="Arial"/>
                <a:ea typeface="Arial"/>
                <a:cs typeface="Arial"/>
              </a:defRPr>
            </a:lvl5pPr>
            <a:lvl6pPr>
              <a:defRPr sz="1350" b="1">
                <a:solidFill>
                  <a:srgbClr val="002147"/>
                </a:solidFill>
                <a:latin typeface="Arial"/>
                <a:ea typeface="Arial"/>
                <a:cs typeface="Arial"/>
              </a:defRPr>
            </a:lvl6pPr>
            <a:lvl7pPr>
              <a:defRPr sz="1350" b="1">
                <a:solidFill>
                  <a:srgbClr val="002147"/>
                </a:solidFill>
                <a:latin typeface="Arial"/>
                <a:ea typeface="Arial"/>
                <a:cs typeface="Arial"/>
              </a:defRPr>
            </a:lvl7pPr>
            <a:lvl8pPr>
              <a:defRPr sz="1350" b="1">
                <a:solidFill>
                  <a:srgbClr val="002147"/>
                </a:solidFill>
                <a:latin typeface="Arial"/>
                <a:ea typeface="Arial"/>
                <a:cs typeface="Arial"/>
              </a:defRPr>
            </a:lvl8pPr>
            <a:lvl9pPr>
              <a:defRPr sz="1350" b="1">
                <a:solidFill>
                  <a:srgbClr val="002147"/>
                </a:solidFill>
                <a:latin typeface="Arial"/>
                <a:ea typeface="Arial"/>
                <a:cs typeface="Arial"/>
              </a:defRPr>
            </a:lvl9pPr>
          </a:lstStyle>
          <a:p xmlns:a="http://schemas.openxmlformats.org/drawingml/2006/main">
            <a:pPr>
              <a:defRPr sz="1350" b="1">
                <a:solidFill>
                  <a:srgbClr val="002147"/>
                </a:solidFill>
                <a:latin typeface="Arial"/>
                <a:ea typeface="Arial"/>
                <a:cs typeface="Arial"/>
              </a:defRPr>
            </a:pPr>
            <a:r>
              <a:rPr sz="1350" b="1">
                <a:solidFill>
                  <a:srgbClr val="002147"/>
                </a:solidFill>
                <a:latin typeface="Arial"/>
                <a:ea typeface="Arial"/>
                <a:cs typeface="Arial"/>
              </a:rPr>
              <a:t>Edge-aware attention with backtracking line search</a:t>
            </a:r>
          </a:p>
        </p:txBody>
      </p:sp>
      <p:sp>
        <p:nvSpPr>
          <p:cNvPr id="19" name="CSP takeaway">
            <a:extLst xmlns:a="http://schemas.openxmlformats.org/drawingml/2006/main">
              <a:ext uri="{FF2B5EF4-FFF2-40B4-BE49-F238E27FC236}">
                <a16:creationId xmlns:a16="http://schemas.microsoft.com/office/drawing/2014/main" id="{45C7748A-C78E-4A6C-B61B-31D4DD921AE6}"/>
              </a:ext>
            </a:extLst>
          </p:cNvPr>
          <p:cNvSpPr>
            <a:spLocks xmlns:a="http://schemas.openxmlformats.org/drawingml/2006/main" noGrp="1"/>
          </p:cNvSpPr>
          <p:nvPr/>
        </p:nvSpPr>
        <p:spPr>
          <a:xfrm xmlns:a="http://schemas.openxmlformats.org/drawingml/2006/main">
            <a:off x="5429250" y="5524500"/>
            <a:ext cx="6238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1">
                <a:solidFill>
                  <a:srgbClr val="002147"/>
                </a:solidFill>
                <a:latin typeface="Arial"/>
                <a:ea typeface="Arial"/>
                <a:cs typeface="Arial"/>
              </a:defRPr>
            </a:defPPr>
            <a:lvl1pPr>
              <a:defRPr sz="1350" b="1">
                <a:solidFill>
                  <a:srgbClr val="002147"/>
                </a:solidFill>
                <a:latin typeface="Arial"/>
                <a:ea typeface="Arial"/>
                <a:cs typeface="Arial"/>
              </a:defRPr>
            </a:lvl1pPr>
            <a:lvl2pPr>
              <a:defRPr sz="1350" b="1">
                <a:solidFill>
                  <a:srgbClr val="002147"/>
                </a:solidFill>
                <a:latin typeface="Arial"/>
                <a:ea typeface="Arial"/>
                <a:cs typeface="Arial"/>
              </a:defRPr>
            </a:lvl2pPr>
            <a:lvl3pPr>
              <a:defRPr sz="1350" b="1">
                <a:solidFill>
                  <a:srgbClr val="002147"/>
                </a:solidFill>
                <a:latin typeface="Arial"/>
                <a:ea typeface="Arial"/>
                <a:cs typeface="Arial"/>
              </a:defRPr>
            </a:lvl3pPr>
            <a:lvl4pPr>
              <a:defRPr sz="1350" b="1">
                <a:solidFill>
                  <a:srgbClr val="002147"/>
                </a:solidFill>
                <a:latin typeface="Arial"/>
                <a:ea typeface="Arial"/>
                <a:cs typeface="Arial"/>
              </a:defRPr>
            </a:lvl4pPr>
            <a:lvl5pPr>
              <a:defRPr sz="1350" b="1">
                <a:solidFill>
                  <a:srgbClr val="002147"/>
                </a:solidFill>
                <a:latin typeface="Arial"/>
                <a:ea typeface="Arial"/>
                <a:cs typeface="Arial"/>
              </a:defRPr>
            </a:lvl5pPr>
            <a:lvl6pPr>
              <a:defRPr sz="1350" b="1">
                <a:solidFill>
                  <a:srgbClr val="002147"/>
                </a:solidFill>
                <a:latin typeface="Arial"/>
                <a:ea typeface="Arial"/>
                <a:cs typeface="Arial"/>
              </a:defRPr>
            </a:lvl6pPr>
            <a:lvl7pPr>
              <a:defRPr sz="1350" b="1">
                <a:solidFill>
                  <a:srgbClr val="002147"/>
                </a:solidFill>
                <a:latin typeface="Arial"/>
                <a:ea typeface="Arial"/>
                <a:cs typeface="Arial"/>
              </a:defRPr>
            </a:lvl7pPr>
            <a:lvl8pPr>
              <a:defRPr sz="1350" b="1">
                <a:solidFill>
                  <a:srgbClr val="002147"/>
                </a:solidFill>
                <a:latin typeface="Arial"/>
                <a:ea typeface="Arial"/>
                <a:cs typeface="Arial"/>
              </a:defRPr>
            </a:lvl8pPr>
            <a:lvl9pPr>
              <a:defRPr sz="1350" b="1">
                <a:solidFill>
                  <a:srgbClr val="002147"/>
                </a:solidFill>
                <a:latin typeface="Arial"/>
                <a:ea typeface="Arial"/>
                <a:cs typeface="Arial"/>
              </a:defRPr>
            </a:lvl9pPr>
          </a:lstStyle>
          <a:p xmlns:a="http://schemas.openxmlformats.org/drawingml/2006/main">
            <a:pPr>
              <a:defRPr sz="1350" b="1">
                <a:solidFill>
                  <a:srgbClr val="002147"/>
                </a:solidFill>
                <a:latin typeface="Arial"/>
                <a:ea typeface="Arial"/>
                <a:cs typeface="Arial"/>
              </a:defRPr>
            </a:pPr>
            <a:r>
              <a:rPr sz="1350" b="1">
                <a:solidFill>
                  <a:srgbClr val="002147"/>
                </a:solidFill>
                <a:latin typeface="Arial"/>
                <a:ea typeface="Arial"/>
                <a:cs typeface="Arial"/>
              </a:rPr>
              <a:t>38–69% lower mean power-balance residuals</a:t>
            </a:r>
          </a:p>
        </p:txBody>
      </p:sp>
      <p:sp>
        <p:nvSpPr>
          <p:cNvPr id="20" name="CSP comparison">
            <a:extLst xmlns:a="http://schemas.openxmlformats.org/drawingml/2006/main">
              <a:ext uri="{FF2B5EF4-FFF2-40B4-BE49-F238E27FC236}">
                <a16:creationId xmlns:a16="http://schemas.microsoft.com/office/drawing/2014/main" id="{E240A436-B46F-4C25-8772-0C07B7098ED5}"/>
              </a:ext>
            </a:extLst>
          </p:cNvPr>
          <p:cNvSpPr>
            <a:spLocks xmlns:a="http://schemas.openxmlformats.org/drawingml/2006/main" noGrp="1"/>
          </p:cNvSpPr>
          <p:nvPr/>
        </p:nvSpPr>
        <p:spPr>
          <a:xfrm xmlns:a="http://schemas.openxmlformats.org/drawingml/2006/main">
            <a:off x="5429250" y="5781675"/>
            <a:ext cx="62388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23" b="0">
                <a:solidFill>
                  <a:srgbClr val="4D6072"/>
                </a:solidFill>
                <a:latin typeface="Arial"/>
                <a:ea typeface="Arial"/>
                <a:cs typeface="Arial"/>
              </a:defRPr>
            </a:defPPr>
            <a:lvl1pPr>
              <a:defRPr sz="923" b="0">
                <a:solidFill>
                  <a:srgbClr val="4D6072"/>
                </a:solidFill>
                <a:latin typeface="Arial"/>
                <a:ea typeface="Arial"/>
                <a:cs typeface="Arial"/>
              </a:defRPr>
            </a:lvl1pPr>
            <a:lvl2pPr>
              <a:defRPr sz="923" b="0">
                <a:solidFill>
                  <a:srgbClr val="4D6072"/>
                </a:solidFill>
                <a:latin typeface="Arial"/>
                <a:ea typeface="Arial"/>
                <a:cs typeface="Arial"/>
              </a:defRPr>
            </a:lvl2pPr>
            <a:lvl3pPr>
              <a:defRPr sz="923" b="0">
                <a:solidFill>
                  <a:srgbClr val="4D6072"/>
                </a:solidFill>
                <a:latin typeface="Arial"/>
                <a:ea typeface="Arial"/>
                <a:cs typeface="Arial"/>
              </a:defRPr>
            </a:lvl3pPr>
            <a:lvl4pPr>
              <a:defRPr sz="923" b="0">
                <a:solidFill>
                  <a:srgbClr val="4D6072"/>
                </a:solidFill>
                <a:latin typeface="Arial"/>
                <a:ea typeface="Arial"/>
                <a:cs typeface="Arial"/>
              </a:defRPr>
            </a:lvl4pPr>
            <a:lvl5pPr>
              <a:defRPr sz="923" b="0">
                <a:solidFill>
                  <a:srgbClr val="4D6072"/>
                </a:solidFill>
                <a:latin typeface="Arial"/>
                <a:ea typeface="Arial"/>
                <a:cs typeface="Arial"/>
              </a:defRPr>
            </a:lvl5pPr>
            <a:lvl6pPr>
              <a:defRPr sz="923" b="0">
                <a:solidFill>
                  <a:srgbClr val="4D6072"/>
                </a:solidFill>
                <a:latin typeface="Arial"/>
                <a:ea typeface="Arial"/>
                <a:cs typeface="Arial"/>
              </a:defRPr>
            </a:lvl6pPr>
            <a:lvl7pPr>
              <a:defRPr sz="923" b="0">
                <a:solidFill>
                  <a:srgbClr val="4D6072"/>
                </a:solidFill>
                <a:latin typeface="Arial"/>
                <a:ea typeface="Arial"/>
                <a:cs typeface="Arial"/>
              </a:defRPr>
            </a:lvl7pPr>
            <a:lvl8pPr>
              <a:defRPr sz="923" b="0">
                <a:solidFill>
                  <a:srgbClr val="4D6072"/>
                </a:solidFill>
                <a:latin typeface="Arial"/>
                <a:ea typeface="Arial"/>
                <a:cs typeface="Arial"/>
              </a:defRPr>
            </a:lvl8pPr>
            <a:lvl9pPr>
              <a:defRPr sz="923" b="0">
                <a:solidFill>
                  <a:srgbClr val="4D6072"/>
                </a:solidFill>
                <a:latin typeface="Arial"/>
                <a:ea typeface="Arial"/>
                <a:cs typeface="Arial"/>
              </a:defRPr>
            </a:lvl9pPr>
          </a:lstStyle>
          <a:p xmlns:a="http://schemas.openxmlformats.org/drawingml/2006/main">
            <a:pPr>
              <a:defRPr sz="923" b="0">
                <a:solidFill>
                  <a:srgbClr val="4D6072"/>
                </a:solidFill>
                <a:latin typeface="Arial"/>
                <a:ea typeface="Arial"/>
                <a:cs typeface="Arial"/>
              </a:defRPr>
            </a:pPr>
            <a:r>
              <a:rPr sz="923" b="0">
                <a:solidFill>
                  <a:srgbClr val="4D6072"/>
                </a:solidFill>
                <a:latin typeface="Arial"/>
                <a:ea typeface="Arial"/>
                <a:cs typeface="Arial"/>
              </a:rPr>
              <a:t>Four frozen solvers, GB 2224-bus grid, vs. bias-calibrated outputs</a:t>
            </a:r>
          </a:p>
        </p:txBody>
      </p:sp>
      <p:sp>
        <p:nvSpPr>
          <p:cNvPr id="21" name="Reference 1">
            <a:extLst xmlns:a="http://schemas.openxmlformats.org/drawingml/2006/main">
              <a:ext uri="{FF2B5EF4-FFF2-40B4-BE49-F238E27FC236}">
                <a16:creationId xmlns:a16="http://schemas.microsoft.com/office/drawing/2014/main" id="{B827D425-5793-4AFA-99A1-4C5202C8276B}"/>
              </a:ext>
            </a:extLst>
          </p:cNvPr>
          <p:cNvSpPr>
            <a:spLocks xmlns:a="http://schemas.openxmlformats.org/drawingml/2006/main" noGrp="1"/>
          </p:cNvSpPr>
          <p:nvPr/>
        </p:nvSpPr>
        <p:spPr>
          <a:xfrm xmlns:a="http://schemas.openxmlformats.org/drawingml/2006/main">
            <a:off x="518160" y="6010275"/>
            <a:ext cx="111537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23" b="0">
                <a:solidFill>
                  <a:srgbClr val="4D6072"/>
                </a:solidFill>
                <a:latin typeface="Arial"/>
                <a:ea typeface="Arial"/>
                <a:cs typeface="Arial"/>
              </a:defRPr>
            </a:defPPr>
            <a:lvl1pPr>
              <a:defRPr sz="923" b="0">
                <a:solidFill>
                  <a:srgbClr val="4D6072"/>
                </a:solidFill>
                <a:latin typeface="Arial"/>
                <a:ea typeface="Arial"/>
                <a:cs typeface="Arial"/>
              </a:defRPr>
            </a:lvl1pPr>
            <a:lvl2pPr>
              <a:defRPr sz="923" b="0">
                <a:solidFill>
                  <a:srgbClr val="4D6072"/>
                </a:solidFill>
                <a:latin typeface="Arial"/>
                <a:ea typeface="Arial"/>
                <a:cs typeface="Arial"/>
              </a:defRPr>
            </a:lvl2pPr>
            <a:lvl3pPr>
              <a:defRPr sz="923" b="0">
                <a:solidFill>
                  <a:srgbClr val="4D6072"/>
                </a:solidFill>
                <a:latin typeface="Arial"/>
                <a:ea typeface="Arial"/>
                <a:cs typeface="Arial"/>
              </a:defRPr>
            </a:lvl3pPr>
            <a:lvl4pPr>
              <a:defRPr sz="923" b="0">
                <a:solidFill>
                  <a:srgbClr val="4D6072"/>
                </a:solidFill>
                <a:latin typeface="Arial"/>
                <a:ea typeface="Arial"/>
                <a:cs typeface="Arial"/>
              </a:defRPr>
            </a:lvl4pPr>
            <a:lvl5pPr>
              <a:defRPr sz="923" b="0">
                <a:solidFill>
                  <a:srgbClr val="4D6072"/>
                </a:solidFill>
                <a:latin typeface="Arial"/>
                <a:ea typeface="Arial"/>
                <a:cs typeface="Arial"/>
              </a:defRPr>
            </a:lvl5pPr>
            <a:lvl6pPr>
              <a:defRPr sz="923" b="0">
                <a:solidFill>
                  <a:srgbClr val="4D6072"/>
                </a:solidFill>
                <a:latin typeface="Arial"/>
                <a:ea typeface="Arial"/>
                <a:cs typeface="Arial"/>
              </a:defRPr>
            </a:lvl6pPr>
            <a:lvl7pPr>
              <a:defRPr sz="923" b="0">
                <a:solidFill>
                  <a:srgbClr val="4D6072"/>
                </a:solidFill>
                <a:latin typeface="Arial"/>
                <a:ea typeface="Arial"/>
                <a:cs typeface="Arial"/>
              </a:defRPr>
            </a:lvl7pPr>
            <a:lvl8pPr>
              <a:defRPr sz="923" b="0">
                <a:solidFill>
                  <a:srgbClr val="4D6072"/>
                </a:solidFill>
                <a:latin typeface="Arial"/>
                <a:ea typeface="Arial"/>
                <a:cs typeface="Arial"/>
              </a:defRPr>
            </a:lvl8pPr>
            <a:lvl9pPr>
              <a:defRPr sz="923" b="0">
                <a:solidFill>
                  <a:srgbClr val="4D6072"/>
                </a:solidFill>
                <a:latin typeface="Arial"/>
                <a:ea typeface="Arial"/>
                <a:cs typeface="Arial"/>
              </a:defRPr>
            </a:lvl9pPr>
          </a:lstStyle>
          <a:p xmlns:a="http://schemas.openxmlformats.org/drawingml/2006/main">
            <a:pPr>
              <a:defRPr sz="923" b="0">
                <a:solidFill>
                  <a:srgbClr val="4D6072"/>
                </a:solidFill>
                <a:latin typeface="Arial"/>
                <a:ea typeface="Arial"/>
                <a:cs typeface="Arial"/>
              </a:defRPr>
            </a:pPr>
            <a:r>
              <a:rPr sz="923" b="0">
                <a:solidFill>
                  <a:srgbClr val="4D6072"/>
                </a:solidFill>
                <a:latin typeface="Arial"/>
                <a:ea typeface="Arial"/>
                <a:cs typeface="Arial"/>
              </a:rPr>
              <a:t>[1] C. Kim et al., “Physics-Informed GNN for Medium-High Voltage AC Power Flow with Edge-Aware Attention and Line Search Correction Operator,” </a:t>
            </a:r>
            <a:r>
              <a:rPr sz="923" b="0">
                <a:solidFill>
                  <a:srgbClr val="4D6072"/>
                </a:solidFill>
                <a:latin typeface="Arial"/>
                <a:ea typeface="Arial"/>
                <a:cs typeface="Arial"/>
                <a:hlinkClick xmlns:r="http://schemas.openxmlformats.org/officeDocument/2006/relationships" r:id="R9fce958ecbcc4946"/>
              </a:rPr>
              <a:t>ICASSP 2026</a:t>
            </a:r>
            <a:r>
              <a:rPr sz="923" b="0">
                <a:solidFill>
                  <a:srgbClr val="4D6072"/>
                </a:solidFill>
                <a:latin typeface="Arial"/>
                <a:ea typeface="Arial"/>
                <a:cs typeface="Arial"/>
              </a:rPr>
              <a:t>, pp. 1281–1285.</a:t>
            </a:r>
          </a:p>
        </p:txBody>
      </p:sp>
      <p:sp>
        <p:nvSpPr>
          <p:cNvPr id="22" name="Reference 2">
            <a:extLst xmlns:a="http://schemas.openxmlformats.org/drawingml/2006/main">
              <a:ext uri="{FF2B5EF4-FFF2-40B4-BE49-F238E27FC236}">
                <a16:creationId xmlns:a16="http://schemas.microsoft.com/office/drawing/2014/main" id="{2DBEC35B-E33F-4A10-ADC2-B15B0E859CA8}"/>
              </a:ext>
            </a:extLst>
          </p:cNvPr>
          <p:cNvSpPr>
            <a:spLocks xmlns:a="http://schemas.openxmlformats.org/drawingml/2006/main" noGrp="1"/>
          </p:cNvSpPr>
          <p:nvPr/>
        </p:nvSpPr>
        <p:spPr>
          <a:xfrm xmlns:a="http://schemas.openxmlformats.org/drawingml/2006/main">
            <a:off x="518160" y="6172200"/>
            <a:ext cx="111537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23" b="0">
                <a:solidFill>
                  <a:srgbClr val="4D6072"/>
                </a:solidFill>
                <a:latin typeface="Arial"/>
                <a:ea typeface="Arial"/>
                <a:cs typeface="Arial"/>
              </a:defRPr>
            </a:defPPr>
            <a:lvl1pPr>
              <a:defRPr sz="923" b="0">
                <a:solidFill>
                  <a:srgbClr val="4D6072"/>
                </a:solidFill>
                <a:latin typeface="Arial"/>
                <a:ea typeface="Arial"/>
                <a:cs typeface="Arial"/>
              </a:defRPr>
            </a:lvl1pPr>
            <a:lvl2pPr>
              <a:defRPr sz="923" b="0">
                <a:solidFill>
                  <a:srgbClr val="4D6072"/>
                </a:solidFill>
                <a:latin typeface="Arial"/>
                <a:ea typeface="Arial"/>
                <a:cs typeface="Arial"/>
              </a:defRPr>
            </a:lvl2pPr>
            <a:lvl3pPr>
              <a:defRPr sz="923" b="0">
                <a:solidFill>
                  <a:srgbClr val="4D6072"/>
                </a:solidFill>
                <a:latin typeface="Arial"/>
                <a:ea typeface="Arial"/>
                <a:cs typeface="Arial"/>
              </a:defRPr>
            </a:lvl3pPr>
            <a:lvl4pPr>
              <a:defRPr sz="923" b="0">
                <a:solidFill>
                  <a:srgbClr val="4D6072"/>
                </a:solidFill>
                <a:latin typeface="Arial"/>
                <a:ea typeface="Arial"/>
                <a:cs typeface="Arial"/>
              </a:defRPr>
            </a:lvl4pPr>
            <a:lvl5pPr>
              <a:defRPr sz="923" b="0">
                <a:solidFill>
                  <a:srgbClr val="4D6072"/>
                </a:solidFill>
                <a:latin typeface="Arial"/>
                <a:ea typeface="Arial"/>
                <a:cs typeface="Arial"/>
              </a:defRPr>
            </a:lvl5pPr>
            <a:lvl6pPr>
              <a:defRPr sz="923" b="0">
                <a:solidFill>
                  <a:srgbClr val="4D6072"/>
                </a:solidFill>
                <a:latin typeface="Arial"/>
                <a:ea typeface="Arial"/>
                <a:cs typeface="Arial"/>
              </a:defRPr>
            </a:lvl6pPr>
            <a:lvl7pPr>
              <a:defRPr sz="923" b="0">
                <a:solidFill>
                  <a:srgbClr val="4D6072"/>
                </a:solidFill>
                <a:latin typeface="Arial"/>
                <a:ea typeface="Arial"/>
                <a:cs typeface="Arial"/>
              </a:defRPr>
            </a:lvl7pPr>
            <a:lvl8pPr>
              <a:defRPr sz="923" b="0">
                <a:solidFill>
                  <a:srgbClr val="4D6072"/>
                </a:solidFill>
                <a:latin typeface="Arial"/>
                <a:ea typeface="Arial"/>
                <a:cs typeface="Arial"/>
              </a:defRPr>
            </a:lvl8pPr>
            <a:lvl9pPr>
              <a:defRPr sz="923" b="0">
                <a:solidFill>
                  <a:srgbClr val="4D6072"/>
                </a:solidFill>
                <a:latin typeface="Arial"/>
                <a:ea typeface="Arial"/>
                <a:cs typeface="Arial"/>
              </a:defRPr>
            </a:lvl9pPr>
          </a:lstStyle>
          <a:p xmlns:a="http://schemas.openxmlformats.org/drawingml/2006/main">
            <a:pPr>
              <a:defRPr sz="923" b="0">
                <a:solidFill>
                  <a:srgbClr val="4D6072"/>
                </a:solidFill>
                <a:latin typeface="Arial"/>
                <a:ea typeface="Arial"/>
                <a:cs typeface="Arial"/>
              </a:defRPr>
            </a:pPr>
            <a:r>
              <a:rPr sz="923" b="0">
                <a:solidFill>
                  <a:srgbClr val="4D6072"/>
                </a:solidFill>
                <a:latin typeface="Arial"/>
                <a:ea typeface="Arial"/>
                <a:cs typeface="Arial"/>
              </a:rPr>
              <a:t>[2] C. Kim et al., “Physics-Informed but Not Physics-Consistent: Error Geometry and Subspace Projection for Neural AC Power Flow,” </a:t>
            </a:r>
            <a:r>
              <a:rPr sz="923" b="0">
                <a:solidFill>
                  <a:srgbClr val="4D6072"/>
                </a:solidFill>
                <a:latin typeface="Arial"/>
                <a:ea typeface="Arial"/>
                <a:cs typeface="Arial"/>
                <a:hlinkClick xmlns:r="http://schemas.openxmlformats.org/officeDocument/2006/relationships" r:id="R358d658b91ba4490"/>
              </a:rPr>
              <a:t>arXiv:2610.05959</a:t>
            </a:r>
            <a:r>
              <a:rPr sz="923" b="0">
                <a:solidFill>
                  <a:srgbClr val="4D6072"/>
                </a:solidFill>
                <a:latin typeface="Arial"/>
                <a:ea typeface="Arial"/>
                <a:cs typeface="Arial"/>
              </a:rPr>
              <a:t>, 2026.</a:t>
            </a:r>
          </a:p>
        </p:txBody>
      </p:sp>
      <p:sp>
        <p:nvSpPr>
          <p:cNvPr id="23" name="Reference 3">
            <a:extLst xmlns:a="http://schemas.openxmlformats.org/drawingml/2006/main">
              <a:ext uri="{FF2B5EF4-FFF2-40B4-BE49-F238E27FC236}">
                <a16:creationId xmlns:a16="http://schemas.microsoft.com/office/drawing/2014/main" id="{ECD00A55-C41D-46A9-9AED-76F9AE6A786A}"/>
              </a:ext>
            </a:extLst>
          </p:cNvPr>
          <p:cNvSpPr>
            <a:spLocks xmlns:a="http://schemas.openxmlformats.org/drawingml/2006/main" noGrp="1"/>
          </p:cNvSpPr>
          <p:nvPr/>
        </p:nvSpPr>
        <p:spPr>
          <a:xfrm xmlns:a="http://schemas.openxmlformats.org/drawingml/2006/main">
            <a:off x="518160" y="6334125"/>
            <a:ext cx="111537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23" b="0">
                <a:solidFill>
                  <a:srgbClr val="4D6072"/>
                </a:solidFill>
                <a:latin typeface="Arial"/>
                <a:ea typeface="Arial"/>
                <a:cs typeface="Arial"/>
              </a:defRPr>
            </a:defPPr>
            <a:lvl1pPr>
              <a:defRPr sz="923" b="0">
                <a:solidFill>
                  <a:srgbClr val="4D6072"/>
                </a:solidFill>
                <a:latin typeface="Arial"/>
                <a:ea typeface="Arial"/>
                <a:cs typeface="Arial"/>
              </a:defRPr>
            </a:lvl1pPr>
            <a:lvl2pPr>
              <a:defRPr sz="923" b="0">
                <a:solidFill>
                  <a:srgbClr val="4D6072"/>
                </a:solidFill>
                <a:latin typeface="Arial"/>
                <a:ea typeface="Arial"/>
                <a:cs typeface="Arial"/>
              </a:defRPr>
            </a:lvl2pPr>
            <a:lvl3pPr>
              <a:defRPr sz="923" b="0">
                <a:solidFill>
                  <a:srgbClr val="4D6072"/>
                </a:solidFill>
                <a:latin typeface="Arial"/>
                <a:ea typeface="Arial"/>
                <a:cs typeface="Arial"/>
              </a:defRPr>
            </a:lvl3pPr>
            <a:lvl4pPr>
              <a:defRPr sz="923" b="0">
                <a:solidFill>
                  <a:srgbClr val="4D6072"/>
                </a:solidFill>
                <a:latin typeface="Arial"/>
                <a:ea typeface="Arial"/>
                <a:cs typeface="Arial"/>
              </a:defRPr>
            </a:lvl4pPr>
            <a:lvl5pPr>
              <a:defRPr sz="923" b="0">
                <a:solidFill>
                  <a:srgbClr val="4D6072"/>
                </a:solidFill>
                <a:latin typeface="Arial"/>
                <a:ea typeface="Arial"/>
                <a:cs typeface="Arial"/>
              </a:defRPr>
            </a:lvl5pPr>
            <a:lvl6pPr>
              <a:defRPr sz="923" b="0">
                <a:solidFill>
                  <a:srgbClr val="4D6072"/>
                </a:solidFill>
                <a:latin typeface="Arial"/>
                <a:ea typeface="Arial"/>
                <a:cs typeface="Arial"/>
              </a:defRPr>
            </a:lvl6pPr>
            <a:lvl7pPr>
              <a:defRPr sz="923" b="0">
                <a:solidFill>
                  <a:srgbClr val="4D6072"/>
                </a:solidFill>
                <a:latin typeface="Arial"/>
                <a:ea typeface="Arial"/>
                <a:cs typeface="Arial"/>
              </a:defRPr>
            </a:lvl7pPr>
            <a:lvl8pPr>
              <a:defRPr sz="923" b="0">
                <a:solidFill>
                  <a:srgbClr val="4D6072"/>
                </a:solidFill>
                <a:latin typeface="Arial"/>
                <a:ea typeface="Arial"/>
                <a:cs typeface="Arial"/>
              </a:defRPr>
            </a:lvl8pPr>
            <a:lvl9pPr>
              <a:defRPr sz="923" b="0">
                <a:solidFill>
                  <a:srgbClr val="4D6072"/>
                </a:solidFill>
                <a:latin typeface="Arial"/>
                <a:ea typeface="Arial"/>
                <a:cs typeface="Arial"/>
              </a:defRPr>
            </a:lvl9pPr>
          </a:lstStyle>
          <a:p xmlns:a="http://schemas.openxmlformats.org/drawingml/2006/main">
            <a:pPr>
              <a:defRPr sz="923" b="0">
                <a:solidFill>
                  <a:srgbClr val="4D6072"/>
                </a:solidFill>
                <a:latin typeface="Arial"/>
                <a:ea typeface="Arial"/>
                <a:cs typeface="Arial"/>
              </a:defRPr>
            </a:pPr>
            <a:r>
              <a:rPr sz="923" b="0">
                <a:solidFill>
                  <a:srgbClr val="4D6072"/>
                </a:solidFill>
                <a:latin typeface="Arial"/>
                <a:ea typeface="Arial"/>
                <a:cs typeface="Arial"/>
              </a:rPr>
              <a:t>[3] R. Karim, C. Kim et al., “Parameter-Efficient Domain Adaptation of Physics-Informed Self-Attention based GNNs for AC Power Flow Prediction,” EUSIPCO 2026, presented. </a:t>
            </a:r>
            <a:r>
              <a:rPr sz="923" b="0">
                <a:solidFill>
                  <a:srgbClr val="4D6072"/>
                </a:solidFill>
                <a:latin typeface="Arial"/>
                <a:ea typeface="Arial"/>
                <a:cs typeface="Arial"/>
                <a:hlinkClick xmlns:r="http://schemas.openxmlformats.org/officeDocument/2006/relationships" r:id="R838a465f6e0a464c"/>
              </a:rPr>
              <a:t>arXiv:2602.18227</a:t>
            </a:r>
            <a:r>
              <a:rPr sz="923" b="0">
                <a:solidFill>
                  <a:srgbClr val="4D6072"/>
                </a:solidFill>
                <a:latin typeface="Arial"/>
                <a:ea typeface="Arial"/>
                <a:cs typeface="Arial"/>
              </a:rPr>
              <a:t>.</a:t>
            </a:r>
          </a:p>
        </p:txBody>
      </p:sp>
    </p:spTree>
    <p:extLst>
      <p:ext uri="{BB962C8B-B14F-4D97-AF65-F5344CB8AC3E}">
        <p14:creationId xmlns:p14="http://schemas.microsoft.com/office/powerpoint/2010/main" val="2032518222"/>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8" name="Datumsplatzhalter 7">
            <a:extLst xmlns:a="http://schemas.openxmlformats.org/drawingml/2006/main">
              <a:ext uri="{FF2B5EF4-FFF2-40B4-BE49-F238E27FC236}">
                <a16:creationId xmlns:a16="http://schemas.microsoft.com/office/drawing/2014/main" id="{2BDE70CE-CF25-4CE6-B28A-B3871B90A416}"/>
              </a:ext>
            </a:extLst>
          </p:cNvPr>
          <p:cNvSpPr>
            <a:spLocks xmlns:a="http://schemas.openxmlformats.org/drawingml/2006/main" noGrp="1"/>
          </p:cNvSpPr>
          <p:nvPr>
            <p:ph type="dt" idx="10"/>
          </p:nvPr>
        </p:nvSpPr>
        <p:spPr/>
        <p:txBody>
          <a:bodyPr xmlns:a="http://schemas.openxmlformats.org/drawingml/2006/main" lIns="0" tIns="0" rIns="0" bIns="0"/>
          <a:lstStyle xmlns:a="http://schemas.openxmlformats.org/drawingml/2006/main">
            <a:defPPr>
              <a:defRPr sz="800">
                <a:solidFill>
                  <a:srgbClr val="333333"/>
                </a:solidFill>
                <a:latin typeface="Arial"/>
                <a:ea typeface="Arial"/>
                <a:cs typeface="Arial"/>
              </a:defRPr>
            </a:defPPr>
            <a:lvl1pPr>
              <a:defRPr sz="800">
                <a:solidFill>
                  <a:srgbClr val="333333"/>
                </a:solidFill>
                <a:latin typeface="Arial"/>
                <a:ea typeface="Arial"/>
                <a:cs typeface="Arial"/>
              </a:defRPr>
            </a:lvl1pPr>
            <a:lvl2pPr>
              <a:defRPr sz="800">
                <a:solidFill>
                  <a:srgbClr val="333333"/>
                </a:solidFill>
                <a:latin typeface="Arial"/>
                <a:ea typeface="Arial"/>
                <a:cs typeface="Arial"/>
              </a:defRPr>
            </a:lvl2pPr>
            <a:lvl3pPr>
              <a:defRPr sz="800">
                <a:solidFill>
                  <a:srgbClr val="333333"/>
                </a:solidFill>
                <a:latin typeface="Arial"/>
                <a:ea typeface="Arial"/>
                <a:cs typeface="Arial"/>
              </a:defRPr>
            </a:lvl3pPr>
            <a:lvl4pPr>
              <a:defRPr sz="800">
                <a:solidFill>
                  <a:srgbClr val="333333"/>
                </a:solidFill>
                <a:latin typeface="Arial"/>
                <a:ea typeface="Arial"/>
                <a:cs typeface="Arial"/>
              </a:defRPr>
            </a:lvl4pPr>
            <a:lvl5pPr>
              <a:defRPr sz="800">
                <a:solidFill>
                  <a:srgbClr val="333333"/>
                </a:solidFill>
                <a:latin typeface="Arial"/>
                <a:ea typeface="Arial"/>
                <a:cs typeface="Arial"/>
              </a:defRPr>
            </a:lvl5pPr>
            <a:lvl6pPr>
              <a:defRPr sz="800">
                <a:solidFill>
                  <a:srgbClr val="333333"/>
                </a:solidFill>
                <a:latin typeface="Arial"/>
                <a:ea typeface="Arial"/>
                <a:cs typeface="Arial"/>
              </a:defRPr>
            </a:lvl6pPr>
            <a:lvl7pPr>
              <a:defRPr sz="800">
                <a:solidFill>
                  <a:srgbClr val="333333"/>
                </a:solidFill>
                <a:latin typeface="Arial"/>
                <a:ea typeface="Arial"/>
                <a:cs typeface="Arial"/>
              </a:defRPr>
            </a:lvl7pPr>
            <a:lvl8pPr>
              <a:defRPr sz="800">
                <a:solidFill>
                  <a:srgbClr val="333333"/>
                </a:solidFill>
                <a:latin typeface="Arial"/>
                <a:ea typeface="Arial"/>
                <a:cs typeface="Arial"/>
              </a:defRPr>
            </a:lvl8pPr>
            <a:lvl9pPr>
              <a:defRPr sz="800">
                <a:solidFill>
                  <a:srgbClr val="333333"/>
                </a:solidFill>
                <a:latin typeface="Arial"/>
                <a:ea typeface="Arial"/>
                <a:cs typeface="Arial"/>
              </a:defRPr>
            </a:lvl9pPr>
          </a:lstStyle>
          <a:p xmlns:a="http://schemas.openxmlformats.org/drawingml/2006/main">
            <a:pPr>
              <a:defRPr sz="800">
                <a:solidFill>
                  <a:srgbClr val="333333"/>
                </a:solidFill>
                <a:latin typeface="Arial"/>
                <a:ea typeface="Arial"/>
                <a:cs typeface="Arial"/>
              </a:defRPr>
            </a:pPr>
            <a:fld id="{0141925C-0F93-C69B-EA69-D0285F206FFE}" type="datetime4">
              <a:rPr sz="800">
                <a:solidFill>
                  <a:srgbClr val="333333"/>
                </a:solidFill>
                <a:latin typeface="Arial"/>
                <a:ea typeface="Arial"/>
                <a:cs typeface="Arial"/>
              </a:rPr>
              <a:t>23 October 2026</a:t>
            </a:fld>
            <a:endParaRPr/>
          </a:p>
        </p:txBody>
      </p:sp>
      <p:sp>
        <p:nvSpPr>
          <p:cNvPr id="9" name="Fußzeilenplatzhalter 8">
            <a:extLst xmlns:a="http://schemas.openxmlformats.org/drawingml/2006/main">
              <a:ext uri="{FF2B5EF4-FFF2-40B4-BE49-F238E27FC236}">
                <a16:creationId xmlns:a16="http://schemas.microsoft.com/office/drawing/2014/main" id="{B95F60E9-1E76-43F3-8365-6C969F9DA4FA}"/>
              </a:ext>
            </a:extLst>
          </p:cNvPr>
          <p:cNvSpPr>
            <a:spLocks xmlns:a="http://schemas.openxmlformats.org/drawingml/2006/main" noGrp="1"/>
          </p:cNvSpPr>
          <p:nvPr>
            <p:ph type="ftr" idx="11"/>
          </p:nvPr>
        </p:nvSpPr>
        <p:spPr>
          <a:xfrm xmlns:a="http://schemas.openxmlformats.org/drawingml/2006/main">
            <a:off x="518160" y="6657975"/>
            <a:ext cx="6858000" cy="142875"/>
          </a:xfrm>
        </p:spPr>
        <p:txBody>
          <a:bodyPr xmlns:a="http://schemas.openxmlformats.org/drawingml/2006/main" lIns="0" tIns="0" rIns="0" bIns="0"/>
          <a:lstStyle xmlns:a="http://schemas.openxmlformats.org/drawingml/2006/main">
            <a:defPPr>
              <a:defRPr sz="800">
                <a:solidFill>
                  <a:srgbClr val="333333"/>
                </a:solidFill>
                <a:latin typeface="Arial"/>
                <a:ea typeface="Arial"/>
                <a:cs typeface="Arial"/>
              </a:defRPr>
            </a:defPPr>
            <a:lvl1pPr>
              <a:defRPr sz="800">
                <a:solidFill>
                  <a:srgbClr val="333333"/>
                </a:solidFill>
                <a:latin typeface="Arial"/>
                <a:ea typeface="Arial"/>
                <a:cs typeface="Arial"/>
              </a:defRPr>
            </a:lvl1pPr>
            <a:lvl2pPr>
              <a:defRPr sz="800">
                <a:solidFill>
                  <a:srgbClr val="333333"/>
                </a:solidFill>
                <a:latin typeface="Arial"/>
                <a:ea typeface="Arial"/>
                <a:cs typeface="Arial"/>
              </a:defRPr>
            </a:lvl2pPr>
            <a:lvl3pPr>
              <a:defRPr sz="800">
                <a:solidFill>
                  <a:srgbClr val="333333"/>
                </a:solidFill>
                <a:latin typeface="Arial"/>
                <a:ea typeface="Arial"/>
                <a:cs typeface="Arial"/>
              </a:defRPr>
            </a:lvl3pPr>
            <a:lvl4pPr>
              <a:defRPr sz="800">
                <a:solidFill>
                  <a:srgbClr val="333333"/>
                </a:solidFill>
                <a:latin typeface="Arial"/>
                <a:ea typeface="Arial"/>
                <a:cs typeface="Arial"/>
              </a:defRPr>
            </a:lvl4pPr>
            <a:lvl5pPr>
              <a:defRPr sz="800">
                <a:solidFill>
                  <a:srgbClr val="333333"/>
                </a:solidFill>
                <a:latin typeface="Arial"/>
                <a:ea typeface="Arial"/>
                <a:cs typeface="Arial"/>
              </a:defRPr>
            </a:lvl5pPr>
            <a:lvl6pPr>
              <a:defRPr sz="800">
                <a:solidFill>
                  <a:srgbClr val="333333"/>
                </a:solidFill>
                <a:latin typeface="Arial"/>
                <a:ea typeface="Arial"/>
                <a:cs typeface="Arial"/>
              </a:defRPr>
            </a:lvl6pPr>
            <a:lvl7pPr>
              <a:defRPr sz="800">
                <a:solidFill>
                  <a:srgbClr val="333333"/>
                </a:solidFill>
                <a:latin typeface="Arial"/>
                <a:ea typeface="Arial"/>
                <a:cs typeface="Arial"/>
              </a:defRPr>
            </a:lvl7pPr>
            <a:lvl8pPr>
              <a:defRPr sz="800">
                <a:solidFill>
                  <a:srgbClr val="333333"/>
                </a:solidFill>
                <a:latin typeface="Arial"/>
                <a:ea typeface="Arial"/>
                <a:cs typeface="Arial"/>
              </a:defRPr>
            </a:lvl8pPr>
            <a:lvl9pPr>
              <a:defRPr sz="800">
                <a:solidFill>
                  <a:srgbClr val="333333"/>
                </a:solidFill>
                <a:latin typeface="Arial"/>
                <a:ea typeface="Arial"/>
                <a:cs typeface="Arial"/>
              </a:defRPr>
            </a:lvl9pPr>
          </a:lstStyle>
          <a:p xmlns:a="http://schemas.openxmlformats.org/drawingml/2006/main">
            <a:pPr>
              <a:defRPr sz="800">
                <a:solidFill>
                  <a:srgbClr val="333333"/>
                </a:solidFill>
                <a:latin typeface="Arial"/>
                <a:ea typeface="Arial"/>
                <a:cs typeface="Arial"/>
              </a:defRPr>
            </a:pPr>
            <a:r>
              <a:rPr sz="800">
                <a:solidFill>
                  <a:srgbClr val="333333"/>
                </a:solidFill>
                <a:latin typeface="Arial"/>
                <a:ea typeface="Arial"/>
                <a:cs typeface="Arial"/>
              </a:rPr>
              <a:t>Changhun Kim · Pattern Recognition Lab, FAU</a:t>
            </a:r>
            <a:endParaRPr/>
          </a:p>
        </p:txBody>
      </p:sp>
      <p:sp>
        <p:nvSpPr>
          <p:cNvPr id="10" name="Foliennummernplatzhalter 9">
            <a:extLst xmlns:a="http://schemas.openxmlformats.org/drawingml/2006/main">
              <a:ext uri="{FF2B5EF4-FFF2-40B4-BE49-F238E27FC236}">
                <a16:creationId xmlns:a16="http://schemas.microsoft.com/office/drawing/2014/main" id="{F7BC3FCE-392F-4A16-87A0-BDE8D7DF5A8E}"/>
              </a:ext>
            </a:extLst>
          </p:cNvPr>
          <p:cNvSpPr>
            <a:spLocks xmlns:a="http://schemas.openxmlformats.org/drawingml/2006/main" noGrp="1"/>
          </p:cNvSpPr>
          <p:nvPr>
            <p:ph type="sldNum" idx="12"/>
          </p:nvPr>
        </p:nvSpPr>
        <p:spPr/>
        <p:txBody>
          <a:bodyPr xmlns:a="http://schemas.openxmlformats.org/drawingml/2006/main" lIns="0" tIns="0" rIns="0" bIns="0"/>
          <a:lstStyle xmlns:a="http://schemas.openxmlformats.org/drawingml/2006/main">
            <a:defPPr>
              <a:defRPr sz="800">
                <a:solidFill>
                  <a:srgbClr val="333333"/>
                </a:solidFill>
                <a:latin typeface="Arial"/>
                <a:ea typeface="Arial"/>
                <a:cs typeface="Arial"/>
              </a:defRPr>
            </a:defPPr>
            <a:lvl1pPr>
              <a:defRPr sz="800">
                <a:solidFill>
                  <a:srgbClr val="333333"/>
                </a:solidFill>
                <a:latin typeface="Arial"/>
                <a:ea typeface="Arial"/>
                <a:cs typeface="Arial"/>
              </a:defRPr>
            </a:lvl1pPr>
            <a:lvl2pPr>
              <a:defRPr sz="800">
                <a:solidFill>
                  <a:srgbClr val="333333"/>
                </a:solidFill>
                <a:latin typeface="Arial"/>
                <a:ea typeface="Arial"/>
                <a:cs typeface="Arial"/>
              </a:defRPr>
            </a:lvl2pPr>
            <a:lvl3pPr>
              <a:defRPr sz="800">
                <a:solidFill>
                  <a:srgbClr val="333333"/>
                </a:solidFill>
                <a:latin typeface="Arial"/>
                <a:ea typeface="Arial"/>
                <a:cs typeface="Arial"/>
              </a:defRPr>
            </a:lvl3pPr>
            <a:lvl4pPr>
              <a:defRPr sz="800">
                <a:solidFill>
                  <a:srgbClr val="333333"/>
                </a:solidFill>
                <a:latin typeface="Arial"/>
                <a:ea typeface="Arial"/>
                <a:cs typeface="Arial"/>
              </a:defRPr>
            </a:lvl4pPr>
            <a:lvl5pPr>
              <a:defRPr sz="800">
                <a:solidFill>
                  <a:srgbClr val="333333"/>
                </a:solidFill>
                <a:latin typeface="Arial"/>
                <a:ea typeface="Arial"/>
                <a:cs typeface="Arial"/>
              </a:defRPr>
            </a:lvl5pPr>
            <a:lvl6pPr>
              <a:defRPr sz="800">
                <a:solidFill>
                  <a:srgbClr val="333333"/>
                </a:solidFill>
                <a:latin typeface="Arial"/>
                <a:ea typeface="Arial"/>
                <a:cs typeface="Arial"/>
              </a:defRPr>
            </a:lvl6pPr>
            <a:lvl7pPr>
              <a:defRPr sz="800">
                <a:solidFill>
                  <a:srgbClr val="333333"/>
                </a:solidFill>
                <a:latin typeface="Arial"/>
                <a:ea typeface="Arial"/>
                <a:cs typeface="Arial"/>
              </a:defRPr>
            </a:lvl7pPr>
            <a:lvl8pPr>
              <a:defRPr sz="800">
                <a:solidFill>
                  <a:srgbClr val="333333"/>
                </a:solidFill>
                <a:latin typeface="Arial"/>
                <a:ea typeface="Arial"/>
                <a:cs typeface="Arial"/>
              </a:defRPr>
            </a:lvl8pPr>
            <a:lvl9pPr>
              <a:defRPr sz="800">
                <a:solidFill>
                  <a:srgbClr val="333333"/>
                </a:solidFill>
                <a:latin typeface="Arial"/>
                <a:ea typeface="Arial"/>
                <a:cs typeface="Arial"/>
              </a:defRPr>
            </a:lvl9pPr>
          </a:lstStyle>
          <a:p xmlns:a="http://schemas.openxmlformats.org/drawingml/2006/main">
            <a:pPr>
              <a:defRPr sz="800">
                <a:solidFill>
                  <a:srgbClr val="333333"/>
                </a:solidFill>
                <a:latin typeface="Arial"/>
                <a:ea typeface="Arial"/>
                <a:cs typeface="Arial"/>
              </a:defRPr>
            </a:pPr>
            <a:fld id="{202359C0-8A7A-196E-DD58-8E6569619F09}" type="slidenum">
              <a:rPr sz="800">
                <a:solidFill>
                  <a:srgbClr val="333333"/>
                </a:solidFill>
                <a:latin typeface="Arial"/>
                <a:ea typeface="Arial"/>
                <a:cs typeface="Arial"/>
              </a:rPr>
              <a:t>3</a:t>
            </a:fld>
            <a:endParaRPr/>
          </a:p>
        </p:txBody>
      </p:sp>
      <p:sp>
        <p:nvSpPr>
          <p:cNvPr id="4" name="Titel 3">
            <a:extLst xmlns:a="http://schemas.openxmlformats.org/drawingml/2006/main">
              <a:ext uri="{FF2B5EF4-FFF2-40B4-BE49-F238E27FC236}">
                <a16:creationId xmlns:a16="http://schemas.microsoft.com/office/drawing/2014/main" id="{0FA6ADD3-E70C-46ED-983A-BEFB04690523}"/>
              </a:ext>
            </a:extLst>
          </p:cNvPr>
          <p:cNvSpPr>
            <a:spLocks xmlns:a="http://schemas.openxmlformats.org/drawingml/2006/main" noGrp="1"/>
          </p:cNvSpPr>
          <p:nvPr>
            <p:ph type="title" idx="0"/>
          </p:nvPr>
        </p:nvSpPr>
        <p:spPr>
          <a:xfrm xmlns:a="http://schemas.openxmlformats.org/drawingml/2006/main">
            <a:off x="518160" y="290513"/>
            <a:ext cx="8382000" cy="400050"/>
          </a:xfrm>
        </p:spPr>
        <p:txBody>
          <a:bodyPr xmlns:a="http://schemas.openxmlformats.org/drawingml/2006/main" lIns="0" tIns="0" rIns="0" bIns="0">
            <a:noAutofit/>
          </a:bodyPr>
          <a:lstStyle xmlns:a="http://schemas.openxmlformats.org/drawingml/2006/main">
            <a:defPPr>
              <a:defRPr sz="2400" b="1">
                <a:solidFill>
                  <a:srgbClr val="002147"/>
                </a:solidFill>
                <a:latin typeface="Arial"/>
                <a:ea typeface="Arial"/>
                <a:cs typeface="Arial"/>
              </a:defRPr>
            </a:defPPr>
            <a:lvl1pPr>
              <a:defRPr sz="2400" b="1">
                <a:solidFill>
                  <a:srgbClr val="002147"/>
                </a:solidFill>
                <a:latin typeface="Arial"/>
                <a:ea typeface="Arial"/>
                <a:cs typeface="Arial"/>
              </a:defRPr>
            </a:lvl1pPr>
            <a:lvl2pPr>
              <a:defRPr sz="2400" b="1">
                <a:solidFill>
                  <a:srgbClr val="002147"/>
                </a:solidFill>
                <a:latin typeface="Arial"/>
                <a:ea typeface="Arial"/>
                <a:cs typeface="Arial"/>
              </a:defRPr>
            </a:lvl2pPr>
            <a:lvl3pPr>
              <a:defRPr sz="2400" b="1">
                <a:solidFill>
                  <a:srgbClr val="002147"/>
                </a:solidFill>
                <a:latin typeface="Arial"/>
                <a:ea typeface="Arial"/>
                <a:cs typeface="Arial"/>
              </a:defRPr>
            </a:lvl3pPr>
            <a:lvl4pPr>
              <a:defRPr sz="2400" b="1">
                <a:solidFill>
                  <a:srgbClr val="002147"/>
                </a:solidFill>
                <a:latin typeface="Arial"/>
                <a:ea typeface="Arial"/>
                <a:cs typeface="Arial"/>
              </a:defRPr>
            </a:lvl4pPr>
            <a:lvl5pPr>
              <a:defRPr sz="2400" b="1">
                <a:solidFill>
                  <a:srgbClr val="002147"/>
                </a:solidFill>
                <a:latin typeface="Arial"/>
                <a:ea typeface="Arial"/>
                <a:cs typeface="Arial"/>
              </a:defRPr>
            </a:lvl5pPr>
            <a:lvl6pPr>
              <a:defRPr sz="2400" b="1">
                <a:solidFill>
                  <a:srgbClr val="002147"/>
                </a:solidFill>
                <a:latin typeface="Arial"/>
                <a:ea typeface="Arial"/>
                <a:cs typeface="Arial"/>
              </a:defRPr>
            </a:lvl6pPr>
            <a:lvl7pPr>
              <a:defRPr sz="2400" b="1">
                <a:solidFill>
                  <a:srgbClr val="002147"/>
                </a:solidFill>
                <a:latin typeface="Arial"/>
                <a:ea typeface="Arial"/>
                <a:cs typeface="Arial"/>
              </a:defRPr>
            </a:lvl7pPr>
            <a:lvl8pPr>
              <a:defRPr sz="2400" b="1">
                <a:solidFill>
                  <a:srgbClr val="002147"/>
                </a:solidFill>
                <a:latin typeface="Arial"/>
                <a:ea typeface="Arial"/>
                <a:cs typeface="Arial"/>
              </a:defRPr>
            </a:lvl8pPr>
            <a:lvl9pPr>
              <a:defRPr sz="2400" b="1">
                <a:solidFill>
                  <a:srgbClr val="002147"/>
                </a:solidFill>
                <a:latin typeface="Arial"/>
                <a:ea typeface="Arial"/>
                <a:cs typeface="Arial"/>
              </a:defRPr>
            </a:lvl9pPr>
          </a:lstStyle>
          <a:p xmlns:a="http://schemas.openxmlformats.org/drawingml/2006/main">
            <a:pPr>
              <a:defRPr sz="2400" b="1">
                <a:solidFill>
                  <a:srgbClr val="002147"/>
                </a:solidFill>
                <a:latin typeface="Arial"/>
                <a:ea typeface="Arial"/>
                <a:cs typeface="Arial"/>
              </a:defRPr>
            </a:pPr>
            <a:r>
              <a:rPr sz="2400" b="1">
                <a:solidFill>
                  <a:srgbClr val="002147"/>
                </a:solidFill>
                <a:latin typeface="Arial"/>
                <a:ea typeface="Arial"/>
                <a:cs typeface="Arial"/>
              </a:rPr>
              <a:t>GridSense: Ask Your Power Grid</a:t>
            </a:r>
          </a:p>
        </p:txBody>
      </p:sp>
      <p:sp>
        <p:nvSpPr>
          <p:cNvPr id="11" name="Subtitle">
            <a:extLst xmlns:a="http://schemas.openxmlformats.org/drawingml/2006/main">
              <a:ext uri="{FF2B5EF4-FFF2-40B4-BE49-F238E27FC236}">
                <a16:creationId xmlns:a16="http://schemas.microsoft.com/office/drawing/2014/main" id="{F7F8A0C7-EA58-4435-8D99-1E3309BF82DA}"/>
              </a:ext>
            </a:extLst>
          </p:cNvPr>
          <p:cNvSpPr>
            <a:spLocks xmlns:a="http://schemas.openxmlformats.org/drawingml/2006/main" noGrp="1"/>
          </p:cNvSpPr>
          <p:nvPr/>
        </p:nvSpPr>
        <p:spPr>
          <a:xfrm xmlns:a="http://schemas.openxmlformats.org/drawingml/2006/main">
            <a:off x="518160" y="7524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00" b="0">
                <a:solidFill>
                  <a:srgbClr val="002147"/>
                </a:solidFill>
                <a:latin typeface="Arial"/>
                <a:ea typeface="Arial"/>
                <a:cs typeface="Arial"/>
              </a:defRPr>
            </a:defPPr>
            <a:lvl1pPr>
              <a:defRPr sz="1600" b="0">
                <a:solidFill>
                  <a:srgbClr val="002147"/>
                </a:solidFill>
                <a:latin typeface="Arial"/>
                <a:ea typeface="Arial"/>
                <a:cs typeface="Arial"/>
              </a:defRPr>
            </a:lvl1pPr>
            <a:lvl2pPr>
              <a:defRPr sz="1600" b="0">
                <a:solidFill>
                  <a:srgbClr val="002147"/>
                </a:solidFill>
                <a:latin typeface="Arial"/>
                <a:ea typeface="Arial"/>
                <a:cs typeface="Arial"/>
              </a:defRPr>
            </a:lvl2pPr>
            <a:lvl3pPr>
              <a:defRPr sz="1600" b="0">
                <a:solidFill>
                  <a:srgbClr val="002147"/>
                </a:solidFill>
                <a:latin typeface="Arial"/>
                <a:ea typeface="Arial"/>
                <a:cs typeface="Arial"/>
              </a:defRPr>
            </a:lvl3pPr>
            <a:lvl4pPr>
              <a:defRPr sz="1600" b="0">
                <a:solidFill>
                  <a:srgbClr val="002147"/>
                </a:solidFill>
                <a:latin typeface="Arial"/>
                <a:ea typeface="Arial"/>
                <a:cs typeface="Arial"/>
              </a:defRPr>
            </a:lvl4pPr>
            <a:lvl5pPr>
              <a:defRPr sz="1600" b="0">
                <a:solidFill>
                  <a:srgbClr val="002147"/>
                </a:solidFill>
                <a:latin typeface="Arial"/>
                <a:ea typeface="Arial"/>
                <a:cs typeface="Arial"/>
              </a:defRPr>
            </a:lvl5pPr>
            <a:lvl6pPr>
              <a:defRPr sz="1600" b="0">
                <a:solidFill>
                  <a:srgbClr val="002147"/>
                </a:solidFill>
                <a:latin typeface="Arial"/>
                <a:ea typeface="Arial"/>
                <a:cs typeface="Arial"/>
              </a:defRPr>
            </a:lvl6pPr>
            <a:lvl7pPr>
              <a:defRPr sz="1600" b="0">
                <a:solidFill>
                  <a:srgbClr val="002147"/>
                </a:solidFill>
                <a:latin typeface="Arial"/>
                <a:ea typeface="Arial"/>
                <a:cs typeface="Arial"/>
              </a:defRPr>
            </a:lvl7pPr>
            <a:lvl8pPr>
              <a:defRPr sz="1600" b="0">
                <a:solidFill>
                  <a:srgbClr val="002147"/>
                </a:solidFill>
                <a:latin typeface="Arial"/>
                <a:ea typeface="Arial"/>
                <a:cs typeface="Arial"/>
              </a:defRPr>
            </a:lvl8pPr>
            <a:lvl9pPr>
              <a:defRPr sz="1600" b="0">
                <a:solidFill>
                  <a:srgbClr val="002147"/>
                </a:solidFill>
                <a:latin typeface="Arial"/>
                <a:ea typeface="Arial"/>
                <a:cs typeface="Arial"/>
              </a:defRPr>
            </a:lvl9pPr>
          </a:lstStyle>
          <a:p xmlns:a="http://schemas.openxmlformats.org/drawingml/2006/main">
            <a:pPr>
              <a:defRPr sz="1600" b="0">
                <a:solidFill>
                  <a:srgbClr val="002147"/>
                </a:solidFill>
                <a:latin typeface="Arial"/>
                <a:ea typeface="Arial"/>
                <a:cs typeface="Arial"/>
              </a:defRPr>
            </a:pPr>
            <a:r>
              <a:rPr sz="1600" b="0">
                <a:solidFill>
                  <a:srgbClr val="002147"/>
                </a:solidFill>
                <a:latin typeface="Arial"/>
                <a:ea typeface="Arial"/>
                <a:cs typeface="Arial"/>
              </a:rPr>
              <a:t>Natural-language access to grid evidence and restoration decision support</a:t>
            </a:r>
          </a:p>
        </p:txBody>
      </p:sp>
      <p:pic>
        <p:nvPicPr>
          <p:cNvPr id="12" name="">
            <a:extLst xmlns:a="http://schemas.openxmlformats.org/drawingml/2006/main">
              <a:ext uri="{FF2B5EF4-FFF2-40B4-BE49-F238E27FC236}">
                <a16:creationId xmlns:a16="http://schemas.microsoft.com/office/drawing/2014/main" id="{08E2D884-4D13-4281-A9B6-6E9ED0381DCD}"/>
              </a:ext>
            </a:extLst>
          </p:cNvPr>
          <p:cNvPicPr>
            <a:picLocks xmlns:a="http://schemas.openxmlformats.org/drawingml/2006/main" noChangeAspect="1"/>
          </p:cNvPicPr>
          <p:nvPr/>
        </p:nvPicPr>
        <p:blipFill>
          <a:blip xmlns:r="http://schemas.openxmlformats.org/officeDocument/2006/relationships" xmlns:a="http://schemas.openxmlformats.org/drawingml/2006/main" r:embed="R2084e5ce60e8425e"/>
          <a:stretch xmlns:a="http://schemas.openxmlformats.org/drawingml/2006/main"/>
        </p:blipFill>
        <p:spPr>
          <a:xfrm xmlns:a="http://schemas.openxmlformats.org/drawingml/2006/main">
            <a:off x="518160" y="1968834"/>
            <a:ext cx="7762875" cy="3377532"/>
          </a:xfrm>
          <a:prstGeom xmlns:a="http://schemas.openxmlformats.org/drawingml/2006/main" prst="rect">
            <a:avLst/>
          </a:prstGeom>
        </p:spPr>
      </p:pic>
      <p:sp>
        <p:nvSpPr>
          <p:cNvPr id="13" name="GridSense evidence heading">
            <a:extLst xmlns:a="http://schemas.openxmlformats.org/drawingml/2006/main">
              <a:ext uri="{FF2B5EF4-FFF2-40B4-BE49-F238E27FC236}">
                <a16:creationId xmlns:a16="http://schemas.microsoft.com/office/drawing/2014/main" id="{D9DBE82B-3F63-4596-A0F4-E492E1876385}"/>
              </a:ext>
            </a:extLst>
          </p:cNvPr>
          <p:cNvSpPr>
            <a:spLocks xmlns:a="http://schemas.openxmlformats.org/drawingml/2006/main" noGrp="1"/>
          </p:cNvSpPr>
          <p:nvPr/>
        </p:nvSpPr>
        <p:spPr>
          <a:xfrm xmlns:a="http://schemas.openxmlformats.org/drawingml/2006/main">
            <a:off x="8715375" y="1685925"/>
            <a:ext cx="295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002147"/>
                </a:solidFill>
                <a:latin typeface="Arial"/>
                <a:ea typeface="Arial"/>
                <a:cs typeface="Arial"/>
              </a:defRPr>
            </a:defPPr>
            <a:lvl1pPr>
              <a:defRPr sz="1800" b="1">
                <a:solidFill>
                  <a:srgbClr val="002147"/>
                </a:solidFill>
                <a:latin typeface="Arial"/>
                <a:ea typeface="Arial"/>
                <a:cs typeface="Arial"/>
              </a:defRPr>
            </a:lvl1pPr>
            <a:lvl2pPr>
              <a:defRPr sz="1800" b="1">
                <a:solidFill>
                  <a:srgbClr val="002147"/>
                </a:solidFill>
                <a:latin typeface="Arial"/>
                <a:ea typeface="Arial"/>
                <a:cs typeface="Arial"/>
              </a:defRPr>
            </a:lvl2pPr>
            <a:lvl3pPr>
              <a:defRPr sz="1800" b="1">
                <a:solidFill>
                  <a:srgbClr val="002147"/>
                </a:solidFill>
                <a:latin typeface="Arial"/>
                <a:ea typeface="Arial"/>
                <a:cs typeface="Arial"/>
              </a:defRPr>
            </a:lvl3pPr>
            <a:lvl4pPr>
              <a:defRPr sz="1800" b="1">
                <a:solidFill>
                  <a:srgbClr val="002147"/>
                </a:solidFill>
                <a:latin typeface="Arial"/>
                <a:ea typeface="Arial"/>
                <a:cs typeface="Arial"/>
              </a:defRPr>
            </a:lvl4pPr>
            <a:lvl5pPr>
              <a:defRPr sz="1800" b="1">
                <a:solidFill>
                  <a:srgbClr val="002147"/>
                </a:solidFill>
                <a:latin typeface="Arial"/>
                <a:ea typeface="Arial"/>
                <a:cs typeface="Arial"/>
              </a:defRPr>
            </a:lvl5pPr>
            <a:lvl6pPr>
              <a:defRPr sz="1800" b="1">
                <a:solidFill>
                  <a:srgbClr val="002147"/>
                </a:solidFill>
                <a:latin typeface="Arial"/>
                <a:ea typeface="Arial"/>
                <a:cs typeface="Arial"/>
              </a:defRPr>
            </a:lvl6pPr>
            <a:lvl7pPr>
              <a:defRPr sz="1800" b="1">
                <a:solidFill>
                  <a:srgbClr val="002147"/>
                </a:solidFill>
                <a:latin typeface="Arial"/>
                <a:ea typeface="Arial"/>
                <a:cs typeface="Arial"/>
              </a:defRPr>
            </a:lvl7pPr>
            <a:lvl8pPr>
              <a:defRPr sz="1800" b="1">
                <a:solidFill>
                  <a:srgbClr val="002147"/>
                </a:solidFill>
                <a:latin typeface="Arial"/>
                <a:ea typeface="Arial"/>
                <a:cs typeface="Arial"/>
              </a:defRPr>
            </a:lvl8pPr>
            <a:lvl9pPr>
              <a:defRPr sz="1800" b="1">
                <a:solidFill>
                  <a:srgbClr val="002147"/>
                </a:solidFill>
                <a:latin typeface="Arial"/>
                <a:ea typeface="Arial"/>
                <a:cs typeface="Arial"/>
              </a:defRPr>
            </a:lvl9pPr>
          </a:lstStyle>
          <a:p xmlns:a="http://schemas.openxmlformats.org/drawingml/2006/main">
            <a:pPr>
              <a:defRPr sz="1800" b="1">
                <a:solidFill>
                  <a:srgbClr val="002147"/>
                </a:solidFill>
                <a:latin typeface="Arial"/>
                <a:ea typeface="Arial"/>
                <a:cs typeface="Arial"/>
              </a:defRPr>
            </a:pPr>
            <a:r>
              <a:rPr sz="1800" b="1">
                <a:solidFill>
                  <a:srgbClr val="002147"/>
                </a:solidFill>
                <a:latin typeface="Arial"/>
                <a:ea typeface="Arial"/>
                <a:cs typeface="Arial"/>
              </a:rPr>
              <a:t>Graph-grounded answers</a:t>
            </a:r>
          </a:p>
        </p:txBody>
      </p:sp>
      <p:sp>
        <p:nvSpPr>
          <p:cNvPr id="14" name="GridSense evidence body">
            <a:extLst xmlns:a="http://schemas.openxmlformats.org/drawingml/2006/main">
              <a:ext uri="{FF2B5EF4-FFF2-40B4-BE49-F238E27FC236}">
                <a16:creationId xmlns:a16="http://schemas.microsoft.com/office/drawing/2014/main" id="{1257EC25-70CC-4A87-95EF-B408C192BA7B}"/>
              </a:ext>
            </a:extLst>
          </p:cNvPr>
          <p:cNvSpPr>
            <a:spLocks xmlns:a="http://schemas.openxmlformats.org/drawingml/2006/main" noGrp="1"/>
          </p:cNvSpPr>
          <p:nvPr/>
        </p:nvSpPr>
        <p:spPr>
          <a:xfrm xmlns:a="http://schemas.openxmlformats.org/drawingml/2006/main">
            <a:off x="8715375" y="2076450"/>
            <a:ext cx="2952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00" b="0">
                <a:solidFill>
                  <a:srgbClr val="172B3F"/>
                </a:solidFill>
                <a:latin typeface="Arial"/>
                <a:ea typeface="Arial"/>
                <a:cs typeface="Arial"/>
              </a:defRPr>
            </a:defPPr>
            <a:lvl1pPr>
              <a:defRPr sz="1600" b="0">
                <a:solidFill>
                  <a:srgbClr val="172B3F"/>
                </a:solidFill>
                <a:latin typeface="Arial"/>
                <a:ea typeface="Arial"/>
                <a:cs typeface="Arial"/>
              </a:defRPr>
            </a:lvl1pPr>
            <a:lvl2pPr>
              <a:defRPr sz="1600" b="0">
                <a:solidFill>
                  <a:srgbClr val="172B3F"/>
                </a:solidFill>
                <a:latin typeface="Arial"/>
                <a:ea typeface="Arial"/>
                <a:cs typeface="Arial"/>
              </a:defRPr>
            </a:lvl2pPr>
            <a:lvl3pPr>
              <a:defRPr sz="1600" b="0">
                <a:solidFill>
                  <a:srgbClr val="172B3F"/>
                </a:solidFill>
                <a:latin typeface="Arial"/>
                <a:ea typeface="Arial"/>
                <a:cs typeface="Arial"/>
              </a:defRPr>
            </a:lvl3pPr>
            <a:lvl4pPr>
              <a:defRPr sz="1600" b="0">
                <a:solidFill>
                  <a:srgbClr val="172B3F"/>
                </a:solidFill>
                <a:latin typeface="Arial"/>
                <a:ea typeface="Arial"/>
                <a:cs typeface="Arial"/>
              </a:defRPr>
            </a:lvl4pPr>
            <a:lvl5pPr>
              <a:defRPr sz="1600" b="0">
                <a:solidFill>
                  <a:srgbClr val="172B3F"/>
                </a:solidFill>
                <a:latin typeface="Arial"/>
                <a:ea typeface="Arial"/>
                <a:cs typeface="Arial"/>
              </a:defRPr>
            </a:lvl5pPr>
            <a:lvl6pPr>
              <a:defRPr sz="1600" b="0">
                <a:solidFill>
                  <a:srgbClr val="172B3F"/>
                </a:solidFill>
                <a:latin typeface="Arial"/>
                <a:ea typeface="Arial"/>
                <a:cs typeface="Arial"/>
              </a:defRPr>
            </a:lvl6pPr>
            <a:lvl7pPr>
              <a:defRPr sz="1600" b="0">
                <a:solidFill>
                  <a:srgbClr val="172B3F"/>
                </a:solidFill>
                <a:latin typeface="Arial"/>
                <a:ea typeface="Arial"/>
                <a:cs typeface="Arial"/>
              </a:defRPr>
            </a:lvl7pPr>
            <a:lvl8pPr>
              <a:defRPr sz="1600" b="0">
                <a:solidFill>
                  <a:srgbClr val="172B3F"/>
                </a:solidFill>
                <a:latin typeface="Arial"/>
                <a:ea typeface="Arial"/>
                <a:cs typeface="Arial"/>
              </a:defRPr>
            </a:lvl8pPr>
            <a:lvl9pPr>
              <a:defRPr sz="1600" b="0">
                <a:solidFill>
                  <a:srgbClr val="172B3F"/>
                </a:solidFill>
                <a:latin typeface="Arial"/>
                <a:ea typeface="Arial"/>
                <a:cs typeface="Arial"/>
              </a:defRPr>
            </a:lvl9pPr>
          </a:lstStyle>
          <a:p xmlns:a="http://schemas.openxmlformats.org/drawingml/2006/main">
            <a:pPr>
              <a:defRPr sz="1600" b="0">
                <a:solidFill>
                  <a:srgbClr val="172B3F"/>
                </a:solidFill>
                <a:latin typeface="Arial"/>
                <a:ea typeface="Arial"/>
                <a:cs typeface="Arial"/>
              </a:defRPr>
            </a:pPr>
            <a:r>
              <a:rPr sz="1600" b="0">
                <a:solidFill>
                  <a:srgbClr val="172B3F"/>
                </a:solidFill>
                <a:latin typeface="Arial"/>
                <a:ea typeface="Arial"/>
                <a:cs typeface="Arial"/>
              </a:rPr>
              <a:t>CIM/CGMES grid models in Neo4j support traceable queries about topology and equipment.</a:t>
            </a:r>
          </a:p>
        </p:txBody>
      </p:sp>
      <p:sp>
        <p:nvSpPr>
          <p:cNvPr id="15" name="GridSense restoration heading">
            <a:extLst xmlns:a="http://schemas.openxmlformats.org/drawingml/2006/main">
              <a:ext uri="{FF2B5EF4-FFF2-40B4-BE49-F238E27FC236}">
                <a16:creationId xmlns:a16="http://schemas.microsoft.com/office/drawing/2014/main" id="{B38D01E6-6ED3-4453-B7E4-9876505AC040}"/>
              </a:ext>
            </a:extLst>
          </p:cNvPr>
          <p:cNvSpPr>
            <a:spLocks xmlns:a="http://schemas.openxmlformats.org/drawingml/2006/main" noGrp="1"/>
          </p:cNvSpPr>
          <p:nvPr/>
        </p:nvSpPr>
        <p:spPr>
          <a:xfrm xmlns:a="http://schemas.openxmlformats.org/drawingml/2006/main">
            <a:off x="8715375" y="3390900"/>
            <a:ext cx="295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002147"/>
                </a:solidFill>
                <a:latin typeface="Arial"/>
                <a:ea typeface="Arial"/>
                <a:cs typeface="Arial"/>
              </a:defRPr>
            </a:defPPr>
            <a:lvl1pPr>
              <a:defRPr sz="1800" b="1">
                <a:solidFill>
                  <a:srgbClr val="002147"/>
                </a:solidFill>
                <a:latin typeface="Arial"/>
                <a:ea typeface="Arial"/>
                <a:cs typeface="Arial"/>
              </a:defRPr>
            </a:lvl1pPr>
            <a:lvl2pPr>
              <a:defRPr sz="1800" b="1">
                <a:solidFill>
                  <a:srgbClr val="002147"/>
                </a:solidFill>
                <a:latin typeface="Arial"/>
                <a:ea typeface="Arial"/>
                <a:cs typeface="Arial"/>
              </a:defRPr>
            </a:lvl2pPr>
            <a:lvl3pPr>
              <a:defRPr sz="1800" b="1">
                <a:solidFill>
                  <a:srgbClr val="002147"/>
                </a:solidFill>
                <a:latin typeface="Arial"/>
                <a:ea typeface="Arial"/>
                <a:cs typeface="Arial"/>
              </a:defRPr>
            </a:lvl3pPr>
            <a:lvl4pPr>
              <a:defRPr sz="1800" b="1">
                <a:solidFill>
                  <a:srgbClr val="002147"/>
                </a:solidFill>
                <a:latin typeface="Arial"/>
                <a:ea typeface="Arial"/>
                <a:cs typeface="Arial"/>
              </a:defRPr>
            </a:lvl4pPr>
            <a:lvl5pPr>
              <a:defRPr sz="1800" b="1">
                <a:solidFill>
                  <a:srgbClr val="002147"/>
                </a:solidFill>
                <a:latin typeface="Arial"/>
                <a:ea typeface="Arial"/>
                <a:cs typeface="Arial"/>
              </a:defRPr>
            </a:lvl5pPr>
            <a:lvl6pPr>
              <a:defRPr sz="1800" b="1">
                <a:solidFill>
                  <a:srgbClr val="002147"/>
                </a:solidFill>
                <a:latin typeface="Arial"/>
                <a:ea typeface="Arial"/>
                <a:cs typeface="Arial"/>
              </a:defRPr>
            </a:lvl6pPr>
            <a:lvl7pPr>
              <a:defRPr sz="1800" b="1">
                <a:solidFill>
                  <a:srgbClr val="002147"/>
                </a:solidFill>
                <a:latin typeface="Arial"/>
                <a:ea typeface="Arial"/>
                <a:cs typeface="Arial"/>
              </a:defRPr>
            </a:lvl7pPr>
            <a:lvl8pPr>
              <a:defRPr sz="1800" b="1">
                <a:solidFill>
                  <a:srgbClr val="002147"/>
                </a:solidFill>
                <a:latin typeface="Arial"/>
                <a:ea typeface="Arial"/>
                <a:cs typeface="Arial"/>
              </a:defRPr>
            </a:lvl8pPr>
            <a:lvl9pPr>
              <a:defRPr sz="1800" b="1">
                <a:solidFill>
                  <a:srgbClr val="002147"/>
                </a:solidFill>
                <a:latin typeface="Arial"/>
                <a:ea typeface="Arial"/>
                <a:cs typeface="Arial"/>
              </a:defRPr>
            </a:lvl9pPr>
          </a:lstStyle>
          <a:p xmlns:a="http://schemas.openxmlformats.org/drawingml/2006/main">
            <a:pPr>
              <a:defRPr sz="1800" b="1">
                <a:solidFill>
                  <a:srgbClr val="002147"/>
                </a:solidFill>
                <a:latin typeface="Arial"/>
                <a:ea typeface="Arial"/>
                <a:cs typeface="Arial"/>
              </a:defRPr>
            </a:pPr>
            <a:r>
              <a:rPr sz="1800" b="1">
                <a:solidFill>
                  <a:srgbClr val="002147"/>
                </a:solidFill>
                <a:latin typeface="Arial"/>
                <a:ea typeface="Arial"/>
                <a:cs typeface="Arial"/>
              </a:rPr>
              <a:t>Restoration support</a:t>
            </a:r>
          </a:p>
        </p:txBody>
      </p:sp>
      <p:sp>
        <p:nvSpPr>
          <p:cNvPr id="16" name="GridSense restoration body">
            <a:extLst xmlns:a="http://schemas.openxmlformats.org/drawingml/2006/main">
              <a:ext uri="{FF2B5EF4-FFF2-40B4-BE49-F238E27FC236}">
                <a16:creationId xmlns:a16="http://schemas.microsoft.com/office/drawing/2014/main" id="{5B61B4C4-DC50-4CC0-9C56-23C075824FE1}"/>
              </a:ext>
            </a:extLst>
          </p:cNvPr>
          <p:cNvSpPr>
            <a:spLocks xmlns:a="http://schemas.openxmlformats.org/drawingml/2006/main" noGrp="1"/>
          </p:cNvSpPr>
          <p:nvPr/>
        </p:nvSpPr>
        <p:spPr>
          <a:xfrm xmlns:a="http://schemas.openxmlformats.org/drawingml/2006/main">
            <a:off x="8715375" y="3781425"/>
            <a:ext cx="2952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00" b="0">
                <a:solidFill>
                  <a:srgbClr val="172B3F"/>
                </a:solidFill>
                <a:latin typeface="Arial"/>
                <a:ea typeface="Arial"/>
                <a:cs typeface="Arial"/>
              </a:defRPr>
            </a:defPPr>
            <a:lvl1pPr>
              <a:defRPr sz="1600" b="0">
                <a:solidFill>
                  <a:srgbClr val="172B3F"/>
                </a:solidFill>
                <a:latin typeface="Arial"/>
                <a:ea typeface="Arial"/>
                <a:cs typeface="Arial"/>
              </a:defRPr>
            </a:lvl1pPr>
            <a:lvl2pPr>
              <a:defRPr sz="1600" b="0">
                <a:solidFill>
                  <a:srgbClr val="172B3F"/>
                </a:solidFill>
                <a:latin typeface="Arial"/>
                <a:ea typeface="Arial"/>
                <a:cs typeface="Arial"/>
              </a:defRPr>
            </a:lvl2pPr>
            <a:lvl3pPr>
              <a:defRPr sz="1600" b="0">
                <a:solidFill>
                  <a:srgbClr val="172B3F"/>
                </a:solidFill>
                <a:latin typeface="Arial"/>
                <a:ea typeface="Arial"/>
                <a:cs typeface="Arial"/>
              </a:defRPr>
            </a:lvl3pPr>
            <a:lvl4pPr>
              <a:defRPr sz="1600" b="0">
                <a:solidFill>
                  <a:srgbClr val="172B3F"/>
                </a:solidFill>
                <a:latin typeface="Arial"/>
                <a:ea typeface="Arial"/>
                <a:cs typeface="Arial"/>
              </a:defRPr>
            </a:lvl4pPr>
            <a:lvl5pPr>
              <a:defRPr sz="1600" b="0">
                <a:solidFill>
                  <a:srgbClr val="172B3F"/>
                </a:solidFill>
                <a:latin typeface="Arial"/>
                <a:ea typeface="Arial"/>
                <a:cs typeface="Arial"/>
              </a:defRPr>
            </a:lvl5pPr>
            <a:lvl6pPr>
              <a:defRPr sz="1600" b="0">
                <a:solidFill>
                  <a:srgbClr val="172B3F"/>
                </a:solidFill>
                <a:latin typeface="Arial"/>
                <a:ea typeface="Arial"/>
                <a:cs typeface="Arial"/>
              </a:defRPr>
            </a:lvl6pPr>
            <a:lvl7pPr>
              <a:defRPr sz="1600" b="0">
                <a:solidFill>
                  <a:srgbClr val="172B3F"/>
                </a:solidFill>
                <a:latin typeface="Arial"/>
                <a:ea typeface="Arial"/>
                <a:cs typeface="Arial"/>
              </a:defRPr>
            </a:lvl7pPr>
            <a:lvl8pPr>
              <a:defRPr sz="1600" b="0">
                <a:solidFill>
                  <a:srgbClr val="172B3F"/>
                </a:solidFill>
                <a:latin typeface="Arial"/>
                <a:ea typeface="Arial"/>
                <a:cs typeface="Arial"/>
              </a:defRPr>
            </a:lvl8pPr>
            <a:lvl9pPr>
              <a:defRPr sz="1600" b="0">
                <a:solidFill>
                  <a:srgbClr val="172B3F"/>
                </a:solidFill>
                <a:latin typeface="Arial"/>
                <a:ea typeface="Arial"/>
                <a:cs typeface="Arial"/>
              </a:defRPr>
            </a:lvl9pPr>
          </a:lstStyle>
          <a:p xmlns:a="http://schemas.openxmlformats.org/drawingml/2006/main">
            <a:pPr>
              <a:defRPr sz="1600" b="0">
                <a:solidFill>
                  <a:srgbClr val="172B3F"/>
                </a:solidFill>
                <a:latin typeface="Arial"/>
                <a:ea typeface="Arial"/>
                <a:cs typeface="Arial"/>
              </a:defRPr>
            </a:pPr>
            <a:r>
              <a:rPr sz="1600" b="0">
                <a:solidFill>
                  <a:srgbClr val="172B3F"/>
                </a:solidFill>
                <a:latin typeface="Arial"/>
                <a:ea typeface="Arial"/>
                <a:cs typeface="Arial"/>
              </a:rPr>
              <a:t>Inspect outage areas and candidate energization routes, with switching actions for human review.</a:t>
            </a:r>
          </a:p>
        </p:txBody>
      </p:sp>
      <p:sp>
        <p:nvSpPr>
          <p:cNvPr id="17" name="Demo video hyperlink">
            <a:extLst xmlns:a="http://schemas.openxmlformats.org/drawingml/2006/main">
              <a:ext uri="{FF2B5EF4-FFF2-40B4-BE49-F238E27FC236}">
                <a16:creationId xmlns:a16="http://schemas.microsoft.com/office/drawing/2014/main" id="{319DE013-439A-442F-8246-EA849F8B7AA0}"/>
              </a:ext>
            </a:extLst>
          </p:cNvPr>
          <p:cNvSpPr>
            <a:spLocks xmlns:a="http://schemas.openxmlformats.org/drawingml/2006/main" noGrp="1"/>
          </p:cNvSpPr>
          <p:nvPr/>
        </p:nvSpPr>
        <p:spPr>
          <a:xfrm xmlns:a="http://schemas.openxmlformats.org/drawingml/2006/main">
            <a:off x="518160" y="5915025"/>
            <a:ext cx="77628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1">
                <a:solidFill>
                  <a:srgbClr val="002147"/>
                </a:solidFill>
                <a:latin typeface="Arial"/>
                <a:ea typeface="Arial"/>
                <a:cs typeface="Arial"/>
              </a:defRPr>
            </a:defPPr>
            <a:lvl1pPr>
              <a:defRPr sz="1875" b="1">
                <a:solidFill>
                  <a:srgbClr val="002147"/>
                </a:solidFill>
                <a:latin typeface="Arial"/>
                <a:ea typeface="Arial"/>
                <a:cs typeface="Arial"/>
              </a:defRPr>
            </a:lvl1pPr>
            <a:lvl2pPr>
              <a:defRPr sz="1875" b="1">
                <a:solidFill>
                  <a:srgbClr val="002147"/>
                </a:solidFill>
                <a:latin typeface="Arial"/>
                <a:ea typeface="Arial"/>
                <a:cs typeface="Arial"/>
              </a:defRPr>
            </a:lvl2pPr>
            <a:lvl3pPr>
              <a:defRPr sz="1875" b="1">
                <a:solidFill>
                  <a:srgbClr val="002147"/>
                </a:solidFill>
                <a:latin typeface="Arial"/>
                <a:ea typeface="Arial"/>
                <a:cs typeface="Arial"/>
              </a:defRPr>
            </a:lvl3pPr>
            <a:lvl4pPr>
              <a:defRPr sz="1875" b="1">
                <a:solidFill>
                  <a:srgbClr val="002147"/>
                </a:solidFill>
                <a:latin typeface="Arial"/>
                <a:ea typeface="Arial"/>
                <a:cs typeface="Arial"/>
              </a:defRPr>
            </a:lvl4pPr>
            <a:lvl5pPr>
              <a:defRPr sz="1875" b="1">
                <a:solidFill>
                  <a:srgbClr val="002147"/>
                </a:solidFill>
                <a:latin typeface="Arial"/>
                <a:ea typeface="Arial"/>
                <a:cs typeface="Arial"/>
              </a:defRPr>
            </a:lvl5pPr>
            <a:lvl6pPr>
              <a:defRPr sz="1875" b="1">
                <a:solidFill>
                  <a:srgbClr val="002147"/>
                </a:solidFill>
                <a:latin typeface="Arial"/>
                <a:ea typeface="Arial"/>
                <a:cs typeface="Arial"/>
              </a:defRPr>
            </a:lvl6pPr>
            <a:lvl7pPr>
              <a:defRPr sz="1875" b="1">
                <a:solidFill>
                  <a:srgbClr val="002147"/>
                </a:solidFill>
                <a:latin typeface="Arial"/>
                <a:ea typeface="Arial"/>
                <a:cs typeface="Arial"/>
              </a:defRPr>
            </a:lvl7pPr>
            <a:lvl8pPr>
              <a:defRPr sz="1875" b="1">
                <a:solidFill>
                  <a:srgbClr val="002147"/>
                </a:solidFill>
                <a:latin typeface="Arial"/>
                <a:ea typeface="Arial"/>
                <a:cs typeface="Arial"/>
              </a:defRPr>
            </a:lvl8pPr>
            <a:lvl9pPr>
              <a:defRPr sz="1875" b="1">
                <a:solidFill>
                  <a:srgbClr val="002147"/>
                </a:solidFill>
                <a:latin typeface="Arial"/>
                <a:ea typeface="Arial"/>
                <a:cs typeface="Arial"/>
              </a:defRPr>
            </a:lvl9pPr>
          </a:lstStyle>
          <a:p xmlns:a="http://schemas.openxmlformats.org/drawingml/2006/main">
            <a:pPr>
              <a:defRPr sz="1875" b="1">
                <a:solidFill>
                  <a:srgbClr val="002147"/>
                </a:solidFill>
                <a:latin typeface="Arial"/>
                <a:ea typeface="Arial"/>
                <a:cs typeface="Arial"/>
              </a:defRPr>
            </a:pPr>
            <a:r>
              <a:rPr sz="1875" b="1" u="sng">
                <a:solidFill>
                  <a:srgbClr val="002147"/>
                </a:solidFill>
                <a:latin typeface="Arial"/>
                <a:ea typeface="Arial"/>
                <a:cs typeface="Arial"/>
                <a:hlinkClick xmlns:r="http://schemas.openxmlformats.org/officeDocument/2006/relationships" r:id="R13362eb37cfd4250"/>
              </a:rPr>
              <a:t>Watch the demo videos on YouTube</a:t>
            </a:r>
          </a:p>
        </p:txBody>
      </p:sp>
      <p:sp>
        <p:nvSpPr>
          <p:cNvPr id="18" name="Demo description">
            <a:extLst xmlns:a="http://schemas.openxmlformats.org/drawingml/2006/main">
              <a:ext uri="{FF2B5EF4-FFF2-40B4-BE49-F238E27FC236}">
                <a16:creationId xmlns:a16="http://schemas.microsoft.com/office/drawing/2014/main" id="{51A96441-D707-44D8-9675-5EC1CEDD3F1C}"/>
              </a:ext>
            </a:extLst>
          </p:cNvPr>
          <p:cNvSpPr>
            <a:spLocks xmlns:a="http://schemas.openxmlformats.org/drawingml/2006/main" noGrp="1"/>
          </p:cNvSpPr>
          <p:nvPr/>
        </p:nvSpPr>
        <p:spPr>
          <a:xfrm xmlns:a="http://schemas.openxmlformats.org/drawingml/2006/main">
            <a:off x="518160" y="6286500"/>
            <a:ext cx="7762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72"/>
                </a:solidFill>
                <a:latin typeface="Arial"/>
                <a:ea typeface="Arial"/>
                <a:cs typeface="Arial"/>
              </a:defRPr>
            </a:defPPr>
            <a:lvl1pPr>
              <a:defRPr sz="1350" b="0">
                <a:solidFill>
                  <a:srgbClr val="4D6072"/>
                </a:solidFill>
                <a:latin typeface="Arial"/>
                <a:ea typeface="Arial"/>
                <a:cs typeface="Arial"/>
              </a:defRPr>
            </a:lvl1pPr>
            <a:lvl2pPr>
              <a:defRPr sz="1350" b="0">
                <a:solidFill>
                  <a:srgbClr val="4D6072"/>
                </a:solidFill>
                <a:latin typeface="Arial"/>
                <a:ea typeface="Arial"/>
                <a:cs typeface="Arial"/>
              </a:defRPr>
            </a:lvl2pPr>
            <a:lvl3pPr>
              <a:defRPr sz="1350" b="0">
                <a:solidFill>
                  <a:srgbClr val="4D6072"/>
                </a:solidFill>
                <a:latin typeface="Arial"/>
                <a:ea typeface="Arial"/>
                <a:cs typeface="Arial"/>
              </a:defRPr>
            </a:lvl3pPr>
            <a:lvl4pPr>
              <a:defRPr sz="1350" b="0">
                <a:solidFill>
                  <a:srgbClr val="4D6072"/>
                </a:solidFill>
                <a:latin typeface="Arial"/>
                <a:ea typeface="Arial"/>
                <a:cs typeface="Arial"/>
              </a:defRPr>
            </a:lvl4pPr>
            <a:lvl5pPr>
              <a:defRPr sz="1350" b="0">
                <a:solidFill>
                  <a:srgbClr val="4D6072"/>
                </a:solidFill>
                <a:latin typeface="Arial"/>
                <a:ea typeface="Arial"/>
                <a:cs typeface="Arial"/>
              </a:defRPr>
            </a:lvl5pPr>
            <a:lvl6pPr>
              <a:defRPr sz="1350" b="0">
                <a:solidFill>
                  <a:srgbClr val="4D6072"/>
                </a:solidFill>
                <a:latin typeface="Arial"/>
                <a:ea typeface="Arial"/>
                <a:cs typeface="Arial"/>
              </a:defRPr>
            </a:lvl6pPr>
            <a:lvl7pPr>
              <a:defRPr sz="1350" b="0">
                <a:solidFill>
                  <a:srgbClr val="4D6072"/>
                </a:solidFill>
                <a:latin typeface="Arial"/>
                <a:ea typeface="Arial"/>
                <a:cs typeface="Arial"/>
              </a:defRPr>
            </a:lvl7pPr>
            <a:lvl8pPr>
              <a:defRPr sz="1350" b="0">
                <a:solidFill>
                  <a:srgbClr val="4D6072"/>
                </a:solidFill>
                <a:latin typeface="Arial"/>
                <a:ea typeface="Arial"/>
                <a:cs typeface="Arial"/>
              </a:defRPr>
            </a:lvl8pPr>
            <a:lvl9pPr>
              <a:defRPr sz="1350" b="0">
                <a:solidFill>
                  <a:srgbClr val="4D6072"/>
                </a:solidFill>
                <a:latin typeface="Arial"/>
                <a:ea typeface="Arial"/>
                <a:cs typeface="Arial"/>
              </a:defRPr>
            </a:lvl9pPr>
          </a:lstStyle>
          <a:p xmlns:a="http://schemas.openxmlformats.org/drawingml/2006/main">
            <a:pPr>
              <a:defRPr sz="1350" b="0">
                <a:solidFill>
                  <a:srgbClr val="4D6072"/>
                </a:solidFill>
                <a:latin typeface="Arial"/>
                <a:ea typeface="Arial"/>
                <a:cs typeface="Arial"/>
              </a:defRPr>
            </a:pPr>
            <a:r>
              <a:rPr sz="1350" b="0">
                <a:solidFill>
                  <a:srgbClr val="4D6072"/>
                </a:solidFill>
                <a:latin typeface="Arial"/>
                <a:ea typeface="Arial"/>
                <a:cs typeface="Arial"/>
              </a:rPr>
              <a:t>Grid queries, engineering analysis and restoration scenarios</a:t>
            </a:r>
          </a:p>
        </p:txBody>
      </p:sp>
    </p:spTree>
    <p:extLst>
      <p:ext uri="{BB962C8B-B14F-4D97-AF65-F5344CB8AC3E}">
        <p14:creationId xmlns:p14="http://schemas.microsoft.com/office/powerpoint/2010/main" val="2420589054"/>
      </p:ext>
    </p:extLst>
  </p:cSld>
</p:sld>
</file>

<file path=ppt/theme/theme1.xml><?xml version="1.0" encoding="utf-8"?>
<a:theme xmlns:a="http://schemas.openxmlformats.org/drawingml/2006/main" name="FAU - Technische Fakultät">
  <a:themeElements>
    <a:clrScheme name="FAU - Grau">
      <a:dk1>
        <a:sysClr val="windowText" lastClr="000000"/>
      </a:dk1>
      <a:lt1>
        <a:srgbClr val="FFFFFF"/>
      </a:lt1>
      <a:dk2>
        <a:srgbClr val="8C9FB1"/>
      </a:dk2>
      <a:lt2>
        <a:srgbClr val="FFFFFF"/>
      </a:lt2>
      <a:accent1>
        <a:srgbClr val="7F7F7F"/>
      </a:accent1>
      <a:accent2>
        <a:srgbClr val="204251"/>
      </a:accent2>
      <a:accent3>
        <a:srgbClr val="2F586E"/>
      </a:accent3>
      <a:accent4>
        <a:srgbClr val="8C9FB1"/>
      </a:accent4>
      <a:accent5>
        <a:srgbClr val="C2D0DC"/>
      </a:accent5>
      <a:accent6>
        <a:srgbClr val="C7C7C7"/>
      </a:accent6>
      <a:hlink>
        <a:srgbClr val="2F586E"/>
      </a:hlink>
      <a:folHlink>
        <a:srgbClr val="000000"/>
      </a:folHlink>
    </a:clrScheme>
    <a:fontScheme name="FAU">
      <a:majorFont>
        <a:latin typeface="Arial"/>
        <a:ea typeface=""/>
        <a:cs typeface=""/>
      </a:majorFont>
      <a:minorFont>
        <a:latin typeface="Arial"/>
        <a:ea typeface=""/>
        <a:cs typeface=""/>
      </a:minorFont>
    </a:fontScheme>
    <a:fmtScheme name="FAU - Grau">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2026-10-23T10:42:22.1720000Z</dcterms:created>
  <dcterms:modified xsi:type="dcterms:W3CDTF">2026-10-23T10:42:22.1720000Z</dcterms:modified>
</coreProperties>
</file>